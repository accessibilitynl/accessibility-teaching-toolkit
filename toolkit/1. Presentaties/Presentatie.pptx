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B690A4-66FC-1344-D38C-98B219283072}" v="1" dt="2026-06-22T14:08:13.8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ijkman, Johan" userId="S::jhuijkman@accessibility.nl::1da84075-8b3c-4963-8b0e-a24d68c794d8" providerId="AD" clId="Web-{49B690A4-66FC-1344-D38C-98B219283072}"/>
    <pc:docChg chg="modSld">
      <pc:chgData name="Huijkman, Johan" userId="S::jhuijkman@accessibility.nl::1da84075-8b3c-4963-8b0e-a24d68c794d8" providerId="AD" clId="Web-{49B690A4-66FC-1344-D38C-98B219283072}" dt="2026-06-22T14:08:13.898" v="0" actId="20577"/>
      <pc:docMkLst>
        <pc:docMk/>
      </pc:docMkLst>
      <pc:sldChg chg="modSp">
        <pc:chgData name="Huijkman, Johan" userId="S::jhuijkman@accessibility.nl::1da84075-8b3c-4963-8b0e-a24d68c794d8" providerId="AD" clId="Web-{49B690A4-66FC-1344-D38C-98B219283072}" dt="2026-06-22T14:08:13.898" v="0" actId="20577"/>
        <pc:sldMkLst>
          <pc:docMk/>
          <pc:sldMk cId="3351439039" sldId="256"/>
        </pc:sldMkLst>
        <pc:spChg chg="mod">
          <ac:chgData name="Huijkman, Johan" userId="S::jhuijkman@accessibility.nl::1da84075-8b3c-4963-8b0e-a24d68c794d8" providerId="AD" clId="Web-{49B690A4-66FC-1344-D38C-98B219283072}" dt="2026-06-22T14:08:13.898" v="0" actId="20577"/>
          <ac:spMkLst>
            <pc:docMk/>
            <pc:sldMk cId="3351439039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9299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5912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3495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781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8315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7782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9604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8389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92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596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1119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53BDC-9EAE-49FE-9892-958C9F845175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54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Test</a:t>
            </a:r>
            <a:endParaRPr lang="de-DE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143903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toor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5016CD21C50F4FA2E6D6D6A3B87310" ma:contentTypeVersion="20" ma:contentTypeDescription="Een nieuw document maken." ma:contentTypeScope="" ma:versionID="7bfd37b2d57a4243013b283cf1475283">
  <xsd:schema xmlns:xsd="http://www.w3.org/2001/XMLSchema" xmlns:xs="http://www.w3.org/2001/XMLSchema" xmlns:p="http://schemas.microsoft.com/office/2006/metadata/properties" xmlns:ns2="c943f701-3070-4014-93cc-e1a70bea7440" xmlns:ns3="1263c341-9713-4178-8275-9acf484fd0e5" xmlns:ns4="9b6572fc-fa2b-4547-9ddf-896420785c3e" targetNamespace="http://schemas.microsoft.com/office/2006/metadata/properties" ma:root="true" ma:fieldsID="0eea935bc52ce7f49403aa1a59bfbae3" ns2:_="" ns3:_="" ns4:_="">
    <xsd:import namespace="c943f701-3070-4014-93cc-e1a70bea7440"/>
    <xsd:import namespace="1263c341-9713-4178-8275-9acf484fd0e5"/>
    <xsd:import namespace="9b6572fc-fa2b-4547-9ddf-896420785c3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4:TaxCatchAll" minOccurs="0"/>
                <xsd:element ref="ns3:_Flow_SignoffStatu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43f701-3070-4014-93cc-e1a70bea744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63c341-9713-4178-8275-9acf484fd0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Afbeeldingtags" ma:readOnly="false" ma:fieldId="{5cf76f15-5ced-4ddc-b409-7134ff3c332f}" ma:taxonomyMulti="true" ma:sspId="1ed76d20-58a8-4b1f-9877-7679a2579c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Afmeldingsstatus" ma:internalName="Afmeldings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6572fc-fa2b-4547-9ddf-896420785c3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2a0826c7-b843-4584-8746-1a60857b3873}" ma:internalName="TaxCatchAll" ma:showField="CatchAllData" ma:web="c943f701-3070-4014-93cc-e1a70bea74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b6572fc-fa2b-4547-9ddf-896420785c3e" xsi:nil="true"/>
    <_Flow_SignoffStatus xmlns="1263c341-9713-4178-8275-9acf484fd0e5" xsi:nil="true"/>
    <lcf76f155ced4ddcb4097134ff3c332f xmlns="1263c341-9713-4178-8275-9acf484fd0e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4DCB039-ACFF-44BF-845B-87F24568FA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43f701-3070-4014-93cc-e1a70bea7440"/>
    <ds:schemaRef ds:uri="1263c341-9713-4178-8275-9acf484fd0e5"/>
    <ds:schemaRef ds:uri="9b6572fc-fa2b-4547-9ddf-896420785c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2844B7A-17BB-48BD-845D-EF4CA1E267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1D2540-16A3-4AE7-ACEE-FA05595ABD56}">
  <ds:schemaRefs>
    <ds:schemaRef ds:uri="http://schemas.microsoft.com/office/2006/metadata/properties"/>
    <ds:schemaRef ds:uri="http://schemas.microsoft.com/office/infopath/2007/PartnerControls"/>
    <ds:schemaRef ds:uri="9b6572fc-fa2b-4547-9ddf-896420785c3e"/>
    <ds:schemaRef ds:uri="1263c341-9713-4178-8275-9acf484fd0e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Breedbeeld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2" baseType="lpstr">
      <vt:lpstr>Kantoorthema</vt:lpstr>
      <vt:lpstr>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2026-06-22T14:08:00Z</dcterms:created>
  <dcterms:modified xsi:type="dcterms:W3CDTF">2026-06-22T14:08:14Z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0x0101006A5016CD21C50F4FA2E6D6D6A3B87310</vt:lpwstr>
  </property>
  <property fmtid="{D5CDD505-2E9C-101B-9397-08002B2CF9AE}" pid="3" name="MediaServiceImageTags">
    <vt:lpwstr/>
  </property>
</Properties>
</file>