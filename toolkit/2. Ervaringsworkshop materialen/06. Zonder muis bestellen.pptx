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173" r:id="rId5"/>
  </p:sldIdLst>
  <p:sldSz cx="9906000" cy="6858000" type="A4"/>
  <p:notesSz cx="6858000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242019-0CEB-D4EE-3E3D-019A696B4642}" name="Hootsmans, Eva" initials="EH" userId="S::ehootsmans@accessibility.nl::847a4d53-5687-4b02-9bc3-f49c1cfbb88e" providerId="AD"/>
  <p188:author id="{B0CB14E8-7E47-8667-885D-37F2BC144289}" name="Sewalt, Kilian" initials="KS" userId="S::ksewalt@accessibility.nl::5e92bfb6-041f-4a64-b479-5b6d03868df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131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eno Hidalgo, Ana Julia" userId="86045df5-2826-4e0a-a611-ac63bd869f36" providerId="ADAL" clId="{8A9577EC-938E-40A6-8C5F-F44CA8D3340E}"/>
    <pc:docChg chg="addSld delSld modSld">
      <pc:chgData name="Moreno Hidalgo, Ana Julia" userId="86045df5-2826-4e0a-a611-ac63bd869f36" providerId="ADAL" clId="{8A9577EC-938E-40A6-8C5F-F44CA8D3340E}" dt="2026-06-09T12:04:36.520" v="9" actId="13244"/>
      <pc:docMkLst>
        <pc:docMk/>
      </pc:docMkLst>
      <pc:sldChg chg="modSp mod">
        <pc:chgData name="Moreno Hidalgo, Ana Julia" userId="86045df5-2826-4e0a-a611-ac63bd869f36" providerId="ADAL" clId="{8A9577EC-938E-40A6-8C5F-F44CA8D3340E}" dt="2026-06-09T12:04:36.520" v="9" actId="13244"/>
        <pc:sldMkLst>
          <pc:docMk/>
          <pc:sldMk cId="2158085438" sldId="1173"/>
        </pc:sldMkLst>
        <pc:spChg chg="mod ord">
          <ac:chgData name="Moreno Hidalgo, Ana Julia" userId="86045df5-2826-4e0a-a611-ac63bd869f36" providerId="ADAL" clId="{8A9577EC-938E-40A6-8C5F-F44CA8D3340E}" dt="2026-06-09T12:01:54.092" v="4" actId="13244"/>
          <ac:spMkLst>
            <pc:docMk/>
            <pc:sldMk cId="2158085438" sldId="1173"/>
            <ac:spMk id="3" creationId="{09A6CAE1-1ED1-CD43-8797-C2D2156B21AA}"/>
          </ac:spMkLst>
        </pc:spChg>
        <pc:spChg chg="ord">
          <ac:chgData name="Moreno Hidalgo, Ana Julia" userId="86045df5-2826-4e0a-a611-ac63bd869f36" providerId="ADAL" clId="{8A9577EC-938E-40A6-8C5F-F44CA8D3340E}" dt="2026-06-09T12:04:36.520" v="9" actId="13244"/>
          <ac:spMkLst>
            <pc:docMk/>
            <pc:sldMk cId="2158085438" sldId="1173"/>
            <ac:spMk id="7" creationId="{4DF319A3-CEF1-A4A9-0D8C-D7B39E2582FA}"/>
          </ac:spMkLst>
        </pc:spChg>
        <pc:picChg chg="mod">
          <ac:chgData name="Moreno Hidalgo, Ana Julia" userId="86045df5-2826-4e0a-a611-ac63bd869f36" providerId="ADAL" clId="{8A9577EC-938E-40A6-8C5F-F44CA8D3340E}" dt="2026-06-09T12:03:41.501" v="6" actId="962"/>
          <ac:picMkLst>
            <pc:docMk/>
            <pc:sldMk cId="2158085438" sldId="1173"/>
            <ac:picMk id="2" creationId="{7C8893AA-64FA-4654-2565-3E2B33AC8F4C}"/>
          </ac:picMkLst>
        </pc:picChg>
        <pc:picChg chg="mod">
          <ac:chgData name="Moreno Hidalgo, Ana Julia" userId="86045df5-2826-4e0a-a611-ac63bd869f36" providerId="ADAL" clId="{8A9577EC-938E-40A6-8C5F-F44CA8D3340E}" dt="2026-06-09T12:04:29.971" v="8" actId="962"/>
          <ac:picMkLst>
            <pc:docMk/>
            <pc:sldMk cId="2158085438" sldId="1173"/>
            <ac:picMk id="5" creationId="{EC00EC24-2DEB-A738-8A92-3BE3D7BC87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D426C-FDBA-48C6-A973-7301054D3489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009650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6DF75-F4C6-4E88-87AA-0DCA37312A9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695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Oefening 9 - voorkant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DF75-F4C6-4E88-87AA-0DCA37312A9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0961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A8F47-3D81-CB14-152C-5EE0DB637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AA42F94-D699-E9D9-B231-76E8C97498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8107807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 paginabreed, doorlopende alineatekst</a:t>
            </a:r>
          </a:p>
        </p:txBody>
      </p:sp>
    </p:spTree>
    <p:extLst>
      <p:ext uri="{BB962C8B-B14F-4D97-AF65-F5344CB8AC3E}">
        <p14:creationId xmlns:p14="http://schemas.microsoft.com/office/powerpoint/2010/main" val="237516733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2E0EC-300F-065C-4C73-030DAB5B4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FFAEF388-BCE9-53AE-F469-99524096F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3979261" cy="4472531"/>
          </a:xfrm>
          <a:prstGeom prst="rect">
            <a:avLst/>
          </a:prstGeom>
        </p:spPr>
        <p:txBody>
          <a:bodyPr/>
          <a:lstStyle>
            <a:lvl1pPr marL="371475" indent="-371475">
              <a:buFontTx/>
              <a:buBlip>
                <a:blip r:embed="rId2"/>
              </a:buBlip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Punt 1</a:t>
            </a:r>
          </a:p>
          <a:p>
            <a:pPr lvl="0"/>
            <a:r>
              <a:rPr lang="nl-NL"/>
              <a:t>Punt 2</a:t>
            </a:r>
          </a:p>
          <a:p>
            <a:pPr lvl="0"/>
            <a:r>
              <a:rPr lang="nl-NL"/>
              <a:t>Punt 3</a:t>
            </a:r>
          </a:p>
          <a:p>
            <a:pPr lvl="0"/>
            <a:r>
              <a:rPr lang="nl-NL"/>
              <a:t>Etc.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FBCE0AD-D11B-92D1-DFB2-DFDDE00ED8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2470" y="1628457"/>
            <a:ext cx="3979261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Bodytekst, doorlopende alineatekst, twee losse kolommen</a:t>
            </a:r>
          </a:p>
        </p:txBody>
      </p:sp>
    </p:spTree>
    <p:extLst>
      <p:ext uri="{BB962C8B-B14F-4D97-AF65-F5344CB8AC3E}">
        <p14:creationId xmlns:p14="http://schemas.microsoft.com/office/powerpoint/2010/main" val="159946533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 en klein beeld">
  <p:cSld name="Tekst en klein beeld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812602" y="698954"/>
            <a:ext cx="407848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l-NL"/>
              <a:t>Klik om stijl te bewerken</a:t>
            </a:r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712421" y="6461968"/>
            <a:ext cx="1823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‹nr.›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812602" y="1484313"/>
            <a:ext cx="4078486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71475" lvl="0" indent="-18573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marL="742950" lvl="1" indent="-28247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75"/>
              <a:buFont typeface="Arial"/>
              <a:buChar char="•"/>
              <a:defRPr sz="2031"/>
            </a:lvl2pPr>
            <a:lvl3pPr marL="1114425" lvl="2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485900" lvl="3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1857375" lvl="4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228850" lvl="5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600325" lvl="6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71800" lvl="7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43275" lvl="8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4" name="Google Shape;54;p6"/>
          <p:cNvSpPr>
            <a:spLocks noGrp="1"/>
          </p:cNvSpPr>
          <p:nvPr>
            <p:ph type="pic" idx="2"/>
          </p:nvPr>
        </p:nvSpPr>
        <p:spPr>
          <a:xfrm>
            <a:off x="5871703" y="1484314"/>
            <a:ext cx="3221697" cy="2320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936000" rIns="0" bIns="0" anchor="ctr" anchorCtr="1">
            <a:noAutofit/>
          </a:bodyPr>
          <a:lstStyle>
            <a:lvl1pPr marR="0" lvl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975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75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/>
              <a:t>Klik op het pictogram als u een afbeelding wilt toevoegen</a:t>
            </a:r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>
            <a:off x="-1284684" y="1484315"/>
            <a:ext cx="1211163" cy="2721685"/>
            <a:chOff x="-1581150" y="1825625"/>
            <a:chExt cx="1490662" cy="2721685"/>
          </a:xfrm>
        </p:grpSpPr>
        <p:sp>
          <p:nvSpPr>
            <p:cNvPr id="56" name="Google Shape;56;p6"/>
            <p:cNvSpPr/>
            <p:nvPr/>
          </p:nvSpPr>
          <p:spPr>
            <a:xfrm>
              <a:off x="-1581150" y="1825625"/>
              <a:ext cx="1490662" cy="498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Het eerste tekstniveau heeft geen bullet en springt niet in. </a:t>
              </a:r>
              <a:endParaRPr sz="1463"/>
            </a:p>
          </p:txBody>
        </p:sp>
        <p:pic>
          <p:nvPicPr>
            <p:cNvPr id="57" name="Google Shape;57;p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581150" y="2383997"/>
              <a:ext cx="1171575" cy="580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20000"/>
                </a:srgbClr>
              </a:outerShdw>
            </a:effectLst>
          </p:spPr>
        </p:pic>
        <p:grpSp>
          <p:nvGrpSpPr>
            <p:cNvPr id="58" name="Google Shape;58;p6"/>
            <p:cNvGrpSpPr/>
            <p:nvPr/>
          </p:nvGrpSpPr>
          <p:grpSpPr>
            <a:xfrm>
              <a:off x="-1581150" y="3751973"/>
              <a:ext cx="1245474" cy="795337"/>
              <a:chOff x="-1603261" y="3756031"/>
              <a:chExt cx="1245474" cy="795337"/>
            </a:xfrm>
          </p:grpSpPr>
          <p:pic>
            <p:nvPicPr>
              <p:cNvPr id="59" name="Google Shape;59;p6"/>
              <p:cNvPicPr preferRelativeResize="0"/>
              <p:nvPr/>
            </p:nvPicPr>
            <p:blipFill rotWithShape="1">
              <a:blip r:embed="rId3">
                <a:alphaModFix/>
              </a:blip>
              <a:srcRect b="6146"/>
              <a:stretch/>
            </p:blipFill>
            <p:spPr>
              <a:xfrm>
                <a:off x="-1603261" y="3935363"/>
                <a:ext cx="1007844" cy="61600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60" name="Google Shape;60;p6"/>
              <p:cNvSpPr txBox="1"/>
              <p:nvPr/>
            </p:nvSpPr>
            <p:spPr>
              <a:xfrm>
                <a:off x="-1266854" y="4415637"/>
                <a:ext cx="291748" cy="123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nl-NL" sz="65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Alinea</a:t>
                </a:r>
                <a:endParaRPr sz="1463"/>
              </a:p>
            </p:txBody>
          </p:sp>
          <p:pic>
            <p:nvPicPr>
              <p:cNvPr id="61" name="Google Shape;61;p6" descr="Vergrootgla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148362" y="3756031"/>
                <a:ext cx="790575" cy="790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" name="Google Shape;62;p6"/>
            <p:cNvSpPr/>
            <p:nvPr/>
          </p:nvSpPr>
          <p:spPr>
            <a:xfrm>
              <a:off x="-1581150" y="3023938"/>
              <a:ext cx="1490662" cy="668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Om een bullet lijst te starten, klik op ‘</a:t>
              </a:r>
              <a:r>
                <a:rPr lang="nl-NL" sz="853">
                  <a:solidFill>
                    <a:schemeClr val="accent3"/>
                  </a:solidFill>
                  <a:latin typeface="Arial"/>
                  <a:ea typeface="Arial"/>
                  <a:cs typeface="Arial"/>
                  <a:sym typeface="Arial"/>
                </a:rPr>
                <a:t>Lijstniveau verhogen</a:t>
              </a: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 op tabblad Start</a:t>
              </a:r>
              <a:endParaRPr sz="1463"/>
            </a:p>
          </p:txBody>
        </p:sp>
      </p:grpSp>
    </p:spTree>
    <p:extLst>
      <p:ext uri="{BB962C8B-B14F-4D97-AF65-F5344CB8AC3E}">
        <p14:creationId xmlns:p14="http://schemas.microsoft.com/office/powerpoint/2010/main" val="187714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ussenpagin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39D59E7-5F05-4E02-BF60-B87052A1126D}"/>
              </a:ext>
            </a:extLst>
          </p:cNvPr>
          <p:cNvSpPr>
            <a:spLocks/>
          </p:cNvSpPr>
          <p:nvPr userDrawn="1"/>
        </p:nvSpPr>
        <p:spPr bwMode="auto">
          <a:xfrm>
            <a:off x="7890464" y="2131590"/>
            <a:ext cx="2015536" cy="4726411"/>
          </a:xfrm>
          <a:custGeom>
            <a:avLst/>
            <a:gdLst>
              <a:gd name="connsiteX0" fmla="*/ 1857716 w 2480660"/>
              <a:gd name="connsiteY0" fmla="*/ 0 h 4726411"/>
              <a:gd name="connsiteX1" fmla="*/ 2480660 w 2480660"/>
              <a:gd name="connsiteY1" fmla="*/ 192663 h 4726411"/>
              <a:gd name="connsiteX2" fmla="*/ 2480660 w 2480660"/>
              <a:gd name="connsiteY2" fmla="*/ 4726411 h 4726411"/>
              <a:gd name="connsiteX3" fmla="*/ 0 w 2480660"/>
              <a:gd name="connsiteY3" fmla="*/ 4726411 h 472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0660" h="4726411">
                <a:moveTo>
                  <a:pt x="1857716" y="0"/>
                </a:moveTo>
                <a:lnTo>
                  <a:pt x="2480660" y="192663"/>
                </a:lnTo>
                <a:lnTo>
                  <a:pt x="2480660" y="4726411"/>
                </a:lnTo>
                <a:lnTo>
                  <a:pt x="0" y="47264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sz="1463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5A34DB6-2A36-4E2B-816F-26B15866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B898-51E3-47C9-86FC-BCC74C80B2D5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7AA52C-6497-49BB-B88F-8B0009B99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2" y="2425359"/>
            <a:ext cx="7312500" cy="609398"/>
          </a:xfrm>
        </p:spPr>
        <p:txBody>
          <a:bodyPr anchor="b"/>
          <a:lstStyle>
            <a:lvl1pPr>
              <a:defRPr sz="3575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BEEBC94-7660-41F3-937A-FFE130FD1B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602" y="3112857"/>
            <a:ext cx="7312500" cy="447495"/>
          </a:xfrm>
        </p:spPr>
        <p:txBody>
          <a:bodyPr wrap="square">
            <a:noAutofit/>
          </a:bodyPr>
          <a:lstStyle>
            <a:lvl1pPr marL="0" indent="0">
              <a:buNone/>
              <a:defRPr sz="1950">
                <a:solidFill>
                  <a:schemeClr val="bg1"/>
                </a:solidFill>
                <a:latin typeface="+mn-lt"/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Subtitel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14BFC5AE-BBA7-4022-891E-FDA842B624E7}"/>
              </a:ext>
            </a:extLst>
          </p:cNvPr>
          <p:cNvGrpSpPr/>
          <p:nvPr userDrawn="1"/>
        </p:nvGrpSpPr>
        <p:grpSpPr>
          <a:xfrm>
            <a:off x="0" y="6089650"/>
            <a:ext cx="9906000" cy="768350"/>
            <a:chOff x="0" y="6089650"/>
            <a:chExt cx="12192000" cy="76835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7D37B5-6E1B-49C7-8BEA-57F0A72604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332537"/>
              <a:ext cx="4279900" cy="525463"/>
            </a:xfrm>
            <a:custGeom>
              <a:avLst/>
              <a:gdLst>
                <a:gd name="T0" fmla="*/ 2696 w 2696"/>
                <a:gd name="T1" fmla="*/ 331 h 331"/>
                <a:gd name="T2" fmla="*/ 2348 w 2696"/>
                <a:gd name="T3" fmla="*/ 49 h 331"/>
                <a:gd name="T4" fmla="*/ 0 w 2696"/>
                <a:gd name="T5" fmla="*/ 0 h 331"/>
                <a:gd name="T6" fmla="*/ 0 w 2696"/>
                <a:gd name="T7" fmla="*/ 331 h 331"/>
                <a:gd name="T8" fmla="*/ 2696 w 2696"/>
                <a:gd name="T9" fmla="*/ 331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96" h="331">
                  <a:moveTo>
                    <a:pt x="2696" y="331"/>
                  </a:moveTo>
                  <a:lnTo>
                    <a:pt x="2348" y="49"/>
                  </a:lnTo>
                  <a:lnTo>
                    <a:pt x="0" y="0"/>
                  </a:lnTo>
                  <a:lnTo>
                    <a:pt x="0" y="331"/>
                  </a:lnTo>
                  <a:lnTo>
                    <a:pt x="2696" y="3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E744938-16E8-4DA1-8399-0EFD27BE9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089650"/>
              <a:ext cx="12192000" cy="768350"/>
            </a:xfrm>
            <a:custGeom>
              <a:avLst/>
              <a:gdLst>
                <a:gd name="T0" fmla="*/ 7680 w 7680"/>
                <a:gd name="T1" fmla="*/ 484 h 484"/>
                <a:gd name="T2" fmla="*/ 7680 w 7680"/>
                <a:gd name="T3" fmla="*/ 0 h 484"/>
                <a:gd name="T4" fmla="*/ 0 w 7680"/>
                <a:gd name="T5" fmla="*/ 290 h 484"/>
                <a:gd name="T6" fmla="*/ 0 w 7680"/>
                <a:gd name="T7" fmla="*/ 484 h 484"/>
                <a:gd name="T8" fmla="*/ 7680 w 7680"/>
                <a:gd name="T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484">
                  <a:moveTo>
                    <a:pt x="7680" y="484"/>
                  </a:moveTo>
                  <a:lnTo>
                    <a:pt x="7680" y="0"/>
                  </a:lnTo>
                  <a:lnTo>
                    <a:pt x="0" y="290"/>
                  </a:lnTo>
                  <a:lnTo>
                    <a:pt x="0" y="484"/>
                  </a:lnTo>
                  <a:lnTo>
                    <a:pt x="7680" y="48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</p:grp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E0DC7DB-3FF4-4A02-9E29-EC575532B7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01139" y="5872681"/>
            <a:ext cx="558628" cy="6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82E2F3DC-560B-1513-87D5-2B76F5AD622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92169" y="6134100"/>
            <a:ext cx="2713831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9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9pPr>
    </p:titleStyle>
    <p:bodyStyle>
      <a:lvl1pPr marL="0" marR="0" indent="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341376" marR="0" indent="-341376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75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778328" marR="0" indent="-43542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11302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14858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25908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30480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35052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39624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9pPr>
    </p:bodyStyle>
    <p:other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09A6CAE1-1ED1-CD43-8797-C2D2156B21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53674" y="757011"/>
            <a:ext cx="8445183" cy="87144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50" b="1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" pitchFamily="2" charset="77"/>
                <a:ea typeface="Muli ExtraBold"/>
                <a:cs typeface="Muli ExtraBold"/>
                <a:sym typeface="Muli ExtraBold"/>
              </a:rPr>
              <a:t>Zonder muis bestellen</a:t>
            </a:r>
            <a:endParaRPr kumimoji="0" lang="nl-NL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" pitchFamily="2" charset="77"/>
              <a:ea typeface="Muli ExtraBold"/>
              <a:cs typeface="Muli ExtraBold"/>
              <a:sym typeface="Muli ExtraBold"/>
            </a:endParaRPr>
          </a:p>
        </p:txBody>
      </p:sp>
      <p:sp>
        <p:nvSpPr>
          <p:cNvPr id="7" name="Tijdelijke aanduiding voor tekst 5">
            <a:extLst>
              <a:ext uri="{FF2B5EF4-FFF2-40B4-BE49-F238E27FC236}">
                <a16:creationId xmlns:a16="http://schemas.microsoft.com/office/drawing/2014/main" id="{4DF319A3-CEF1-A4A9-0D8C-D7B39E2582FA}"/>
              </a:ext>
            </a:extLst>
          </p:cNvPr>
          <p:cNvSpPr txBox="1">
            <a:spLocks/>
          </p:cNvSpPr>
          <p:nvPr/>
        </p:nvSpPr>
        <p:spPr>
          <a:xfrm>
            <a:off x="626453" y="1473848"/>
            <a:ext cx="8579464" cy="642335"/>
          </a:xfrm>
          <a:prstGeom prst="rect">
            <a:avLst/>
          </a:prstGeom>
        </p:spPr>
        <p:txBody>
          <a:bodyPr/>
          <a:lstStyle>
            <a:lvl1pPr marL="371475" marR="0" indent="-37147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 sz="2438" b="0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277368" marR="0" indent="-27736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632392" marR="0" indent="-35378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918367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1207292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210502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247650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284797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321945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800">
                <a:latin typeface="Muli"/>
                <a:cs typeface="Arial" panose="020B0604020202020204" pitchFamily="34" charset="0"/>
              </a:rPr>
              <a:t>Je </a:t>
            </a:r>
            <a:r>
              <a:rPr lang="nl-NL" sz="1800">
                <a:latin typeface="Muli"/>
                <a:cs typeface="Arial" panose="020B0604020202020204" pitchFamily="34" charset="0"/>
              </a:rPr>
              <a:t>gaat</a:t>
            </a:r>
            <a:r>
              <a:rPr lang="en-GB" sz="1800">
                <a:latin typeface="Muli"/>
                <a:cs typeface="Arial" panose="020B0604020202020204" pitchFamily="34" charset="0"/>
              </a:rPr>
              <a:t> </a:t>
            </a:r>
            <a:r>
              <a:rPr lang="nl-NL" sz="1800">
                <a:latin typeface="Muli"/>
                <a:cs typeface="Arial" panose="020B0604020202020204" pitchFamily="34" charset="0"/>
              </a:rPr>
              <a:t>ervaren</a:t>
            </a:r>
            <a:r>
              <a:rPr lang="en-GB" sz="1800">
                <a:latin typeface="Muli"/>
                <a:cs typeface="Arial" panose="020B0604020202020204" pitchFamily="34" charset="0"/>
              </a:rPr>
              <a:t> hoe het is om </a:t>
            </a:r>
            <a:r>
              <a:rPr lang="en-GB" sz="1800" err="1">
                <a:latin typeface="Muli"/>
                <a:cs typeface="Arial" panose="020B0604020202020204" pitchFamily="34" charset="0"/>
              </a:rPr>
              <a:t>te</a:t>
            </a:r>
            <a:r>
              <a:rPr lang="en-GB" sz="1800">
                <a:latin typeface="Muli"/>
                <a:cs typeface="Arial" panose="020B0604020202020204" pitchFamily="34" charset="0"/>
              </a:rPr>
              <a:t> </a:t>
            </a:r>
            <a:r>
              <a:rPr lang="nl-NL" sz="1800">
                <a:latin typeface="Muli"/>
                <a:cs typeface="Arial" panose="020B0604020202020204" pitchFamily="34" charset="0"/>
              </a:rPr>
              <a:t>navigeren op </a:t>
            </a:r>
            <a:r>
              <a:rPr lang="en-GB" sz="1800" err="1">
                <a:latin typeface="Muli"/>
                <a:cs typeface="Arial" panose="020B0604020202020204" pitchFamily="34" charset="0"/>
              </a:rPr>
              <a:t>een</a:t>
            </a:r>
            <a:r>
              <a:rPr lang="en-GB" sz="1800">
                <a:latin typeface="Muli"/>
                <a:cs typeface="Arial" panose="020B0604020202020204" pitchFamily="34" charset="0"/>
              </a:rPr>
              <a:t> website </a:t>
            </a:r>
            <a:r>
              <a:rPr lang="nl-NL" sz="1800">
                <a:latin typeface="Muli"/>
                <a:cs typeface="Arial" panose="020B0604020202020204" pitchFamily="34" charset="0"/>
              </a:rPr>
              <a:t>zonder een muis te gebruiken</a:t>
            </a:r>
            <a:r>
              <a:rPr lang="en-GB" sz="1800">
                <a:latin typeface="Muli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7248527-F546-6DBB-1135-63B6E35F7F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3674" y="2148825"/>
            <a:ext cx="5124112" cy="3602337"/>
          </a:xfrm>
        </p:spPr>
        <p:txBody>
          <a:bodyPr/>
          <a:lstStyle/>
          <a:p>
            <a:pPr marL="278606" indent="-278606">
              <a:lnSpc>
                <a:spcPct val="150000"/>
              </a:lnSpc>
              <a:buBlip>
                <a:blip r:embed="rId4"/>
              </a:buBlip>
            </a:pPr>
            <a:r>
              <a:rPr lang="nl-NL" sz="1800" dirty="0">
                <a:latin typeface="Muli"/>
                <a:ea typeface="Calibri"/>
                <a:cs typeface="Arial"/>
              </a:rPr>
              <a:t>Ga achter je laptop of pc zitten. Je mag alleen het toetsenbord gebruiken. Geen muis of </a:t>
            </a:r>
            <a:r>
              <a:rPr lang="nl-NL" sz="1800" dirty="0" err="1">
                <a:latin typeface="Muli"/>
                <a:ea typeface="Calibri"/>
                <a:cs typeface="Arial"/>
              </a:rPr>
              <a:t>touchpad</a:t>
            </a:r>
            <a:r>
              <a:rPr lang="nl-NL" sz="1800" dirty="0">
                <a:latin typeface="Muli"/>
                <a:ea typeface="Calibri"/>
                <a:cs typeface="Arial"/>
              </a:rPr>
              <a:t>.</a:t>
            </a:r>
          </a:p>
          <a:p>
            <a:pPr marL="278606" indent="-278606">
              <a:lnSpc>
                <a:spcPct val="150000"/>
              </a:lnSpc>
              <a:buBlip>
                <a:blip r:embed="rId4"/>
              </a:buBlip>
            </a:pPr>
            <a:r>
              <a:rPr lang="nl-NL" sz="1800" dirty="0">
                <a:latin typeface="Muli"/>
                <a:ea typeface="Calibri"/>
                <a:cs typeface="Arial"/>
              </a:rPr>
              <a:t>Bezoek een webwinkel en voeg een item toe aan je winkelmandje.</a:t>
            </a:r>
          </a:p>
          <a:p>
            <a:pPr marL="278606" indent="-278606">
              <a:lnSpc>
                <a:spcPct val="150000"/>
              </a:lnSpc>
              <a:buBlip>
                <a:blip r:embed="rId4"/>
              </a:buBlip>
            </a:pPr>
            <a:r>
              <a:rPr lang="nl-NL" sz="1800" dirty="0">
                <a:latin typeface="Muli"/>
                <a:ea typeface="Calibri"/>
                <a:cs typeface="Arial"/>
              </a:rPr>
              <a:t>Ga naar je winkelmandje en pas je bestelling aan. Ga daarna ook eens naar de klantenservice.</a:t>
            </a:r>
          </a:p>
          <a:p>
            <a:pPr>
              <a:lnSpc>
                <a:spcPct val="150000"/>
              </a:lnSpc>
            </a:pPr>
            <a:endParaRPr lang="nl-NL" sz="800" kern="100" dirty="0">
              <a:latin typeface="Muli"/>
              <a:ea typeface="Calibri"/>
              <a:cs typeface="Arial"/>
            </a:endParaRPr>
          </a:p>
          <a:p>
            <a:pPr>
              <a:lnSpc>
                <a:spcPct val="100000"/>
              </a:lnSpc>
            </a:pPr>
            <a:endParaRPr lang="nl-NL" sz="1800" kern="100" dirty="0">
              <a:latin typeface="Muli"/>
              <a:ea typeface="Calibri"/>
              <a:cs typeface="Arial"/>
            </a:endParaRPr>
          </a:p>
          <a:p>
            <a:pPr marL="278606" indent="-278606">
              <a:lnSpc>
                <a:spcPct val="100000"/>
              </a:lnSpc>
              <a:buBlip>
                <a:blip r:embed="rId4"/>
              </a:buBlip>
            </a:pPr>
            <a:endParaRPr lang="nl-NL" sz="1800" dirty="0">
              <a:latin typeface="Muli"/>
              <a:cs typeface="Arial" panose="020B0604020202020204" pitchFamily="34" charset="0"/>
            </a:endParaRPr>
          </a:p>
          <a:p>
            <a:endParaRPr lang="nl-NL" sz="1800" dirty="0"/>
          </a:p>
        </p:txBody>
      </p:sp>
      <p:pic>
        <p:nvPicPr>
          <p:cNvPr id="2" name="Afbeelding 1" descr="Toetsenbord waarop de Tab-toets is gemarkeerd">
            <a:extLst>
              <a:ext uri="{FF2B5EF4-FFF2-40B4-BE49-F238E27FC236}">
                <a16:creationId xmlns:a16="http://schemas.microsoft.com/office/drawing/2014/main" id="{7C8893AA-64FA-4654-2565-3E2B33AC8F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57"/>
          <a:stretch/>
        </p:blipFill>
        <p:spPr>
          <a:xfrm>
            <a:off x="5984358" y="2345294"/>
            <a:ext cx="3094781" cy="2173544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67622564-92E5-FF12-A7CD-9C419438D923}"/>
              </a:ext>
            </a:extLst>
          </p:cNvPr>
          <p:cNvSpPr txBox="1"/>
          <p:nvPr/>
        </p:nvSpPr>
        <p:spPr>
          <a:xfrm>
            <a:off x="5984358" y="4531145"/>
            <a:ext cx="1466935" cy="130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hangingPunct="0">
              <a:lnSpc>
                <a:spcPct val="110000"/>
              </a:lnSpc>
              <a:defRPr/>
            </a:pPr>
            <a:r>
              <a:rPr lang="nl-NL" sz="813" b="1" kern="0">
                <a:solidFill>
                  <a:srgbClr val="131B56"/>
                </a:solidFill>
                <a:latin typeface="Muli-ExtraBold"/>
                <a:sym typeface="Muli-ExtraBold"/>
              </a:rPr>
              <a:t>https://nl.wikihow.com/</a:t>
            </a:r>
          </a:p>
        </p:txBody>
      </p:sp>
      <p:sp>
        <p:nvSpPr>
          <p:cNvPr id="4" name="Tekstvak 1">
            <a:extLst>
              <a:ext uri="{FF2B5EF4-FFF2-40B4-BE49-F238E27FC236}">
                <a16:creationId xmlns:a16="http://schemas.microsoft.com/office/drawing/2014/main" id="{121C6A68-7EC7-2E75-AAEC-19D66A82D568}"/>
              </a:ext>
            </a:extLst>
          </p:cNvPr>
          <p:cNvSpPr txBox="1"/>
          <p:nvPr/>
        </p:nvSpPr>
        <p:spPr>
          <a:xfrm>
            <a:off x="551178" y="5166791"/>
            <a:ext cx="4520303" cy="610585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8500" tIns="58500" rIns="58500" bIns="58500" numCol="1" spcCol="38100" rtlCol="0" anchor="ctr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b="1" dirty="0">
                <a:solidFill>
                  <a:srgbClr val="0D0D0D"/>
                </a:solidFill>
                <a:latin typeface="Muli"/>
                <a:cs typeface="Arial"/>
              </a:rPr>
              <a:t>NB: </a:t>
            </a:r>
            <a:r>
              <a:rPr lang="en-US" sz="1600" dirty="0" err="1">
                <a:solidFill>
                  <a:srgbClr val="0D0D0D"/>
                </a:solidFill>
                <a:latin typeface="Muli"/>
                <a:cs typeface="Arial"/>
              </a:rPr>
              <a:t>G</a:t>
            </a:r>
            <a:r>
              <a:rPr lang="en-US" sz="1600" dirty="0" err="1">
                <a:solidFill>
                  <a:srgbClr val="0D0D0D"/>
                </a:solidFill>
              </a:rPr>
              <a:t>ebruik</a:t>
            </a:r>
            <a:r>
              <a:rPr lang="en-US" sz="1600" dirty="0">
                <a:solidFill>
                  <a:srgbClr val="0D0D0D"/>
                </a:solidFill>
              </a:rPr>
              <a:t> de Tab </a:t>
            </a:r>
            <a:r>
              <a:rPr lang="en-US" sz="1600" dirty="0" err="1">
                <a:solidFill>
                  <a:srgbClr val="0D0D0D"/>
                </a:solidFill>
              </a:rPr>
              <a:t>toets</a:t>
            </a:r>
            <a:r>
              <a:rPr lang="en-US" sz="1600" dirty="0">
                <a:solidFill>
                  <a:srgbClr val="0D0D0D"/>
                </a:solidFill>
              </a:rPr>
              <a:t> </a:t>
            </a:r>
            <a:r>
              <a:rPr lang="en-US" sz="1600" dirty="0" err="1">
                <a:solidFill>
                  <a:srgbClr val="0D0D0D"/>
                </a:solidFill>
              </a:rPr>
              <a:t>en</a:t>
            </a:r>
            <a:r>
              <a:rPr lang="en-US" sz="1600" dirty="0">
                <a:solidFill>
                  <a:srgbClr val="0D0D0D"/>
                </a:solidFill>
              </a:rPr>
              <a:t> </a:t>
            </a:r>
            <a:r>
              <a:rPr lang="en-US" sz="1600" dirty="0" err="1">
                <a:solidFill>
                  <a:srgbClr val="0D0D0D"/>
                </a:solidFill>
              </a:rPr>
              <a:t>pijltjes</a:t>
            </a:r>
            <a:r>
              <a:rPr lang="en-US" sz="1600" dirty="0">
                <a:solidFill>
                  <a:srgbClr val="0D0D0D"/>
                </a:solidFill>
              </a:rPr>
              <a:t> om </a:t>
            </a:r>
            <a:r>
              <a:rPr lang="en-US" sz="1600" dirty="0" err="1">
                <a:solidFill>
                  <a:srgbClr val="0D0D0D"/>
                </a:solidFill>
              </a:rPr>
              <a:t>te</a:t>
            </a:r>
            <a:r>
              <a:rPr lang="en-US" sz="1600" dirty="0">
                <a:solidFill>
                  <a:srgbClr val="0D0D0D"/>
                </a:solidFill>
              </a:rPr>
              <a:t> </a:t>
            </a:r>
            <a:r>
              <a:rPr lang="en-US" sz="1600" dirty="0" err="1">
                <a:solidFill>
                  <a:srgbClr val="0D0D0D"/>
                </a:solidFill>
              </a:rPr>
              <a:t>navigeren</a:t>
            </a:r>
            <a:r>
              <a:rPr lang="en-US" sz="1600" dirty="0">
                <a:solidFill>
                  <a:srgbClr val="0D0D0D"/>
                </a:solidFill>
              </a:rPr>
              <a:t> </a:t>
            </a:r>
            <a:r>
              <a:rPr lang="en-US" sz="1600" dirty="0" err="1">
                <a:solidFill>
                  <a:srgbClr val="0D0D0D"/>
                </a:solidFill>
              </a:rPr>
              <a:t>en</a:t>
            </a:r>
            <a:r>
              <a:rPr lang="en-US" sz="1600" dirty="0">
                <a:solidFill>
                  <a:srgbClr val="0D0D0D"/>
                </a:solidFill>
              </a:rPr>
              <a:t> de enter </a:t>
            </a:r>
            <a:r>
              <a:rPr lang="en-US" sz="1600" dirty="0" err="1">
                <a:solidFill>
                  <a:srgbClr val="0D0D0D"/>
                </a:solidFill>
              </a:rPr>
              <a:t>toets</a:t>
            </a:r>
            <a:r>
              <a:rPr lang="en-US" sz="1600" dirty="0">
                <a:solidFill>
                  <a:srgbClr val="0D0D0D"/>
                </a:solidFill>
              </a:rPr>
              <a:t> om </a:t>
            </a:r>
            <a:r>
              <a:rPr lang="en-US" sz="1600" dirty="0" err="1">
                <a:solidFill>
                  <a:srgbClr val="0D0D0D"/>
                </a:solidFill>
              </a:rPr>
              <a:t>iets</a:t>
            </a:r>
            <a:r>
              <a:rPr lang="en-US" sz="1600" dirty="0">
                <a:solidFill>
                  <a:srgbClr val="0D0D0D"/>
                </a:solidFill>
              </a:rPr>
              <a:t> </a:t>
            </a:r>
            <a:r>
              <a:rPr lang="en-US" sz="1600" dirty="0" err="1">
                <a:solidFill>
                  <a:srgbClr val="0D0D0D"/>
                </a:solidFill>
              </a:rPr>
              <a:t>te</a:t>
            </a:r>
            <a:r>
              <a:rPr lang="en-US" sz="1600" dirty="0">
                <a:solidFill>
                  <a:srgbClr val="0D0D0D"/>
                </a:solidFill>
              </a:rPr>
              <a:t> </a:t>
            </a:r>
            <a:r>
              <a:rPr lang="en-US" sz="1600" dirty="0" err="1">
                <a:solidFill>
                  <a:srgbClr val="0D0D0D"/>
                </a:solidFill>
              </a:rPr>
              <a:t>selecteren</a:t>
            </a:r>
            <a:r>
              <a:rPr lang="en-US" sz="1600" dirty="0">
                <a:solidFill>
                  <a:srgbClr val="0D0D0D"/>
                </a:solidFill>
              </a:rPr>
              <a:t>.</a:t>
            </a:r>
            <a:endParaRPr lang="nl-NL" sz="1600" dirty="0">
              <a:solidFill>
                <a:srgbClr val="0D0D0D"/>
              </a:solidFill>
              <a:latin typeface="Muli"/>
              <a:cs typeface="Arial" panose="020B0604020202020204" pitchFamily="34" charset="0"/>
            </a:endParaRPr>
          </a:p>
        </p:txBody>
      </p:sp>
      <p:pic>
        <p:nvPicPr>
          <p:cNvPr id="5" name="Picture 2" descr="Logo Accessibility onderdeel van Bartiméus">
            <a:extLst>
              <a:ext uri="{FF2B5EF4-FFF2-40B4-BE49-F238E27FC236}">
                <a16:creationId xmlns:a16="http://schemas.microsoft.com/office/drawing/2014/main" id="{EC00EC24-2DEB-A738-8A92-3BE3D7BC8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747" y="6342696"/>
            <a:ext cx="2113657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8543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ollen blanco">
  <a:themeElements>
    <a:clrScheme name="Accessibility kleurenpalet 1">
      <a:dk1>
        <a:srgbClr val="131B56"/>
      </a:dk1>
      <a:lt1>
        <a:srgbClr val="2B50EC"/>
      </a:lt1>
      <a:dk2>
        <a:srgbClr val="131B56"/>
      </a:dk2>
      <a:lt2>
        <a:srgbClr val="FFFFFF"/>
      </a:lt2>
      <a:accent1>
        <a:srgbClr val="108670"/>
      </a:accent1>
      <a:accent2>
        <a:srgbClr val="14B495"/>
      </a:accent2>
      <a:accent3>
        <a:srgbClr val="21CEA1"/>
      </a:accent3>
      <a:accent4>
        <a:srgbClr val="CC4C00"/>
      </a:accent4>
      <a:accent5>
        <a:srgbClr val="FF7C00"/>
      </a:accent5>
      <a:accent6>
        <a:srgbClr val="FFB800"/>
      </a:accent6>
      <a:hlink>
        <a:srgbClr val="2B50EC"/>
      </a:hlink>
      <a:folHlink>
        <a:srgbClr val="FE5302"/>
      </a:folHlink>
    </a:clrScheme>
    <a:fontScheme name="PowerPoin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PowerPo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2000" tIns="72000" rIns="72000" bIns="720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ccessibility_Powerpoint_basis_2023-08-18.potx  -  Alleen-lezen" id="{29BD1E3A-19E6-45CE-9ABD-C64F44292767}" vid="{A7C3B42C-4C5E-4CB4-B50C-24B2F81000E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16CD21C50F4FA2E6D6D6A3B87310" ma:contentTypeVersion="20" ma:contentTypeDescription="Een nieuw document maken." ma:contentTypeScope="" ma:versionID="7bfd37b2d57a4243013b283cf1475283">
  <xsd:schema xmlns:xsd="http://www.w3.org/2001/XMLSchema" xmlns:xs="http://www.w3.org/2001/XMLSchema" xmlns:p="http://schemas.microsoft.com/office/2006/metadata/properties" xmlns:ns2="c943f701-3070-4014-93cc-e1a70bea7440" xmlns:ns3="1263c341-9713-4178-8275-9acf484fd0e5" xmlns:ns4="9b6572fc-fa2b-4547-9ddf-896420785c3e" targetNamespace="http://schemas.microsoft.com/office/2006/metadata/properties" ma:root="true" ma:fieldsID="0eea935bc52ce7f49403aa1a59bfbae3" ns2:_="" ns3:_="" ns4:_="">
    <xsd:import namespace="c943f701-3070-4014-93cc-e1a70bea7440"/>
    <xsd:import namespace="1263c341-9713-4178-8275-9acf484fd0e5"/>
    <xsd:import namespace="9b6572fc-fa2b-4547-9ddf-896420785c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4:TaxCatchAll" minOccurs="0"/>
                <xsd:element ref="ns3:_Flow_SignoffStatu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3f701-3070-4014-93cc-e1a70bea74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c341-9713-4178-8275-9acf484fd0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ed76d20-58a8-4b1f-9877-7679a2579c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Afmeldingsstatus" ma:internalName="Afmeldings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572fc-fa2b-4547-9ddf-896420785c3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a0826c7-b843-4584-8746-1a60857b3873}" ma:internalName="TaxCatchAll" ma:showField="CatchAllData" ma:web="c943f701-3070-4014-93cc-e1a70bea74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6572fc-fa2b-4547-9ddf-896420785c3e" xsi:nil="true"/>
    <_Flow_SignoffStatus xmlns="1263c341-9713-4178-8275-9acf484fd0e5" xsi:nil="true"/>
    <lcf76f155ced4ddcb4097134ff3c332f xmlns="1263c341-9713-4178-8275-9acf484fd0e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079F697-6473-48A9-BBA4-A9E18AD037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43f701-3070-4014-93cc-e1a70bea7440"/>
    <ds:schemaRef ds:uri="1263c341-9713-4178-8275-9acf484fd0e5"/>
    <ds:schemaRef ds:uri="9b6572fc-fa2b-4547-9ddf-896420785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48AC56-2643-40E9-A7D4-2E569DBE84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664920-DC48-4859-85DF-FF577E76FC05}">
  <ds:schemaRefs>
    <ds:schemaRef ds:uri="http://purl.org/dc/elements/1.1/"/>
    <ds:schemaRef ds:uri="1263c341-9713-4178-8275-9acf484fd0e5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9b6572fc-fa2b-4547-9ddf-896420785c3e"/>
    <ds:schemaRef ds:uri="c943f701-3070-4014-93cc-e1a70bea7440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104</Words>
  <Application>Microsoft Office PowerPoint</Application>
  <PresentationFormat>A4 (210 x 297 mm)</PresentationFormat>
  <Paragraphs>11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8" baseType="lpstr">
      <vt:lpstr>Aptos</vt:lpstr>
      <vt:lpstr>Arial</vt:lpstr>
      <vt:lpstr>Karla</vt:lpstr>
      <vt:lpstr>Muli</vt:lpstr>
      <vt:lpstr>Muli ExtraBold</vt:lpstr>
      <vt:lpstr>Muli-ExtraBold</vt:lpstr>
      <vt:lpstr>Bollen blanco</vt:lpstr>
      <vt:lpstr>Zonder muis bestellen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blind Lego</dc:title>
  <dc:creator>Hootsmans, Eva</dc:creator>
  <cp:lastModifiedBy>Moreno Hidalgo, Ana Julia</cp:lastModifiedBy>
  <cp:revision>39</cp:revision>
  <cp:lastPrinted>2024-06-11T10:33:45Z</cp:lastPrinted>
  <dcterms:created xsi:type="dcterms:W3CDTF">2024-03-18T14:48:03Z</dcterms:created>
  <dcterms:modified xsi:type="dcterms:W3CDTF">2026-06-09T12:04:41Z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0x0101006A5016CD21C50F4FA2E6D6D6A3B87310</vt:lpwstr>
  </property>
  <property fmtid="{D5CDD505-2E9C-101B-9397-08002B2CF9AE}" pid="3" name="MediaServiceImageTags">
    <vt:lpwstr/>
  </property>
</Properties>
</file>