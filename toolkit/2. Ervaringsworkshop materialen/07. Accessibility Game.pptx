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171" r:id="rId5"/>
    <p:sldId id="1174" r:id="rId6"/>
  </p:sldIdLst>
  <p:sldSz cx="9906000" cy="6858000" type="A4"/>
  <p:notesSz cx="6858000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242019-0CEB-D4EE-3E3D-019A696B4642}" name="Hootsmans, Eva" initials="EH" userId="S::ehootsmans@accessibility.nl::847a4d53-5687-4b02-9bc3-f49c1cfbb88e" providerId="AD"/>
  <p188:author id="{1C79FED8-D588-906A-5FA8-8A730FB22507}" name="Kerkmeijer, Sabine" initials="KS" userId="S::skerkmeijer@accessibility.nl::da67f59c-a5e7-4a03-b6ac-05ba48f259ea" providerId="AD"/>
  <p188:author id="{B0CB14E8-7E47-8667-885D-37F2BC144289}" name="Sewalt, Kilian" initials="KS" userId="S::ksewalt@accessibility.nl::5e92bfb6-041f-4a64-b479-5b6d03868d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131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19CF1-A010-4A59-93A1-8B64D1EB52F5}" v="7" dt="2026-06-08T12:30:50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1" autoAdjust="0"/>
    <p:restoredTop sz="86385" autoAdjust="0"/>
  </p:normalViewPr>
  <p:slideViewPr>
    <p:cSldViewPr snapToGrid="0">
      <p:cViewPr varScale="1">
        <p:scale>
          <a:sx n="54" d="100"/>
          <a:sy n="54" d="100"/>
        </p:scale>
        <p:origin x="21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kmeijer, Sabine" userId="S::skerkmeijer@accessibility.nl::da67f59c-a5e7-4a03-b6ac-05ba48f259ea" providerId="AD" clId="Web-{594F1B26-CE4F-4ADE-8BC6-567A383D5931}"/>
    <pc:docChg chg="mod">
      <pc:chgData name="Kerkmeijer, Sabine" userId="S::skerkmeijer@accessibility.nl::da67f59c-a5e7-4a03-b6ac-05ba48f259ea" providerId="AD" clId="Web-{594F1B26-CE4F-4ADE-8BC6-567A383D5931}" dt="2026-06-04T10:57:17.870" v="0"/>
      <pc:docMkLst>
        <pc:docMk/>
      </pc:docMkLst>
    </pc:docChg>
  </pc:docChgLst>
  <pc:docChgLst>
    <pc:chgData name="Moreno Hidalgo, Ana Julia" userId="86045df5-2826-4e0a-a611-ac63bd869f36" providerId="ADAL" clId="{8A9577EC-938E-40A6-8C5F-F44CA8D3340E}"/>
    <pc:docChg chg="undo custSel addSld delSld modSld">
      <pc:chgData name="Moreno Hidalgo, Ana Julia" userId="86045df5-2826-4e0a-a611-ac63bd869f36" providerId="ADAL" clId="{8A9577EC-938E-40A6-8C5F-F44CA8D3340E}" dt="2026-06-08T12:30:50.189" v="810" actId="14100"/>
      <pc:docMkLst>
        <pc:docMk/>
      </pc:docMkLst>
      <pc:sldChg chg="modSp mod">
        <pc:chgData name="Moreno Hidalgo, Ana Julia" userId="86045df5-2826-4e0a-a611-ac63bd869f36" providerId="ADAL" clId="{8A9577EC-938E-40A6-8C5F-F44CA8D3340E}" dt="2026-06-08T12:29:49.685" v="807" actId="13244"/>
        <pc:sldMkLst>
          <pc:docMk/>
          <pc:sldMk cId="1759176432" sldId="1171"/>
        </pc:sldMkLst>
        <pc:spChg chg="mod">
          <ac:chgData name="Moreno Hidalgo, Ana Julia" userId="86045df5-2826-4e0a-a611-ac63bd869f36" providerId="ADAL" clId="{8A9577EC-938E-40A6-8C5F-F44CA8D3340E}" dt="2026-06-08T12:29:49.685" v="807" actId="13244"/>
          <ac:spMkLst>
            <pc:docMk/>
            <pc:sldMk cId="1759176432" sldId="1171"/>
            <ac:spMk id="3" creationId="{2DE5C703-FCFD-9537-696B-47DC0083C73E}"/>
          </ac:spMkLst>
        </pc:spChg>
        <pc:picChg chg="mod">
          <ac:chgData name="Moreno Hidalgo, Ana Julia" userId="86045df5-2826-4e0a-a611-ac63bd869f36" providerId="ADAL" clId="{8A9577EC-938E-40A6-8C5F-F44CA8D3340E}" dt="2026-06-08T12:28:21.256" v="802" actId="962"/>
          <ac:picMkLst>
            <pc:docMk/>
            <pc:sldMk cId="1759176432" sldId="1171"/>
            <ac:picMk id="2" creationId="{3D7472D0-8541-7BD4-2D32-06A93BE7BF28}"/>
          </ac:picMkLst>
        </pc:picChg>
      </pc:sldChg>
      <pc:sldChg chg="addSp delSp modSp add mod modCm">
        <pc:chgData name="Moreno Hidalgo, Ana Julia" userId="86045df5-2826-4e0a-a611-ac63bd869f36" providerId="ADAL" clId="{8A9577EC-938E-40A6-8C5F-F44CA8D3340E}" dt="2026-06-08T12:30:50.189" v="810" actId="14100"/>
        <pc:sldMkLst>
          <pc:docMk/>
          <pc:sldMk cId="4009674713" sldId="1174"/>
        </pc:sldMkLst>
        <pc:spChg chg="mod">
          <ac:chgData name="Moreno Hidalgo, Ana Julia" userId="86045df5-2826-4e0a-a611-ac63bd869f36" providerId="ADAL" clId="{8A9577EC-938E-40A6-8C5F-F44CA8D3340E}" dt="2026-06-08T12:30:10.965" v="808" actId="33553"/>
          <ac:spMkLst>
            <pc:docMk/>
            <pc:sldMk cId="4009674713" sldId="1174"/>
            <ac:spMk id="3" creationId="{51075CFE-4F90-B965-FCCE-2FC41AB2C047}"/>
          </ac:spMkLst>
        </pc:spChg>
        <pc:spChg chg="mod">
          <ac:chgData name="Moreno Hidalgo, Ana Julia" userId="86045df5-2826-4e0a-a611-ac63bd869f36" providerId="ADAL" clId="{8A9577EC-938E-40A6-8C5F-F44CA8D3340E}" dt="2026-05-19T07:07:44.176" v="629" actId="1076"/>
          <ac:spMkLst>
            <pc:docMk/>
            <pc:sldMk cId="4009674713" sldId="1174"/>
            <ac:spMk id="4" creationId="{BCF6B386-44E5-1ECB-45DC-947182D7F45F}"/>
          </ac:spMkLst>
        </pc:spChg>
        <pc:spChg chg="mod">
          <ac:chgData name="Moreno Hidalgo, Ana Julia" userId="86045df5-2826-4e0a-a611-ac63bd869f36" providerId="ADAL" clId="{8A9577EC-938E-40A6-8C5F-F44CA8D3340E}" dt="2026-06-08T12:30:50.189" v="810" actId="14100"/>
          <ac:spMkLst>
            <pc:docMk/>
            <pc:sldMk cId="4009674713" sldId="1174"/>
            <ac:spMk id="6" creationId="{B05F9E56-DEDE-18CF-2FE3-B5B943E30226}"/>
          </ac:spMkLst>
        </pc:spChg>
        <pc:spChg chg="mod">
          <ac:chgData name="Moreno Hidalgo, Ana Julia" userId="86045df5-2826-4e0a-a611-ac63bd869f36" providerId="ADAL" clId="{8A9577EC-938E-40A6-8C5F-F44CA8D3340E}" dt="2026-06-08T12:29:23.736" v="805" actId="13244"/>
          <ac:spMkLst>
            <pc:docMk/>
            <pc:sldMk cId="4009674713" sldId="1174"/>
            <ac:spMk id="7" creationId="{04B59312-7ECA-5BCA-17D0-0DFD78EC1073}"/>
          </ac:spMkLst>
        </pc:spChg>
        <pc:graphicFrameChg chg="add mod modGraphic">
          <ac:chgData name="Moreno Hidalgo, Ana Julia" userId="86045df5-2826-4e0a-a611-ac63bd869f36" providerId="ADAL" clId="{8A9577EC-938E-40A6-8C5F-F44CA8D3340E}" dt="2026-06-08T12:30:26.659" v="809" actId="13244"/>
          <ac:graphicFrameMkLst>
            <pc:docMk/>
            <pc:sldMk cId="4009674713" sldId="1174"/>
            <ac:graphicFrameMk id="13" creationId="{80A5B3FB-EC23-AE99-7927-6E54E691B04A}"/>
          </ac:graphicFrameMkLst>
        </pc:graphicFrameChg>
        <pc:picChg chg="mod">
          <ac:chgData name="Moreno Hidalgo, Ana Julia" userId="86045df5-2826-4e0a-a611-ac63bd869f36" providerId="ADAL" clId="{8A9577EC-938E-40A6-8C5F-F44CA8D3340E}" dt="2026-06-08T12:27:08" v="801" actId="962"/>
          <ac:picMkLst>
            <pc:docMk/>
            <pc:sldMk cId="4009674713" sldId="1174"/>
            <ac:picMk id="5" creationId="{98D48F3C-651A-0DD4-6351-8CEB69BB0CE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oreno Hidalgo, Ana Julia" userId="86045df5-2826-4e0a-a611-ac63bd869f36" providerId="ADAL" clId="{8A9577EC-938E-40A6-8C5F-F44CA8D3340E}" dt="2026-06-08T11:56:27.044" v="681" actId="20577"/>
              <pc2:cmMkLst xmlns:pc2="http://schemas.microsoft.com/office/powerpoint/2019/9/main/command">
                <pc:docMk/>
                <pc:sldMk cId="4009674713" sldId="1174"/>
                <pc2:cmMk id="{A2087327-0C0E-4C98-ADF3-77B8D7F62CBC}"/>
              </pc2:cmMkLst>
            </pc226:cmChg>
          </p:ext>
        </pc:ext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426C-FDBA-48C6-A973-7301054D3489}" type="datetimeFigureOut">
              <a:rPr lang="nl-NL" smtClean="0"/>
              <a:t>8-6-2026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DF75-F4C6-4E88-87AA-0DCA37312A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69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56906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FF719-A71C-B2C4-0B4D-CDBFFB92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84F451-1C0E-8C23-F876-8EE5FEC6C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671940C-11E8-E230-8A77-20875F159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Oefening 9 - voorkant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E3447B-94B6-547E-C501-8F0894A34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DF75-F4C6-4E88-87AA-0DCA37312A9F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015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A8F47-3D81-CB14-152C-5EE0DB637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AA42F94-D699-E9D9-B231-76E8C97498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8107807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 paginabreed, doorlopende alineatekst</a:t>
            </a:r>
          </a:p>
        </p:txBody>
      </p:sp>
    </p:spTree>
    <p:extLst>
      <p:ext uri="{BB962C8B-B14F-4D97-AF65-F5344CB8AC3E}">
        <p14:creationId xmlns:p14="http://schemas.microsoft.com/office/powerpoint/2010/main" val="237516733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2E0EC-300F-065C-4C73-030DAB5B4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FFAEF388-BCE9-53AE-F469-99524096F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3979261" cy="4472531"/>
          </a:xfrm>
          <a:prstGeom prst="rect">
            <a:avLst/>
          </a:prstGeom>
        </p:spPr>
        <p:txBody>
          <a:bodyPr/>
          <a:lstStyle>
            <a:lvl1pPr marL="371475" indent="-371475">
              <a:buFontTx/>
              <a:buBlip>
                <a:blip r:embed="rId2"/>
              </a:buBlip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Punt 1</a:t>
            </a:r>
          </a:p>
          <a:p>
            <a:pPr lvl="0"/>
            <a:r>
              <a:rPr lang="nl-NL"/>
              <a:t>Punt 2</a:t>
            </a:r>
          </a:p>
          <a:p>
            <a:pPr lvl="0"/>
            <a:r>
              <a:rPr lang="nl-NL"/>
              <a:t>Punt 3</a:t>
            </a:r>
          </a:p>
          <a:p>
            <a:pPr lvl="0"/>
            <a:r>
              <a:rPr lang="nl-NL"/>
              <a:t>Etc.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BCE0AD-D11B-92D1-DFB2-DFDDE00ED8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470" y="1628457"/>
            <a:ext cx="3979261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Bodytekst, doorlopende alineatekst, twee losse kolommen</a:t>
            </a:r>
          </a:p>
        </p:txBody>
      </p:sp>
    </p:spTree>
    <p:extLst>
      <p:ext uri="{BB962C8B-B14F-4D97-AF65-F5344CB8AC3E}">
        <p14:creationId xmlns:p14="http://schemas.microsoft.com/office/powerpoint/2010/main" val="15994653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en klein beeld">
  <p:cSld name="Tekst en klein beel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12602" y="698954"/>
            <a:ext cx="407848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l-NL"/>
              <a:t>Klik om stijl te bewerken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712421" y="6461968"/>
            <a:ext cx="1823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12602" y="1484313"/>
            <a:ext cx="4078486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71475" lvl="0" indent="-18573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marL="742950" lvl="1" indent="-28247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75"/>
              <a:buFont typeface="Arial"/>
              <a:buChar char="•"/>
              <a:defRPr sz="2031"/>
            </a:lvl2pPr>
            <a:lvl3pPr marL="1114425" lvl="2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485900" lvl="3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1857375" lvl="4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228850" lvl="5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600325" lvl="6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71800" lvl="7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43275" lvl="8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4" name="Google Shape;54;p6"/>
          <p:cNvSpPr>
            <a:spLocks noGrp="1"/>
          </p:cNvSpPr>
          <p:nvPr>
            <p:ph type="pic" idx="2"/>
          </p:nvPr>
        </p:nvSpPr>
        <p:spPr>
          <a:xfrm>
            <a:off x="5871703" y="1484314"/>
            <a:ext cx="3221697" cy="2320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936000" rIns="0" bIns="0" anchor="ctr" anchorCtr="1">
            <a:noAutofit/>
          </a:bodyPr>
          <a:lstStyle>
            <a:lvl1pPr marR="0" lvl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9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75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/>
              <a:t>Klik op het pictogram als u een afbeelding wilt toevoegen</a:t>
            </a:r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-1284684" y="1484315"/>
            <a:ext cx="1211163" cy="2721685"/>
            <a:chOff x="-1581150" y="1825625"/>
            <a:chExt cx="1490662" cy="2721685"/>
          </a:xfrm>
        </p:grpSpPr>
        <p:sp>
          <p:nvSpPr>
            <p:cNvPr id="56" name="Google Shape;56;p6"/>
            <p:cNvSpPr/>
            <p:nvPr/>
          </p:nvSpPr>
          <p:spPr>
            <a:xfrm>
              <a:off x="-1581150" y="1825625"/>
              <a:ext cx="1490662" cy="498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Het eerste tekstniveau heeft geen bullet en springt niet in. </a:t>
              </a:r>
              <a:endParaRPr sz="1463"/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81150" y="2383997"/>
              <a:ext cx="1171575" cy="580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20000"/>
                </a:srgbClr>
              </a:outerShdw>
            </a:effectLst>
          </p:spPr>
        </p:pic>
        <p:grpSp>
          <p:nvGrpSpPr>
            <p:cNvPr id="58" name="Google Shape;58;p6"/>
            <p:cNvGrpSpPr/>
            <p:nvPr/>
          </p:nvGrpSpPr>
          <p:grpSpPr>
            <a:xfrm>
              <a:off x="-1581150" y="3751973"/>
              <a:ext cx="1245474" cy="795337"/>
              <a:chOff x="-1603261" y="3756031"/>
              <a:chExt cx="1245474" cy="795337"/>
            </a:xfrm>
          </p:grpSpPr>
          <p:pic>
            <p:nvPicPr>
              <p:cNvPr id="59" name="Google Shape;59;p6"/>
              <p:cNvPicPr preferRelativeResize="0"/>
              <p:nvPr/>
            </p:nvPicPr>
            <p:blipFill rotWithShape="1">
              <a:blip r:embed="rId3">
                <a:alphaModFix/>
              </a:blip>
              <a:srcRect b="6146"/>
              <a:stretch/>
            </p:blipFill>
            <p:spPr>
              <a:xfrm>
                <a:off x="-1603261" y="3935363"/>
                <a:ext cx="1007844" cy="61600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60" name="Google Shape;60;p6"/>
              <p:cNvSpPr txBox="1"/>
              <p:nvPr/>
            </p:nvSpPr>
            <p:spPr>
              <a:xfrm>
                <a:off x="-1266854" y="4415637"/>
                <a:ext cx="291748" cy="123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nl-NL" sz="65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Alinea</a:t>
                </a:r>
                <a:endParaRPr sz="1463"/>
              </a:p>
            </p:txBody>
          </p:sp>
          <p:pic>
            <p:nvPicPr>
              <p:cNvPr id="61" name="Google Shape;61;p6" descr="Vergrootgla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148362" y="3756031"/>
                <a:ext cx="790575" cy="790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6"/>
            <p:cNvSpPr/>
            <p:nvPr/>
          </p:nvSpPr>
          <p:spPr>
            <a:xfrm>
              <a:off x="-1581150" y="3023938"/>
              <a:ext cx="1490662" cy="668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 een bullet lijst te starten, klik op ‘</a:t>
              </a:r>
              <a:r>
                <a:rPr lang="nl-NL" sz="853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Lijstniveau verhogen</a:t>
              </a: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op tabblad Start</a:t>
              </a:r>
              <a:endParaRPr sz="1463"/>
            </a:p>
          </p:txBody>
        </p:sp>
      </p:grpSp>
    </p:spTree>
    <p:extLst>
      <p:ext uri="{BB962C8B-B14F-4D97-AF65-F5344CB8AC3E}">
        <p14:creationId xmlns:p14="http://schemas.microsoft.com/office/powerpoint/2010/main" val="187714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ussenpagin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39D59E7-5F05-4E02-BF60-B87052A1126D}"/>
              </a:ext>
            </a:extLst>
          </p:cNvPr>
          <p:cNvSpPr>
            <a:spLocks/>
          </p:cNvSpPr>
          <p:nvPr userDrawn="1"/>
        </p:nvSpPr>
        <p:spPr bwMode="auto">
          <a:xfrm>
            <a:off x="7890464" y="2131590"/>
            <a:ext cx="2015536" cy="4726411"/>
          </a:xfrm>
          <a:custGeom>
            <a:avLst/>
            <a:gdLst>
              <a:gd name="connsiteX0" fmla="*/ 1857716 w 2480660"/>
              <a:gd name="connsiteY0" fmla="*/ 0 h 4726411"/>
              <a:gd name="connsiteX1" fmla="*/ 2480660 w 2480660"/>
              <a:gd name="connsiteY1" fmla="*/ 192663 h 4726411"/>
              <a:gd name="connsiteX2" fmla="*/ 2480660 w 2480660"/>
              <a:gd name="connsiteY2" fmla="*/ 4726411 h 4726411"/>
              <a:gd name="connsiteX3" fmla="*/ 0 w 2480660"/>
              <a:gd name="connsiteY3" fmla="*/ 4726411 h 472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0660" h="4726411">
                <a:moveTo>
                  <a:pt x="1857716" y="0"/>
                </a:moveTo>
                <a:lnTo>
                  <a:pt x="2480660" y="192663"/>
                </a:lnTo>
                <a:lnTo>
                  <a:pt x="2480660" y="4726411"/>
                </a:lnTo>
                <a:lnTo>
                  <a:pt x="0" y="47264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sz="1463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A34DB6-2A36-4E2B-816F-26B1586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B898-51E3-47C9-86FC-BCC74C80B2D5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7AA52C-6497-49BB-B88F-8B0009B99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2" y="2425359"/>
            <a:ext cx="7312500" cy="609398"/>
          </a:xfrm>
        </p:spPr>
        <p:txBody>
          <a:bodyPr anchor="b"/>
          <a:lstStyle>
            <a:lvl1pPr>
              <a:defRPr sz="3575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BEEBC94-7660-41F3-937A-FFE130FD1B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602" y="3112857"/>
            <a:ext cx="7312500" cy="447495"/>
          </a:xfrm>
        </p:spPr>
        <p:txBody>
          <a:bodyPr wrap="square">
            <a:noAutofit/>
          </a:bodyPr>
          <a:lstStyle>
            <a:lvl1pPr marL="0" indent="0">
              <a:buNone/>
              <a:defRPr sz="1950">
                <a:solidFill>
                  <a:schemeClr val="bg1"/>
                </a:solidFill>
                <a:latin typeface="+mn-lt"/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Subtitel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4BFC5AE-BBA7-4022-891E-FDA842B624E7}"/>
              </a:ext>
            </a:extLst>
          </p:cNvPr>
          <p:cNvGrpSpPr/>
          <p:nvPr userDrawn="1"/>
        </p:nvGrpSpPr>
        <p:grpSpPr>
          <a:xfrm>
            <a:off x="0" y="6089650"/>
            <a:ext cx="9906000" cy="768350"/>
            <a:chOff x="0" y="6089650"/>
            <a:chExt cx="12192000" cy="76835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7D37B5-6E1B-49C7-8BEA-57F0A7260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332537"/>
              <a:ext cx="4279900" cy="525463"/>
            </a:xfrm>
            <a:custGeom>
              <a:avLst/>
              <a:gdLst>
                <a:gd name="T0" fmla="*/ 2696 w 2696"/>
                <a:gd name="T1" fmla="*/ 331 h 331"/>
                <a:gd name="T2" fmla="*/ 2348 w 2696"/>
                <a:gd name="T3" fmla="*/ 49 h 331"/>
                <a:gd name="T4" fmla="*/ 0 w 2696"/>
                <a:gd name="T5" fmla="*/ 0 h 331"/>
                <a:gd name="T6" fmla="*/ 0 w 2696"/>
                <a:gd name="T7" fmla="*/ 331 h 331"/>
                <a:gd name="T8" fmla="*/ 2696 w 2696"/>
                <a:gd name="T9" fmla="*/ 331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6" h="331">
                  <a:moveTo>
                    <a:pt x="2696" y="331"/>
                  </a:moveTo>
                  <a:lnTo>
                    <a:pt x="2348" y="49"/>
                  </a:lnTo>
                  <a:lnTo>
                    <a:pt x="0" y="0"/>
                  </a:lnTo>
                  <a:lnTo>
                    <a:pt x="0" y="331"/>
                  </a:lnTo>
                  <a:lnTo>
                    <a:pt x="2696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E744938-16E8-4DA1-8399-0EFD27BE9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089650"/>
              <a:ext cx="12192000" cy="768350"/>
            </a:xfrm>
            <a:custGeom>
              <a:avLst/>
              <a:gdLst>
                <a:gd name="T0" fmla="*/ 7680 w 7680"/>
                <a:gd name="T1" fmla="*/ 484 h 484"/>
                <a:gd name="T2" fmla="*/ 7680 w 7680"/>
                <a:gd name="T3" fmla="*/ 0 h 484"/>
                <a:gd name="T4" fmla="*/ 0 w 7680"/>
                <a:gd name="T5" fmla="*/ 290 h 484"/>
                <a:gd name="T6" fmla="*/ 0 w 7680"/>
                <a:gd name="T7" fmla="*/ 484 h 484"/>
                <a:gd name="T8" fmla="*/ 7680 w 7680"/>
                <a:gd name="T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484">
                  <a:moveTo>
                    <a:pt x="7680" y="484"/>
                  </a:moveTo>
                  <a:lnTo>
                    <a:pt x="7680" y="0"/>
                  </a:lnTo>
                  <a:lnTo>
                    <a:pt x="0" y="290"/>
                  </a:lnTo>
                  <a:lnTo>
                    <a:pt x="0" y="484"/>
                  </a:lnTo>
                  <a:lnTo>
                    <a:pt x="7680" y="4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E0DC7DB-3FF4-4A02-9E29-EC575532B7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01139" y="5872681"/>
            <a:ext cx="558628" cy="6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1181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82E2F3DC-560B-1513-87D5-2B76F5AD622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192169" y="6134100"/>
            <a:ext cx="2713831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341376" marR="0" indent="-341376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75000"/>
        <a:buFontTx/>
        <a:buBlip>
          <a:blip r:embed="rId8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778328" marR="0" indent="-43542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8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11302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8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14858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8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25908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30480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35052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39624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9pPr>
    </p:bodyStyle>
    <p:other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3D7472D0-8541-7BD4-2D32-06A93BE7B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14"/>
            <a:ext cx="9906000" cy="6074760"/>
          </a:xfrm>
          <a:prstGeom prst="rect">
            <a:avLst/>
          </a:prstGeom>
        </p:spPr>
      </p:pic>
      <p:pic>
        <p:nvPicPr>
          <p:cNvPr id="4" name="Picture 3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065DED06-2AF3-0168-5704-FB94BACCC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27" y="5252406"/>
            <a:ext cx="1342076" cy="1350442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DE5C703-FCFD-9537-696B-47DC0083C7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978660"/>
            <a:ext cx="9906000" cy="551671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72000" bIns="720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rgbClr val="131B56"/>
                </a:solidFill>
                <a:effectLst/>
                <a:uLnTx/>
                <a:uFillTx/>
                <a:latin typeface="Muli-ExtraBold"/>
                <a:ea typeface="Muli-ExtraBold"/>
                <a:cs typeface="Muli-ExtraBold"/>
                <a:sym typeface="Muli-ExtraBold"/>
              </a:rPr>
              <a:t>www.accessibilitygame.nl</a:t>
            </a:r>
          </a:p>
        </p:txBody>
      </p:sp>
    </p:spTree>
    <p:extLst>
      <p:ext uri="{BB962C8B-B14F-4D97-AF65-F5344CB8AC3E}">
        <p14:creationId xmlns:p14="http://schemas.microsoft.com/office/powerpoint/2010/main" val="175917643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D7FC4-E06B-C771-D95A-C6674AAC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51075CFE-4F90-B965-FCCE-2FC41AB2C0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00083" y="489995"/>
            <a:ext cx="8298774" cy="87144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50" b="1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itchFamily="2" charset="77"/>
                <a:ea typeface="Muli ExtraBold"/>
                <a:cs typeface="Muli ExtraBold"/>
                <a:sym typeface="Muli ExtraBold"/>
              </a:rPr>
              <a:t>Accessibility Game</a:t>
            </a:r>
            <a:endParaRPr kumimoji="0" lang="nl-NL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itchFamily="2" charset="77"/>
              <a:ea typeface="Muli ExtraBold"/>
              <a:cs typeface="Muli ExtraBold"/>
              <a:sym typeface="Muli ExtraBold"/>
            </a:endParaRPr>
          </a:p>
        </p:txBody>
      </p:sp>
      <p:sp>
        <p:nvSpPr>
          <p:cNvPr id="7" name="Tijdelijke aanduiding voor tekst 5">
            <a:extLst>
              <a:ext uri="{FF2B5EF4-FFF2-40B4-BE49-F238E27FC236}">
                <a16:creationId xmlns:a16="http://schemas.microsoft.com/office/drawing/2014/main" id="{04B59312-7ECA-5BCA-17D0-0DFD78EC1073}"/>
              </a:ext>
            </a:extLst>
          </p:cNvPr>
          <p:cNvSpPr txBox="1">
            <a:spLocks/>
          </p:cNvSpPr>
          <p:nvPr/>
        </p:nvSpPr>
        <p:spPr>
          <a:xfrm>
            <a:off x="626453" y="1172017"/>
            <a:ext cx="8579464" cy="754743"/>
          </a:xfrm>
          <a:prstGeom prst="rect">
            <a:avLst/>
          </a:prstGeom>
        </p:spPr>
        <p:txBody>
          <a:bodyPr/>
          <a:lstStyle>
            <a:lvl1pPr marL="371475" marR="0" indent="-37147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 sz="2438" b="0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277368" marR="0" indent="-27736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632392" marR="0" indent="-35378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918367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1207292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210502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247650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284797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321945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800" dirty="0">
                <a:latin typeface="Muli"/>
                <a:cs typeface="Arial" panose="020B0604020202020204" pitchFamily="34" charset="0"/>
              </a:rPr>
              <a:t>Je </a:t>
            </a:r>
            <a:r>
              <a:rPr lang="nl-NL" sz="1800" dirty="0">
                <a:latin typeface="Muli"/>
                <a:cs typeface="Arial" panose="020B0604020202020204" pitchFamily="34" charset="0"/>
              </a:rPr>
              <a:t>gaat</a:t>
            </a:r>
            <a:r>
              <a:rPr lang="en-GB" sz="1800" dirty="0">
                <a:latin typeface="Muli"/>
                <a:cs typeface="Arial" panose="020B0604020202020204" pitchFamily="34" charset="0"/>
              </a:rPr>
              <a:t> </a:t>
            </a:r>
            <a:r>
              <a:rPr lang="nl-NL" sz="1800" dirty="0">
                <a:latin typeface="Muli"/>
                <a:cs typeface="Arial" panose="020B0604020202020204" pitchFamily="34" charset="0"/>
              </a:rPr>
              <a:t>ervaren</a:t>
            </a:r>
            <a:r>
              <a:rPr lang="en-GB" sz="1800" dirty="0">
                <a:latin typeface="Muli"/>
                <a:cs typeface="Arial" panose="020B0604020202020204" pitchFamily="34" charset="0"/>
              </a:rPr>
              <a:t> hoe het is </a:t>
            </a:r>
            <a:r>
              <a:rPr lang="nl-NL" sz="1800" dirty="0">
                <a:latin typeface="Muli"/>
                <a:cs typeface="Arial" panose="020B0604020202020204" pitchFamily="34" charset="0"/>
              </a:rPr>
              <a:t>om een beperking te hebben. </a:t>
            </a:r>
            <a:endParaRPr lang="en-GB" sz="1800" dirty="0">
              <a:latin typeface="Muli"/>
              <a:cs typeface="Arial" panose="020B0604020202020204" pitchFamily="34" charset="0"/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05F9E56-DEDE-18CF-2FE3-B5B943E302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6452" y="1686296"/>
            <a:ext cx="9116987" cy="4064868"/>
          </a:xfrm>
        </p:spPr>
        <p:txBody>
          <a:bodyPr/>
          <a:lstStyle/>
          <a:p>
            <a:pPr marL="278606" indent="-278606">
              <a:lnSpc>
                <a:spcPct val="150000"/>
              </a:lnSpc>
              <a:buBlip>
                <a:blip r:embed="rId4"/>
              </a:buBlip>
            </a:pPr>
            <a:r>
              <a:rPr lang="nl-NL" sz="1800" dirty="0">
                <a:latin typeface="Muli"/>
                <a:ea typeface="Calibri"/>
                <a:cs typeface="Arial"/>
              </a:rPr>
              <a:t>Ga naar accessibilitygame.nl op je laptop, tablet of telefoon.</a:t>
            </a:r>
          </a:p>
          <a:p>
            <a:pPr marL="278606" indent="-278606">
              <a:lnSpc>
                <a:spcPct val="150000"/>
              </a:lnSpc>
              <a:buBlip>
                <a:blip r:embed="rId4"/>
              </a:buBlip>
            </a:pPr>
            <a:r>
              <a:rPr lang="nl-NL" sz="1800" dirty="0">
                <a:latin typeface="Muli"/>
                <a:ea typeface="Calibri"/>
                <a:cs typeface="Arial"/>
              </a:rPr>
              <a:t>Klik op Speel of Level (en selecteer zelf de level dat je wilt spelen)</a:t>
            </a:r>
          </a:p>
          <a:p>
            <a:pPr marL="278606" indent="-278606">
              <a:lnSpc>
                <a:spcPct val="150000"/>
              </a:lnSpc>
              <a:buBlip>
                <a:blip r:embed="rId4"/>
              </a:buBlip>
            </a:pPr>
            <a:r>
              <a:rPr lang="nl-NL" sz="1800" dirty="0">
                <a:latin typeface="Muli"/>
                <a:ea typeface="Calibri"/>
                <a:cs typeface="Arial"/>
              </a:rPr>
              <a:t>Doorloop de niveaus in volgorde of kies de niveaus die aansluiten bij de thema's van de les.</a:t>
            </a:r>
          </a:p>
          <a:p>
            <a:pPr>
              <a:lnSpc>
                <a:spcPct val="150000"/>
              </a:lnSpc>
            </a:pPr>
            <a:endParaRPr lang="nl-NL" sz="800" kern="100" dirty="0">
              <a:latin typeface="Muli"/>
              <a:ea typeface="Calibri"/>
              <a:cs typeface="Arial"/>
            </a:endParaRPr>
          </a:p>
          <a:p>
            <a:pPr>
              <a:lnSpc>
                <a:spcPct val="100000"/>
              </a:lnSpc>
            </a:pPr>
            <a:endParaRPr lang="nl-NL" sz="1800" kern="100" dirty="0">
              <a:latin typeface="Muli"/>
              <a:ea typeface="Calibri"/>
              <a:cs typeface="Arial"/>
            </a:endParaRPr>
          </a:p>
          <a:p>
            <a:pPr marL="278606" indent="-278606">
              <a:lnSpc>
                <a:spcPct val="100000"/>
              </a:lnSpc>
              <a:buBlip>
                <a:blip r:embed="rId4"/>
              </a:buBlip>
            </a:pPr>
            <a:endParaRPr lang="nl-NL" sz="1800" dirty="0">
              <a:latin typeface="Muli"/>
              <a:cs typeface="Arial" panose="020B0604020202020204" pitchFamily="34" charset="0"/>
            </a:endParaRPr>
          </a:p>
          <a:p>
            <a:endParaRPr lang="nl-NL" sz="1800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80A5B3FB-EC23-AE99-7927-6E54E691B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530093"/>
              </p:ext>
            </p:extLst>
          </p:nvPr>
        </p:nvGraphicFramePr>
        <p:xfrm>
          <a:off x="822960" y="3271520"/>
          <a:ext cx="8270241" cy="2126656"/>
        </p:xfrm>
        <a:graphic>
          <a:graphicData uri="http://schemas.openxmlformats.org/drawingml/2006/table">
            <a:tbl>
              <a:tblPr firstRow="1" firstCol="1" bandRow="1"/>
              <a:tblGrid>
                <a:gridCol w="722802">
                  <a:extLst>
                    <a:ext uri="{9D8B030D-6E8A-4147-A177-3AD203B41FA5}">
                      <a16:colId xmlns:a16="http://schemas.microsoft.com/office/drawing/2014/main" val="4180584491"/>
                    </a:ext>
                  </a:extLst>
                </a:gridCol>
                <a:gridCol w="1472070">
                  <a:extLst>
                    <a:ext uri="{9D8B030D-6E8A-4147-A177-3AD203B41FA5}">
                      <a16:colId xmlns:a16="http://schemas.microsoft.com/office/drawing/2014/main" val="4171365185"/>
                    </a:ext>
                  </a:extLst>
                </a:gridCol>
                <a:gridCol w="6075369">
                  <a:extLst>
                    <a:ext uri="{9D8B030D-6E8A-4147-A177-3AD203B41FA5}">
                      <a16:colId xmlns:a16="http://schemas.microsoft.com/office/drawing/2014/main" val="3494820198"/>
                    </a:ext>
                  </a:extLst>
                </a:gridCol>
              </a:tblGrid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Niveau</a:t>
                      </a:r>
                      <a:endParaRPr lang="nl-NL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Beperking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Wat je ervaart</a:t>
                      </a:r>
                      <a:endParaRPr lang="nl-NL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538437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nl-NL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Dyslexie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Letters bewegen en zijn moeilijk leesbaar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39346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Kleurenblind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Kleuren zijn nauwelijks van elkaar te onderscheiden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810053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Blind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Navigeren via een schermlezer zonder visuele informatie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347620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ADHD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Afleidende prikkels maken concentreren moeilijk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846414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Slechthorend</a:t>
                      </a:r>
                      <a:endParaRPr lang="nl-NL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Auditieve informatie is niet toegankelijk zonder ondertiteling</a:t>
                      </a:r>
                      <a:endParaRPr lang="nl-NL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60997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nl-NL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Kokervisus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0"/>
                        </a:spcAft>
                        <a:buNone/>
                      </a:pPr>
                      <a:r>
                        <a:rPr lang="nl-NL" sz="11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Alleen een klein deel van het scherm is zichtbaar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928311"/>
                  </a:ext>
                </a:extLst>
              </a:tr>
            </a:tbl>
          </a:graphicData>
        </a:graphic>
      </p:graphicFrame>
      <p:sp>
        <p:nvSpPr>
          <p:cNvPr id="4" name="Tekstvak 1">
            <a:extLst>
              <a:ext uri="{FF2B5EF4-FFF2-40B4-BE49-F238E27FC236}">
                <a16:creationId xmlns:a16="http://schemas.microsoft.com/office/drawing/2014/main" id="{BCF6B386-44E5-1ECB-45DC-947182D7F45F}"/>
              </a:ext>
            </a:extLst>
          </p:cNvPr>
          <p:cNvSpPr txBox="1"/>
          <p:nvPr/>
        </p:nvSpPr>
        <p:spPr>
          <a:xfrm>
            <a:off x="525732" y="5514879"/>
            <a:ext cx="8654739" cy="610585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8500" tIns="58500" rIns="58500" bIns="58500" numCol="1" spcCol="38100" rtlCol="0" anchor="ctr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b="1" dirty="0">
                <a:solidFill>
                  <a:srgbClr val="0D0D0D"/>
                </a:solidFill>
                <a:latin typeface="Muli"/>
                <a:cs typeface="Arial"/>
              </a:rPr>
              <a:t>NB: </a:t>
            </a:r>
            <a:r>
              <a:rPr lang="nl-NL" sz="1600" dirty="0">
                <a:solidFill>
                  <a:srgbClr val="0D0D0D"/>
                </a:solidFill>
                <a:latin typeface="Muli"/>
                <a:cs typeface="Arial"/>
              </a:rPr>
              <a:t>Lees aan het einde </a:t>
            </a:r>
            <a:r>
              <a:rPr lang="nl-NL" sz="1600" dirty="0">
                <a:solidFill>
                  <a:srgbClr val="0D0D0D"/>
                </a:solidFill>
              </a:rPr>
              <a:t>van elk niveau de designtips aandachtig door: wat kunnen ontwerpers en </a:t>
            </a:r>
            <a:r>
              <a:rPr lang="nl-NL" sz="1600" dirty="0" err="1">
                <a:solidFill>
                  <a:srgbClr val="0D0D0D"/>
                </a:solidFill>
              </a:rPr>
              <a:t>developers</a:t>
            </a:r>
            <a:r>
              <a:rPr lang="nl-NL" sz="1600" dirty="0">
                <a:solidFill>
                  <a:srgbClr val="0D0D0D"/>
                </a:solidFill>
              </a:rPr>
              <a:t> doen om de ervaring te verbeteren?</a:t>
            </a:r>
            <a:endParaRPr lang="nl-NL" sz="1600" dirty="0">
              <a:solidFill>
                <a:srgbClr val="0D0D0D"/>
              </a:solidFill>
              <a:latin typeface="Muli"/>
              <a:cs typeface="Arial" panose="020B0604020202020204" pitchFamily="34" charset="0"/>
            </a:endParaRPr>
          </a:p>
        </p:txBody>
      </p:sp>
      <p:pic>
        <p:nvPicPr>
          <p:cNvPr id="5" name="Picture 2" descr="Logo Accessibility onderdeel van Batiméus">
            <a:extLst>
              <a:ext uri="{FF2B5EF4-FFF2-40B4-BE49-F238E27FC236}">
                <a16:creationId xmlns:a16="http://schemas.microsoft.com/office/drawing/2014/main" id="{98D48F3C-651A-0DD4-6351-8CEB69BB0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47" y="6342696"/>
            <a:ext cx="211365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7471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ollen blanco">
  <a:themeElements>
    <a:clrScheme name="Accessibility kleurenpalet 1">
      <a:dk1>
        <a:srgbClr val="131B56"/>
      </a:dk1>
      <a:lt1>
        <a:srgbClr val="2B50EC"/>
      </a:lt1>
      <a:dk2>
        <a:srgbClr val="131B56"/>
      </a:dk2>
      <a:lt2>
        <a:srgbClr val="FFFFFF"/>
      </a:lt2>
      <a:accent1>
        <a:srgbClr val="108670"/>
      </a:accent1>
      <a:accent2>
        <a:srgbClr val="14B495"/>
      </a:accent2>
      <a:accent3>
        <a:srgbClr val="21CEA1"/>
      </a:accent3>
      <a:accent4>
        <a:srgbClr val="CC4C00"/>
      </a:accent4>
      <a:accent5>
        <a:srgbClr val="FF7C00"/>
      </a:accent5>
      <a:accent6>
        <a:srgbClr val="FFB800"/>
      </a:accent6>
      <a:hlink>
        <a:srgbClr val="2B50EC"/>
      </a:hlink>
      <a:folHlink>
        <a:srgbClr val="FE5302"/>
      </a:folHlink>
    </a:clrScheme>
    <a:fontScheme name="PowerPoin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ower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2000" tIns="72000" rIns="72000" bIns="720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ccessibility_Powerpoint_basis_2023-08-18.potx  -  Alleen-lezen" id="{29BD1E3A-19E6-45CE-9ABD-C64F44292767}" vid="{A7C3B42C-4C5E-4CB4-B50C-24B2F81000E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64920-DC48-4859-85DF-FF577E76FC05}">
  <ds:schemaRefs>
    <ds:schemaRef ds:uri="9b6572fc-fa2b-4547-9ddf-896420785c3e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1263c341-9713-4178-8275-9acf484fd0e5"/>
    <ds:schemaRef ds:uri="c943f701-3070-4014-93cc-e1a70bea7440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915D44-E4AA-4293-8043-9EDF2764A7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48AC56-2643-40E9-A7D4-2E569DBE84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155</Words>
  <Application>Microsoft Office PowerPoint</Application>
  <PresentationFormat>A4 (210 x 297 mm)</PresentationFormat>
  <Paragraphs>32</Paragraphs>
  <Slides>2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10" baseType="lpstr">
      <vt:lpstr>Aptos</vt:lpstr>
      <vt:lpstr>Arial</vt:lpstr>
      <vt:lpstr>Karla</vt:lpstr>
      <vt:lpstr>Muli</vt:lpstr>
      <vt:lpstr>Muli ExtraBold</vt:lpstr>
      <vt:lpstr>Muli-ExtraBold</vt:lpstr>
      <vt:lpstr>Verdana</vt:lpstr>
      <vt:lpstr>Bollen blanco</vt:lpstr>
      <vt:lpstr>www.accessibilitygame.nl</vt:lpstr>
      <vt:lpstr>Accessibility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blind Lego</dc:title>
  <dc:creator>Hootsmans, Eva</dc:creator>
  <cp:lastModifiedBy>Moreno Hidalgo, Ana Julia</cp:lastModifiedBy>
  <cp:revision>46</cp:revision>
  <cp:lastPrinted>2024-06-11T10:33:45Z</cp:lastPrinted>
  <dcterms:created xsi:type="dcterms:W3CDTF">2024-03-18T14:48:03Z</dcterms:created>
  <dcterms:modified xsi:type="dcterms:W3CDTF">2026-06-08T12:31:00Z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