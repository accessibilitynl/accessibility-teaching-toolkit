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1146" r:id="rId5"/>
  </p:sldIdLst>
  <p:sldSz cx="9906000" cy="6858000" type="A4"/>
  <p:notesSz cx="6858000" cy="9926638"/>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5242019-0CEB-D4EE-3E3D-019A696B4642}" name="Hootsmans, Eva" initials="EH" userId="S::ehootsmans@accessibility.nl::847a4d53-5687-4b02-9bc3-f49c1cfbb88e" providerId="AD"/>
  <p188:author id="{B0CB14E8-7E47-8667-885D-37F2BC144289}" name="Sewalt, Kilian" initials="KS" userId="S::ksewalt@accessibility.nl::5e92bfb6-041f-4a64-b479-5b6d03868df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D0D"/>
    <a:srgbClr val="131B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C5B7F6-433A-413D-8762-DD06DF36FF0E}" v="1" dt="2026-06-09T12:12:11.5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63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eno Hidalgo, Ana Julia" userId="86045df5-2826-4e0a-a611-ac63bd869f36" providerId="ADAL" clId="{8A9577EC-938E-40A6-8C5F-F44CA8D3340E}"/>
    <pc:docChg chg="delSld modSld">
      <pc:chgData name="Moreno Hidalgo, Ana Julia" userId="86045df5-2826-4e0a-a611-ac63bd869f36" providerId="ADAL" clId="{8A9577EC-938E-40A6-8C5F-F44CA8D3340E}" dt="2026-06-09T12:13:04.436" v="6" actId="47"/>
      <pc:docMkLst>
        <pc:docMk/>
      </pc:docMkLst>
      <pc:sldChg chg="modSp mod">
        <pc:chgData name="Moreno Hidalgo, Ana Julia" userId="86045df5-2826-4e0a-a611-ac63bd869f36" providerId="ADAL" clId="{8A9577EC-938E-40A6-8C5F-F44CA8D3340E}" dt="2026-06-09T12:12:53.348" v="5" actId="13244"/>
        <pc:sldMkLst>
          <pc:docMk/>
          <pc:sldMk cId="1033886575" sldId="1146"/>
        </pc:sldMkLst>
        <pc:spChg chg="mod ord">
          <ac:chgData name="Moreno Hidalgo, Ana Julia" userId="86045df5-2826-4e0a-a611-ac63bd869f36" providerId="ADAL" clId="{8A9577EC-938E-40A6-8C5F-F44CA8D3340E}" dt="2026-06-09T12:12:46.371" v="4" actId="13244"/>
          <ac:spMkLst>
            <pc:docMk/>
            <pc:sldMk cId="1033886575" sldId="1146"/>
            <ac:spMk id="4" creationId="{4791ED01-7037-403E-4E93-6D6F56646503}"/>
          </ac:spMkLst>
        </pc:spChg>
        <pc:spChg chg="ord">
          <ac:chgData name="Moreno Hidalgo, Ana Julia" userId="86045df5-2826-4e0a-a611-ac63bd869f36" providerId="ADAL" clId="{8A9577EC-938E-40A6-8C5F-F44CA8D3340E}" dt="2026-06-09T12:12:53.348" v="5" actId="13244"/>
          <ac:spMkLst>
            <pc:docMk/>
            <pc:sldMk cId="1033886575" sldId="1146"/>
            <ac:spMk id="5" creationId="{748A0E5D-5D14-98F2-5789-01175A9A9D62}"/>
          </ac:spMkLst>
        </pc:spChg>
        <pc:picChg chg="mod">
          <ac:chgData name="Moreno Hidalgo, Ana Julia" userId="86045df5-2826-4e0a-a611-ac63bd869f36" providerId="ADAL" clId="{8A9577EC-938E-40A6-8C5F-F44CA8D3340E}" dt="2026-06-09T12:12:39.049" v="3" actId="962"/>
          <ac:picMkLst>
            <pc:docMk/>
            <pc:sldMk cId="1033886575" sldId="1146"/>
            <ac:picMk id="2" creationId="{A084C2CB-F3B5-B216-7C6F-D7CF387F2D0D}"/>
          </ac:picMkLst>
        </pc:picChg>
        <pc:picChg chg="mod">
          <ac:chgData name="Moreno Hidalgo, Ana Julia" userId="86045df5-2826-4e0a-a611-ac63bd869f36" providerId="ADAL" clId="{8A9577EC-938E-40A6-8C5F-F44CA8D3340E}" dt="2026-06-09T12:12:11.541" v="0" actId="962"/>
          <ac:picMkLst>
            <pc:docMk/>
            <pc:sldMk cId="1033886575" sldId="1146"/>
            <ac:picMk id="1026" creationId="{DE3C2806-A097-9F31-6BA0-B5F78B224040}"/>
          </ac:picMkLst>
        </pc:picChg>
      </pc:sldChg>
      <pc:sldChg chg="del">
        <pc:chgData name="Moreno Hidalgo, Ana Julia" userId="86045df5-2826-4e0a-a611-ac63bd869f36" providerId="ADAL" clId="{8A9577EC-938E-40A6-8C5F-F44CA8D3340E}" dt="2026-06-09T12:13:04.436" v="6" actId="47"/>
        <pc:sldMkLst>
          <pc:docMk/>
          <pc:sldMk cId="2687640154" sldId="11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98056"/>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98056"/>
          </a:xfrm>
          <a:prstGeom prst="rect">
            <a:avLst/>
          </a:prstGeom>
        </p:spPr>
        <p:txBody>
          <a:bodyPr vert="horz" lIns="91440" tIns="45720" rIns="91440" bIns="45720" rtlCol="0"/>
          <a:lstStyle>
            <a:lvl1pPr algn="r">
              <a:defRPr sz="1200"/>
            </a:lvl1pPr>
          </a:lstStyle>
          <a:p>
            <a:fld id="{0D4D426C-FDBA-48C6-A973-7301054D3489}" type="datetimeFigureOut">
              <a:rPr lang="nl-NL" smtClean="0"/>
              <a:t>9-6-2026</a:t>
            </a:fld>
            <a:endParaRPr lang="nl-NL"/>
          </a:p>
        </p:txBody>
      </p:sp>
      <p:sp>
        <p:nvSpPr>
          <p:cNvPr id="4" name="Tijdelijke aanduiding voor dia-afbeelding 3"/>
          <p:cNvSpPr>
            <a:spLocks noGrp="1" noRot="1" noChangeAspect="1"/>
          </p:cNvSpPr>
          <p:nvPr>
            <p:ph type="sldImg" idx="2"/>
          </p:nvPr>
        </p:nvSpPr>
        <p:spPr>
          <a:xfrm>
            <a:off x="1009650" y="1241425"/>
            <a:ext cx="4838700" cy="3349625"/>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777194"/>
            <a:ext cx="5486400" cy="3908614"/>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9428584"/>
            <a:ext cx="2971800" cy="498055"/>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9428584"/>
            <a:ext cx="2971800" cy="498055"/>
          </a:xfrm>
          <a:prstGeom prst="rect">
            <a:avLst/>
          </a:prstGeom>
        </p:spPr>
        <p:txBody>
          <a:bodyPr vert="horz" lIns="91440" tIns="45720" rIns="91440" bIns="45720" rtlCol="0" anchor="b"/>
          <a:lstStyle>
            <a:lvl1pPr algn="r">
              <a:defRPr sz="1200"/>
            </a:lvl1pPr>
          </a:lstStyle>
          <a:p>
            <a:fld id="{D4B6DF75-F4C6-4E88-87AA-0DCA37312A9F}" type="slidenum">
              <a:rPr lang="nl-NL" smtClean="0"/>
              <a:t>‹nr.›</a:t>
            </a:fld>
            <a:endParaRPr lang="nl-NL"/>
          </a:p>
        </p:txBody>
      </p:sp>
    </p:spTree>
    <p:extLst>
      <p:ext uri="{BB962C8B-B14F-4D97-AF65-F5344CB8AC3E}">
        <p14:creationId xmlns:p14="http://schemas.microsoft.com/office/powerpoint/2010/main" val="1126950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nl.wikipedia.org/wiki/Echo_(geluid)"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nl.wikipedia.org/wiki/Akoestiek"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952500" y="685800"/>
            <a:ext cx="4953000" cy="3429000"/>
          </a:xfrm>
        </p:spPr>
      </p:sp>
      <p:sp>
        <p:nvSpPr>
          <p:cNvPr id="3" name="Tijdelijke aanduiding voor notities 2"/>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nl-NL" sz="180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Oefening 7 - voorkant</a:t>
            </a:r>
          </a:p>
          <a:p>
            <a:pPr marL="0" marR="0" lvl="0" indent="0" defTabSz="914400" eaLnBrk="1" fontAlgn="auto" latinLnBrk="0" hangingPunct="1">
              <a:lnSpc>
                <a:spcPct val="100000"/>
              </a:lnSpc>
              <a:spcBef>
                <a:spcPts val="0"/>
              </a:spcBef>
              <a:spcAft>
                <a:spcPts val="0"/>
              </a:spcAft>
              <a:buClrTx/>
              <a:buSzTx/>
              <a:buFontTx/>
              <a:buNone/>
              <a:tabLst/>
              <a:defRPr/>
            </a:pPr>
            <a:r>
              <a:rPr lang="nl-NL" sz="180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Blinde mensen gebruiken als ze buiten lopen vaak een (blinden)stok. De blindenstok - ook bekend als de witte stok of taststok - is een hulpmiddel om op straat obstakels te signaleren en de juiste route in te schatten. Daarnaast moeten blinde mensen vaak op anderen vertrouwen om de juiste weg te vinden. Hoeveel vertrouwen heb jij in je teamgenoot? </a:t>
            </a:r>
          </a:p>
          <a:p>
            <a:endParaRPr lang="nl-NL"/>
          </a:p>
          <a:p>
            <a:r>
              <a:rPr lang="nl-NL" b="0" i="0">
                <a:solidFill>
                  <a:srgbClr val="262626"/>
                </a:solidFill>
                <a:effectLst/>
                <a:latin typeface="FFDINWebPro"/>
              </a:rPr>
              <a:t>Met taststokken kun je voelen en/of horen of er obstakels zijn. Een taststok gebruik je ook om een speciaal voelbare route te volgen, zoals de gidslijnen op het perron of in de winkelstraat. Tenslotte herkennen andere verkeersdeelnemers aan de stok dat iemand blind of slechtziend of doofblind is en kunnen daarmee rekening mee houden.</a:t>
            </a:r>
          </a:p>
          <a:p>
            <a:endParaRPr lang="nl-NL" b="0" i="0">
              <a:solidFill>
                <a:srgbClr val="262626"/>
              </a:solidFill>
              <a:effectLst/>
              <a:latin typeface="FFDINWebPro"/>
            </a:endParaRPr>
          </a:p>
          <a:p>
            <a:r>
              <a:rPr lang="nl-NL" b="0" i="0">
                <a:solidFill>
                  <a:srgbClr val="202122"/>
                </a:solidFill>
                <a:effectLst/>
                <a:latin typeface="Arial" panose="020B0604020202020204" pitchFamily="34" charset="0"/>
              </a:rPr>
              <a:t>Een taststok is op de lengte van de gebruiker afgestemd en heeft een speciaal uiteinde (de tip). De tip van de stok zorgt voor een goede </a:t>
            </a:r>
            <a:r>
              <a:rPr lang="nl-NL" b="0" i="0" u="none" strike="noStrike">
                <a:solidFill>
                  <a:srgbClr val="0645AD"/>
                </a:solidFill>
                <a:effectLst/>
                <a:latin typeface="Arial" panose="020B0604020202020204" pitchFamily="34" charset="0"/>
                <a:hlinkClick r:id="rId3" tooltip="Echo (geluid)"/>
              </a:rPr>
              <a:t>echo</a:t>
            </a:r>
            <a:r>
              <a:rPr lang="nl-NL" b="0" i="0">
                <a:solidFill>
                  <a:srgbClr val="202122"/>
                </a:solidFill>
                <a:effectLst/>
                <a:latin typeface="Arial" panose="020B0604020202020204" pitchFamily="34" charset="0"/>
              </a:rPr>
              <a:t>-</a:t>
            </a:r>
            <a:r>
              <a:rPr lang="nl-NL" b="0" i="0" u="none" strike="noStrike">
                <a:solidFill>
                  <a:srgbClr val="0645AD"/>
                </a:solidFill>
                <a:effectLst/>
                <a:latin typeface="Arial" panose="020B0604020202020204" pitchFamily="34" charset="0"/>
                <a:hlinkClick r:id="rId4" tooltip="Akoestiek"/>
              </a:rPr>
              <a:t>akoestiek</a:t>
            </a:r>
            <a:r>
              <a:rPr lang="nl-NL" b="0" i="0">
                <a:solidFill>
                  <a:srgbClr val="202122"/>
                </a:solidFill>
                <a:effectLst/>
                <a:latin typeface="Arial" panose="020B0604020202020204" pitchFamily="34" charset="0"/>
              </a:rPr>
              <a:t> die belangrijk is bij het lopen en slijtvast is. </a:t>
            </a:r>
            <a:endParaRPr lang="nl-NL"/>
          </a:p>
        </p:txBody>
      </p:sp>
      <p:sp>
        <p:nvSpPr>
          <p:cNvPr id="4" name="Tijdelijke aanduiding voor dianummer 3"/>
          <p:cNvSpPr>
            <a:spLocks noGrp="1"/>
          </p:cNvSpPr>
          <p:nvPr>
            <p:ph type="sldNum" sz="quarter" idx="10"/>
          </p:nvPr>
        </p:nvSpPr>
        <p:spPr/>
        <p:txBody>
          <a:bodyPr/>
          <a:lstStyle/>
          <a:p>
            <a:pPr marL="0" marR="0" lvl="0" indent="0" algn="l" defTabSz="914400" rtl="0" eaLnBrk="1" fontAlgn="auto" latinLnBrk="0" hangingPunct="0">
              <a:lnSpc>
                <a:spcPct val="110000"/>
              </a:lnSpc>
              <a:spcBef>
                <a:spcPts val="0"/>
              </a:spcBef>
              <a:spcAft>
                <a:spcPts val="0"/>
              </a:spcAft>
              <a:buClrTx/>
              <a:buSzTx/>
              <a:buFontTx/>
              <a:buNone/>
              <a:tabLst/>
              <a:defRPr/>
            </a:pPr>
            <a:fld id="{BDD1B5AE-FCD8-45D5-B900-A27513D5680E}" type="slidenum">
              <a:rPr kumimoji="0" lang="nl-NL" sz="2400" b="1" i="0" u="none" strike="noStrike" kern="0" cap="none" spc="0" normalizeH="0" baseline="0" noProof="0" smtClean="0">
                <a:ln>
                  <a:noFill/>
                </a:ln>
                <a:solidFill>
                  <a:srgbClr val="131B56"/>
                </a:solidFill>
                <a:effectLst/>
                <a:uLnTx/>
                <a:uFillTx/>
                <a:latin typeface="Muli-ExtraBold"/>
                <a:sym typeface="Muli-ExtraBold"/>
              </a:rPr>
              <a:pPr marL="0" marR="0" lvl="0" indent="0" algn="l" defTabSz="914400" rtl="0" eaLnBrk="1" fontAlgn="auto" latinLnBrk="0" hangingPunct="0">
                <a:lnSpc>
                  <a:spcPct val="110000"/>
                </a:lnSpc>
                <a:spcBef>
                  <a:spcPts val="0"/>
                </a:spcBef>
                <a:spcAft>
                  <a:spcPts val="0"/>
                </a:spcAft>
                <a:buClrTx/>
                <a:buSzTx/>
                <a:buFontTx/>
                <a:buNone/>
                <a:tabLst/>
                <a:defRPr/>
              </a:pPr>
              <a:t>1</a:t>
            </a:fld>
            <a:endParaRPr kumimoji="0" lang="nl-NL" sz="2400" b="1" i="0" u="none" strike="noStrike" kern="0" cap="none" spc="0" normalizeH="0" baseline="0" noProof="0">
              <a:ln>
                <a:noFill/>
              </a:ln>
              <a:solidFill>
                <a:srgbClr val="131B56"/>
              </a:solidFill>
              <a:effectLst/>
              <a:uLnTx/>
              <a:uFillTx/>
              <a:latin typeface="Muli-ExtraBold"/>
              <a:sym typeface="Muli-ExtraBold"/>
            </a:endParaRPr>
          </a:p>
        </p:txBody>
      </p:sp>
    </p:spTree>
    <p:extLst>
      <p:ext uri="{BB962C8B-B14F-4D97-AF65-F5344CB8AC3E}">
        <p14:creationId xmlns:p14="http://schemas.microsoft.com/office/powerpoint/2010/main" val="986378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6A8F47-3D81-CB14-152C-5EE0DB637E22}"/>
              </a:ext>
            </a:extLst>
          </p:cNvPr>
          <p:cNvSpPr>
            <a:spLocks noGrp="1"/>
          </p:cNvSpPr>
          <p:nvPr>
            <p:ph type="title" hasCustomPrompt="1"/>
          </p:nvPr>
        </p:nvSpPr>
        <p:spPr>
          <a:xfrm>
            <a:off x="553674" y="757012"/>
            <a:ext cx="5269639" cy="671194"/>
          </a:xfrm>
          <a:prstGeom prst="rect">
            <a:avLst/>
          </a:prstGeom>
        </p:spPr>
        <p:txBody>
          <a:bodyPr/>
          <a:lstStyle>
            <a:lvl1pPr>
              <a:defRPr sz="3250" b="1" i="0" baseline="0">
                <a:solidFill>
                  <a:schemeClr val="tx1"/>
                </a:solidFill>
                <a:latin typeface="Muli" pitchFamily="2" charset="77"/>
              </a:defRPr>
            </a:lvl1pPr>
          </a:lstStyle>
          <a:p>
            <a:r>
              <a:rPr lang="nl-NL"/>
              <a:t>Titel</a:t>
            </a:r>
          </a:p>
        </p:txBody>
      </p:sp>
      <p:sp>
        <p:nvSpPr>
          <p:cNvPr id="6" name="Tijdelijke aanduiding voor tekst 5">
            <a:extLst>
              <a:ext uri="{FF2B5EF4-FFF2-40B4-BE49-F238E27FC236}">
                <a16:creationId xmlns:a16="http://schemas.microsoft.com/office/drawing/2014/main" id="{9AA42F94-D699-E9D9-B231-76E8C97498BF}"/>
              </a:ext>
            </a:extLst>
          </p:cNvPr>
          <p:cNvSpPr>
            <a:spLocks noGrp="1"/>
          </p:cNvSpPr>
          <p:nvPr>
            <p:ph type="body" sz="quarter" idx="10" hasCustomPrompt="1"/>
          </p:nvPr>
        </p:nvSpPr>
        <p:spPr>
          <a:xfrm>
            <a:off x="553674" y="1628457"/>
            <a:ext cx="8107807" cy="4472531"/>
          </a:xfrm>
          <a:prstGeom prst="rect">
            <a:avLst/>
          </a:prstGeom>
        </p:spPr>
        <p:txBody>
          <a:bodyPr/>
          <a:lstStyle>
            <a:lvl1pPr>
              <a:defRPr sz="2438" b="0" i="0" baseline="0">
                <a:solidFill>
                  <a:schemeClr val="tx1"/>
                </a:solidFill>
                <a:latin typeface="Muli" pitchFamily="2" charset="77"/>
              </a:defRPr>
            </a:lvl1pPr>
          </a:lstStyle>
          <a:p>
            <a:pPr lvl="0"/>
            <a:r>
              <a:rPr lang="nl-NL"/>
              <a:t>Bodytekst paginabreed, doorlopende alineatekst</a:t>
            </a:r>
          </a:p>
        </p:txBody>
      </p:sp>
    </p:spTree>
    <p:extLst>
      <p:ext uri="{BB962C8B-B14F-4D97-AF65-F5344CB8AC3E}">
        <p14:creationId xmlns:p14="http://schemas.microsoft.com/office/powerpoint/2010/main" val="2375167331"/>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52E0EC-300F-065C-4C73-030DAB5B479F}"/>
              </a:ext>
            </a:extLst>
          </p:cNvPr>
          <p:cNvSpPr>
            <a:spLocks noGrp="1"/>
          </p:cNvSpPr>
          <p:nvPr>
            <p:ph type="title" hasCustomPrompt="1"/>
          </p:nvPr>
        </p:nvSpPr>
        <p:spPr>
          <a:xfrm>
            <a:off x="553674" y="757012"/>
            <a:ext cx="5269639" cy="671194"/>
          </a:xfrm>
          <a:prstGeom prst="rect">
            <a:avLst/>
          </a:prstGeom>
        </p:spPr>
        <p:txBody>
          <a:bodyPr/>
          <a:lstStyle>
            <a:lvl1pPr>
              <a:defRPr sz="3250" b="1" i="0" baseline="0">
                <a:solidFill>
                  <a:schemeClr val="tx1"/>
                </a:solidFill>
                <a:latin typeface="Muli" pitchFamily="2" charset="77"/>
              </a:defRPr>
            </a:lvl1pPr>
          </a:lstStyle>
          <a:p>
            <a:r>
              <a:rPr lang="nl-NL"/>
              <a:t>Titel</a:t>
            </a:r>
          </a:p>
        </p:txBody>
      </p:sp>
      <p:sp>
        <p:nvSpPr>
          <p:cNvPr id="5" name="Tijdelijke aanduiding voor tekst 5">
            <a:extLst>
              <a:ext uri="{FF2B5EF4-FFF2-40B4-BE49-F238E27FC236}">
                <a16:creationId xmlns:a16="http://schemas.microsoft.com/office/drawing/2014/main" id="{FFAEF388-BCE9-53AE-F469-99524096FF2E}"/>
              </a:ext>
            </a:extLst>
          </p:cNvPr>
          <p:cNvSpPr>
            <a:spLocks noGrp="1"/>
          </p:cNvSpPr>
          <p:nvPr>
            <p:ph type="body" sz="quarter" idx="10" hasCustomPrompt="1"/>
          </p:nvPr>
        </p:nvSpPr>
        <p:spPr>
          <a:xfrm>
            <a:off x="553674" y="1628457"/>
            <a:ext cx="3979261" cy="4472531"/>
          </a:xfrm>
          <a:prstGeom prst="rect">
            <a:avLst/>
          </a:prstGeom>
        </p:spPr>
        <p:txBody>
          <a:bodyPr/>
          <a:lstStyle>
            <a:lvl1pPr marL="371475" indent="-371475">
              <a:buFontTx/>
              <a:buBlip>
                <a:blip r:embed="rId2"/>
              </a:buBlip>
              <a:defRPr sz="2438" b="0" i="0" baseline="0">
                <a:solidFill>
                  <a:schemeClr val="tx1"/>
                </a:solidFill>
                <a:latin typeface="Muli" pitchFamily="2" charset="77"/>
              </a:defRPr>
            </a:lvl1pPr>
          </a:lstStyle>
          <a:p>
            <a:pPr lvl="0"/>
            <a:r>
              <a:rPr lang="nl-NL"/>
              <a:t>Punt 1</a:t>
            </a:r>
          </a:p>
          <a:p>
            <a:pPr lvl="0"/>
            <a:r>
              <a:rPr lang="nl-NL"/>
              <a:t>Punt 2</a:t>
            </a:r>
          </a:p>
          <a:p>
            <a:pPr lvl="0"/>
            <a:r>
              <a:rPr lang="nl-NL"/>
              <a:t>Punt 3</a:t>
            </a:r>
          </a:p>
          <a:p>
            <a:pPr lvl="0"/>
            <a:r>
              <a:rPr lang="nl-NL"/>
              <a:t>Etc.</a:t>
            </a:r>
          </a:p>
        </p:txBody>
      </p:sp>
      <p:sp>
        <p:nvSpPr>
          <p:cNvPr id="6" name="Tijdelijke aanduiding voor tekst 5">
            <a:extLst>
              <a:ext uri="{FF2B5EF4-FFF2-40B4-BE49-F238E27FC236}">
                <a16:creationId xmlns:a16="http://schemas.microsoft.com/office/drawing/2014/main" id="{DFBCE0AD-D11B-92D1-DFB2-DFDDE00ED8BA}"/>
              </a:ext>
            </a:extLst>
          </p:cNvPr>
          <p:cNvSpPr>
            <a:spLocks noGrp="1"/>
          </p:cNvSpPr>
          <p:nvPr>
            <p:ph type="body" sz="quarter" idx="11" hasCustomPrompt="1"/>
          </p:nvPr>
        </p:nvSpPr>
        <p:spPr>
          <a:xfrm>
            <a:off x="4862470" y="1628457"/>
            <a:ext cx="3979261" cy="4472531"/>
          </a:xfrm>
          <a:prstGeom prst="rect">
            <a:avLst/>
          </a:prstGeom>
        </p:spPr>
        <p:txBody>
          <a:bodyPr/>
          <a:lstStyle>
            <a:lvl1pPr>
              <a:defRPr sz="2438" b="0" i="0" baseline="0">
                <a:solidFill>
                  <a:schemeClr val="tx1"/>
                </a:solidFill>
                <a:latin typeface="Muli" pitchFamily="2" charset="77"/>
              </a:defRPr>
            </a:lvl1pPr>
          </a:lstStyle>
          <a:p>
            <a:pPr lvl="0"/>
            <a:r>
              <a:rPr lang="nl-NL"/>
              <a:t>Bodytekst, doorlopende alineatekst, twee losse kolommen</a:t>
            </a:r>
          </a:p>
        </p:txBody>
      </p:sp>
    </p:spTree>
    <p:extLst>
      <p:ext uri="{BB962C8B-B14F-4D97-AF65-F5344CB8AC3E}">
        <p14:creationId xmlns:p14="http://schemas.microsoft.com/office/powerpoint/2010/main" val="1599465337"/>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kst en klein beeld">
  <p:cSld name="Tekst en klein beeld">
    <p:spTree>
      <p:nvGrpSpPr>
        <p:cNvPr id="1" name="Shape 50"/>
        <p:cNvGrpSpPr/>
        <p:nvPr/>
      </p:nvGrpSpPr>
      <p:grpSpPr>
        <a:xfrm>
          <a:off x="0" y="0"/>
          <a:ext cx="0" cy="0"/>
          <a:chOff x="0" y="0"/>
          <a:chExt cx="0" cy="0"/>
        </a:xfrm>
      </p:grpSpPr>
      <p:sp>
        <p:nvSpPr>
          <p:cNvPr id="51" name="Google Shape;51;p6"/>
          <p:cNvSpPr txBox="1">
            <a:spLocks noGrp="1"/>
          </p:cNvSpPr>
          <p:nvPr>
            <p:ph type="title"/>
          </p:nvPr>
        </p:nvSpPr>
        <p:spPr>
          <a:xfrm>
            <a:off x="812602" y="698954"/>
            <a:ext cx="4078486" cy="54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nl-NL"/>
              <a:t>Klik om stijl te bewerken</a:t>
            </a:r>
            <a:endParaRPr/>
          </a:p>
        </p:txBody>
      </p:sp>
      <p:sp>
        <p:nvSpPr>
          <p:cNvPr id="52" name="Google Shape;52;p6"/>
          <p:cNvSpPr txBox="1">
            <a:spLocks noGrp="1"/>
          </p:cNvSpPr>
          <p:nvPr>
            <p:ph type="sldNum" idx="12"/>
          </p:nvPr>
        </p:nvSpPr>
        <p:spPr>
          <a:xfrm>
            <a:off x="8712421" y="6461968"/>
            <a:ext cx="182341" cy="153888"/>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nl-NL"/>
              <a:pPr marL="0" lvl="0" indent="0" algn="r" rtl="0">
                <a:spcBef>
                  <a:spcPts val="0"/>
                </a:spcBef>
                <a:spcAft>
                  <a:spcPts val="0"/>
                </a:spcAft>
                <a:buNone/>
              </a:pPr>
              <a:t>‹nr.›</a:t>
            </a:fld>
            <a:endParaRPr/>
          </a:p>
        </p:txBody>
      </p:sp>
      <p:sp>
        <p:nvSpPr>
          <p:cNvPr id="53" name="Google Shape;53;p6"/>
          <p:cNvSpPr txBox="1">
            <a:spLocks noGrp="1"/>
          </p:cNvSpPr>
          <p:nvPr>
            <p:ph type="body" idx="1"/>
          </p:nvPr>
        </p:nvSpPr>
        <p:spPr>
          <a:xfrm>
            <a:off x="812602" y="1484313"/>
            <a:ext cx="4078486" cy="4284662"/>
          </a:xfrm>
          <a:prstGeom prst="rect">
            <a:avLst/>
          </a:prstGeom>
          <a:noFill/>
          <a:ln>
            <a:noFill/>
          </a:ln>
        </p:spPr>
        <p:txBody>
          <a:bodyPr spcFirstLastPara="1" wrap="square" lIns="0" tIns="0" rIns="0" bIns="0" anchor="t" anchorCtr="0">
            <a:noAutofit/>
          </a:bodyPr>
          <a:lstStyle>
            <a:lvl1pPr marL="371475" lvl="0" indent="-185738" algn="l">
              <a:lnSpc>
                <a:spcPct val="135000"/>
              </a:lnSpc>
              <a:spcBef>
                <a:spcPts val="0"/>
              </a:spcBef>
              <a:spcAft>
                <a:spcPts val="0"/>
              </a:spcAft>
              <a:buClr>
                <a:schemeClr val="accent6"/>
              </a:buClr>
              <a:buSzPts val="1800"/>
              <a:buNone/>
              <a:defRPr/>
            </a:lvl1pPr>
            <a:lvl2pPr marL="742950" lvl="1" indent="-282475" algn="l">
              <a:lnSpc>
                <a:spcPct val="135000"/>
              </a:lnSpc>
              <a:spcBef>
                <a:spcPts val="0"/>
              </a:spcBef>
              <a:spcAft>
                <a:spcPts val="0"/>
              </a:spcAft>
              <a:buClr>
                <a:schemeClr val="accent6"/>
              </a:buClr>
              <a:buSzPts val="1875"/>
              <a:buFont typeface="Arial"/>
              <a:buChar char="•"/>
              <a:defRPr sz="2031"/>
            </a:lvl2pPr>
            <a:lvl3pPr marL="1114425" lvl="2" indent="-278606" algn="l">
              <a:lnSpc>
                <a:spcPct val="135000"/>
              </a:lnSpc>
              <a:spcBef>
                <a:spcPts val="0"/>
              </a:spcBef>
              <a:spcAft>
                <a:spcPts val="0"/>
              </a:spcAft>
              <a:buClr>
                <a:schemeClr val="accent6"/>
              </a:buClr>
              <a:buSzPts val="1800"/>
              <a:buChar char="•"/>
              <a:defRPr/>
            </a:lvl3pPr>
            <a:lvl4pPr marL="1485900" lvl="3" indent="-278606" algn="l">
              <a:lnSpc>
                <a:spcPct val="135000"/>
              </a:lnSpc>
              <a:spcBef>
                <a:spcPts val="0"/>
              </a:spcBef>
              <a:spcAft>
                <a:spcPts val="0"/>
              </a:spcAft>
              <a:buClr>
                <a:schemeClr val="accent6"/>
              </a:buClr>
              <a:buSzPts val="1800"/>
              <a:buChar char="•"/>
              <a:defRPr/>
            </a:lvl4pPr>
            <a:lvl5pPr marL="1857375" lvl="4" indent="-278606" algn="l">
              <a:lnSpc>
                <a:spcPct val="135000"/>
              </a:lnSpc>
              <a:spcBef>
                <a:spcPts val="0"/>
              </a:spcBef>
              <a:spcAft>
                <a:spcPts val="0"/>
              </a:spcAft>
              <a:buClr>
                <a:schemeClr val="accent6"/>
              </a:buClr>
              <a:buSzPts val="1800"/>
              <a:buChar char="•"/>
              <a:defRPr/>
            </a:lvl5pPr>
            <a:lvl6pPr marL="2228850" lvl="5" indent="-278606" algn="l">
              <a:lnSpc>
                <a:spcPct val="90000"/>
              </a:lnSpc>
              <a:spcBef>
                <a:spcPts val="406"/>
              </a:spcBef>
              <a:spcAft>
                <a:spcPts val="0"/>
              </a:spcAft>
              <a:buClr>
                <a:schemeClr val="dk1"/>
              </a:buClr>
              <a:buSzPts val="1800"/>
              <a:buChar char="•"/>
              <a:defRPr/>
            </a:lvl6pPr>
            <a:lvl7pPr marL="2600325" lvl="6" indent="-278606" algn="l">
              <a:lnSpc>
                <a:spcPct val="90000"/>
              </a:lnSpc>
              <a:spcBef>
                <a:spcPts val="406"/>
              </a:spcBef>
              <a:spcAft>
                <a:spcPts val="0"/>
              </a:spcAft>
              <a:buClr>
                <a:schemeClr val="dk1"/>
              </a:buClr>
              <a:buSzPts val="1800"/>
              <a:buChar char="•"/>
              <a:defRPr/>
            </a:lvl7pPr>
            <a:lvl8pPr marL="2971800" lvl="7" indent="-278606" algn="l">
              <a:lnSpc>
                <a:spcPct val="90000"/>
              </a:lnSpc>
              <a:spcBef>
                <a:spcPts val="406"/>
              </a:spcBef>
              <a:spcAft>
                <a:spcPts val="0"/>
              </a:spcAft>
              <a:buClr>
                <a:schemeClr val="dk1"/>
              </a:buClr>
              <a:buSzPts val="1800"/>
              <a:buChar char="•"/>
              <a:defRPr/>
            </a:lvl8pPr>
            <a:lvl9pPr marL="3343275" lvl="8" indent="-278606" algn="l">
              <a:lnSpc>
                <a:spcPct val="90000"/>
              </a:lnSpc>
              <a:spcBef>
                <a:spcPts val="406"/>
              </a:spcBef>
              <a:spcAft>
                <a:spcPts val="0"/>
              </a:spcAft>
              <a:buClr>
                <a:schemeClr val="dk1"/>
              </a:buClr>
              <a:buSzPts val="1800"/>
              <a:buChar char="•"/>
              <a:defRPr/>
            </a:lvl9pPr>
          </a:lstStyle>
          <a:p>
            <a:pPr lvl="0"/>
            <a:r>
              <a:rPr lang="nl-NL"/>
              <a:t>Klikken om de tekststijl van het model te bewerken</a:t>
            </a:r>
          </a:p>
        </p:txBody>
      </p:sp>
      <p:sp>
        <p:nvSpPr>
          <p:cNvPr id="54" name="Google Shape;54;p6"/>
          <p:cNvSpPr>
            <a:spLocks noGrp="1"/>
          </p:cNvSpPr>
          <p:nvPr>
            <p:ph type="pic" idx="2"/>
          </p:nvPr>
        </p:nvSpPr>
        <p:spPr>
          <a:xfrm>
            <a:off x="5871703" y="1484314"/>
            <a:ext cx="3221697" cy="2320771"/>
          </a:xfrm>
          <a:prstGeom prst="rect">
            <a:avLst/>
          </a:prstGeom>
          <a:solidFill>
            <a:srgbClr val="F2F2F2"/>
          </a:solidFill>
          <a:ln>
            <a:noFill/>
          </a:ln>
        </p:spPr>
        <p:txBody>
          <a:bodyPr spcFirstLastPara="1" wrap="square" lIns="0" tIns="936000" rIns="0" bIns="0" anchor="ctr" anchorCtr="1">
            <a:noAutofit/>
          </a:bodyPr>
          <a:lstStyle>
            <a:lvl1pPr marR="0" lvl="0" algn="ctr" rtl="0">
              <a:lnSpc>
                <a:spcPct val="135000"/>
              </a:lnSpc>
              <a:spcBef>
                <a:spcPts val="0"/>
              </a:spcBef>
              <a:spcAft>
                <a:spcPts val="0"/>
              </a:spcAft>
              <a:buClr>
                <a:schemeClr val="accent6"/>
              </a:buClr>
              <a:buSzPts val="1200"/>
              <a:buFont typeface="Arial"/>
              <a:buNone/>
              <a:defRPr sz="975" b="0" i="0" u="none" strike="noStrike" cap="none">
                <a:solidFill>
                  <a:schemeClr val="accent6"/>
                </a:solidFill>
                <a:latin typeface="Arial"/>
                <a:ea typeface="Arial"/>
                <a:cs typeface="Arial"/>
                <a:sym typeface="Arial"/>
              </a:defRPr>
            </a:lvl1pPr>
            <a:lvl2pPr marR="0" lvl="1" algn="l" rtl="0">
              <a:lnSpc>
                <a:spcPct val="135000"/>
              </a:lnSpc>
              <a:spcBef>
                <a:spcPts val="0"/>
              </a:spcBef>
              <a:spcAft>
                <a:spcPts val="0"/>
              </a:spcAft>
              <a:buClr>
                <a:schemeClr val="accent6"/>
              </a:buClr>
              <a:buSzPts val="1575"/>
              <a:buFont typeface="Arial"/>
              <a:buChar char="•"/>
              <a:defRPr sz="1706" b="0" i="0" u="none" strike="noStrike" cap="none">
                <a:solidFill>
                  <a:schemeClr val="accent6"/>
                </a:solidFill>
                <a:latin typeface="Arial"/>
                <a:ea typeface="Arial"/>
                <a:cs typeface="Arial"/>
                <a:sym typeface="Arial"/>
              </a:defRPr>
            </a:lvl2pPr>
            <a:lvl3pPr marR="0" lvl="2"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3pPr>
            <a:lvl4pPr marR="0" lvl="3"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4pPr>
            <a:lvl5pPr marR="0" lvl="4"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5pPr>
            <a:lvl6pPr marR="0" lvl="5"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6pPr>
            <a:lvl7pPr marR="0" lvl="6"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7pPr>
            <a:lvl8pPr marR="0" lvl="7"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8pPr>
            <a:lvl9pPr marR="0" lvl="8"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9pPr>
          </a:lstStyle>
          <a:p>
            <a:r>
              <a:rPr lang="nl-NL"/>
              <a:t>Klik op het pictogram als u een afbeelding wilt toevoegen</a:t>
            </a:r>
            <a:endParaRPr/>
          </a:p>
        </p:txBody>
      </p:sp>
      <p:grpSp>
        <p:nvGrpSpPr>
          <p:cNvPr id="55" name="Google Shape;55;p6"/>
          <p:cNvGrpSpPr/>
          <p:nvPr/>
        </p:nvGrpSpPr>
        <p:grpSpPr>
          <a:xfrm>
            <a:off x="-1284684" y="1484315"/>
            <a:ext cx="1211163" cy="2721685"/>
            <a:chOff x="-1581150" y="1825625"/>
            <a:chExt cx="1490662" cy="2721685"/>
          </a:xfrm>
        </p:grpSpPr>
        <p:sp>
          <p:nvSpPr>
            <p:cNvPr id="56" name="Google Shape;56;p6"/>
            <p:cNvSpPr/>
            <p:nvPr/>
          </p:nvSpPr>
          <p:spPr>
            <a:xfrm>
              <a:off x="-1581150" y="1825625"/>
              <a:ext cx="1490662" cy="498791"/>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dk1"/>
                </a:buClr>
                <a:buSzPts val="1050"/>
                <a:buFont typeface="Karla"/>
                <a:buNone/>
              </a:pPr>
              <a:r>
                <a:rPr lang="nl-NL" sz="853">
                  <a:solidFill>
                    <a:schemeClr val="dk1"/>
                  </a:solidFill>
                  <a:latin typeface="Arial"/>
                  <a:ea typeface="Arial"/>
                  <a:cs typeface="Arial"/>
                  <a:sym typeface="Arial"/>
                </a:rPr>
                <a:t>Het eerste tekstniveau heeft geen bullet en springt niet in. </a:t>
              </a:r>
              <a:endParaRPr sz="1463"/>
            </a:p>
          </p:txBody>
        </p:sp>
        <p:pic>
          <p:nvPicPr>
            <p:cNvPr id="57" name="Google Shape;57;p6"/>
            <p:cNvPicPr preferRelativeResize="0"/>
            <p:nvPr/>
          </p:nvPicPr>
          <p:blipFill rotWithShape="1">
            <a:blip r:embed="rId2">
              <a:alphaModFix/>
            </a:blip>
            <a:srcRect/>
            <a:stretch/>
          </p:blipFill>
          <p:spPr>
            <a:xfrm>
              <a:off x="-1581150" y="2383997"/>
              <a:ext cx="1171575" cy="580360"/>
            </a:xfrm>
            <a:prstGeom prst="rect">
              <a:avLst/>
            </a:prstGeom>
            <a:solidFill>
              <a:schemeClr val="lt2"/>
            </a:solidFill>
            <a:ln>
              <a:noFill/>
            </a:ln>
            <a:effectLst>
              <a:outerShdw blurRad="50800" dist="38100" dir="2700000" algn="tl" rotWithShape="0">
                <a:srgbClr val="000000">
                  <a:alpha val="20000"/>
                </a:srgbClr>
              </a:outerShdw>
            </a:effectLst>
          </p:spPr>
        </p:pic>
        <p:grpSp>
          <p:nvGrpSpPr>
            <p:cNvPr id="58" name="Google Shape;58;p6"/>
            <p:cNvGrpSpPr/>
            <p:nvPr/>
          </p:nvGrpSpPr>
          <p:grpSpPr>
            <a:xfrm>
              <a:off x="-1581150" y="3751973"/>
              <a:ext cx="1245474" cy="795337"/>
              <a:chOff x="-1603261" y="3756031"/>
              <a:chExt cx="1245474" cy="795337"/>
            </a:xfrm>
          </p:grpSpPr>
          <p:pic>
            <p:nvPicPr>
              <p:cNvPr id="59" name="Google Shape;59;p6"/>
              <p:cNvPicPr preferRelativeResize="0"/>
              <p:nvPr/>
            </p:nvPicPr>
            <p:blipFill rotWithShape="1">
              <a:blip r:embed="rId3">
                <a:alphaModFix/>
              </a:blip>
              <a:srcRect b="6146"/>
              <a:stretch/>
            </p:blipFill>
            <p:spPr>
              <a:xfrm>
                <a:off x="-1603261" y="3935363"/>
                <a:ext cx="1007844" cy="616005"/>
              </a:xfrm>
              <a:prstGeom prst="rect">
                <a:avLst/>
              </a:prstGeom>
              <a:solidFill>
                <a:schemeClr val="lt2"/>
              </a:solidFill>
              <a:ln>
                <a:noFill/>
              </a:ln>
              <a:effectLst>
                <a:outerShdw blurRad="50800" dist="38100" dir="2700000" algn="tl" rotWithShape="0">
                  <a:srgbClr val="000000">
                    <a:alpha val="20000"/>
                  </a:srgbClr>
                </a:outerShdw>
              </a:effectLst>
            </p:spPr>
          </p:pic>
          <p:sp>
            <p:nvSpPr>
              <p:cNvPr id="60" name="Google Shape;60;p6"/>
              <p:cNvSpPr txBox="1"/>
              <p:nvPr/>
            </p:nvSpPr>
            <p:spPr>
              <a:xfrm>
                <a:off x="-1266854" y="4415637"/>
                <a:ext cx="291748" cy="123495"/>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0"/>
                  </a:spcAft>
                  <a:buNone/>
                </a:pPr>
                <a:r>
                  <a:rPr lang="nl-NL" sz="650">
                    <a:solidFill>
                      <a:schemeClr val="dk2"/>
                    </a:solidFill>
                    <a:latin typeface="Arial"/>
                    <a:ea typeface="Arial"/>
                    <a:cs typeface="Arial"/>
                    <a:sym typeface="Arial"/>
                  </a:rPr>
                  <a:t>Alinea</a:t>
                </a:r>
                <a:endParaRPr sz="1463"/>
              </a:p>
            </p:txBody>
          </p:sp>
          <p:pic>
            <p:nvPicPr>
              <p:cNvPr id="61" name="Google Shape;61;p6" descr="Vergrootglas"/>
              <p:cNvPicPr preferRelativeResize="0"/>
              <p:nvPr/>
            </p:nvPicPr>
            <p:blipFill rotWithShape="1">
              <a:blip r:embed="rId4">
                <a:alphaModFix/>
              </a:blip>
              <a:srcRect/>
              <a:stretch/>
            </p:blipFill>
            <p:spPr>
              <a:xfrm>
                <a:off x="-1148362" y="3756031"/>
                <a:ext cx="790575" cy="790575"/>
              </a:xfrm>
              <a:prstGeom prst="rect">
                <a:avLst/>
              </a:prstGeom>
              <a:noFill/>
              <a:ln>
                <a:noFill/>
              </a:ln>
            </p:spPr>
          </p:pic>
        </p:grpSp>
        <p:sp>
          <p:nvSpPr>
            <p:cNvPr id="62" name="Google Shape;62;p6"/>
            <p:cNvSpPr/>
            <p:nvPr/>
          </p:nvSpPr>
          <p:spPr>
            <a:xfrm>
              <a:off x="-1581150" y="3023938"/>
              <a:ext cx="1490662" cy="668453"/>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dk1"/>
                </a:buClr>
                <a:buSzPts val="1050"/>
                <a:buFont typeface="Karla"/>
                <a:buNone/>
              </a:pPr>
              <a:r>
                <a:rPr lang="nl-NL" sz="853">
                  <a:solidFill>
                    <a:schemeClr val="dk1"/>
                  </a:solidFill>
                  <a:latin typeface="Arial"/>
                  <a:ea typeface="Arial"/>
                  <a:cs typeface="Arial"/>
                  <a:sym typeface="Arial"/>
                </a:rPr>
                <a:t>Om een bullet lijst te starten, klik op ‘</a:t>
              </a:r>
              <a:r>
                <a:rPr lang="nl-NL" sz="853">
                  <a:solidFill>
                    <a:schemeClr val="accent3"/>
                  </a:solidFill>
                  <a:latin typeface="Arial"/>
                  <a:ea typeface="Arial"/>
                  <a:cs typeface="Arial"/>
                  <a:sym typeface="Arial"/>
                </a:rPr>
                <a:t>Lijstniveau verhogen</a:t>
              </a:r>
              <a:r>
                <a:rPr lang="nl-NL" sz="853">
                  <a:solidFill>
                    <a:schemeClr val="dk1"/>
                  </a:solidFill>
                  <a:latin typeface="Arial"/>
                  <a:ea typeface="Arial"/>
                  <a:cs typeface="Arial"/>
                  <a:sym typeface="Arial"/>
                </a:rPr>
                <a:t>’ op tabblad Start</a:t>
              </a:r>
              <a:endParaRPr sz="1463"/>
            </a:p>
          </p:txBody>
        </p:sp>
      </p:grpSp>
    </p:spTree>
    <p:extLst>
      <p:ext uri="{BB962C8B-B14F-4D97-AF65-F5344CB8AC3E}">
        <p14:creationId xmlns:p14="http://schemas.microsoft.com/office/powerpoint/2010/main" val="1877146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Tussenpagina">
    <p:bg>
      <p:bgPr>
        <a:solidFill>
          <a:schemeClr val="accent1"/>
        </a:solidFill>
        <a:effectLst/>
      </p:bgPr>
    </p:bg>
    <p:spTree>
      <p:nvGrpSpPr>
        <p:cNvPr id="1" name=""/>
        <p:cNvGrpSpPr/>
        <p:nvPr/>
      </p:nvGrpSpPr>
      <p:grpSpPr>
        <a:xfrm>
          <a:off x="0" y="0"/>
          <a:ext cx="0" cy="0"/>
          <a:chOff x="0" y="0"/>
          <a:chExt cx="0" cy="0"/>
        </a:xfrm>
      </p:grpSpPr>
      <p:sp>
        <p:nvSpPr>
          <p:cNvPr id="17" name="Vrije vorm: vorm 16">
            <a:extLst>
              <a:ext uri="{FF2B5EF4-FFF2-40B4-BE49-F238E27FC236}">
                <a16:creationId xmlns:a16="http://schemas.microsoft.com/office/drawing/2014/main" id="{239D59E7-5F05-4E02-BF60-B87052A1126D}"/>
              </a:ext>
            </a:extLst>
          </p:cNvPr>
          <p:cNvSpPr>
            <a:spLocks/>
          </p:cNvSpPr>
          <p:nvPr userDrawn="1"/>
        </p:nvSpPr>
        <p:spPr bwMode="auto">
          <a:xfrm>
            <a:off x="7890464" y="2131590"/>
            <a:ext cx="2015536" cy="4726411"/>
          </a:xfrm>
          <a:custGeom>
            <a:avLst/>
            <a:gdLst>
              <a:gd name="connsiteX0" fmla="*/ 1857716 w 2480660"/>
              <a:gd name="connsiteY0" fmla="*/ 0 h 4726411"/>
              <a:gd name="connsiteX1" fmla="*/ 2480660 w 2480660"/>
              <a:gd name="connsiteY1" fmla="*/ 192663 h 4726411"/>
              <a:gd name="connsiteX2" fmla="*/ 2480660 w 2480660"/>
              <a:gd name="connsiteY2" fmla="*/ 4726411 h 4726411"/>
              <a:gd name="connsiteX3" fmla="*/ 0 w 2480660"/>
              <a:gd name="connsiteY3" fmla="*/ 4726411 h 4726411"/>
            </a:gdLst>
            <a:ahLst/>
            <a:cxnLst>
              <a:cxn ang="0">
                <a:pos x="connsiteX0" y="connsiteY0"/>
              </a:cxn>
              <a:cxn ang="0">
                <a:pos x="connsiteX1" y="connsiteY1"/>
              </a:cxn>
              <a:cxn ang="0">
                <a:pos x="connsiteX2" y="connsiteY2"/>
              </a:cxn>
              <a:cxn ang="0">
                <a:pos x="connsiteX3" y="connsiteY3"/>
              </a:cxn>
            </a:cxnLst>
            <a:rect l="l" t="t" r="r" b="b"/>
            <a:pathLst>
              <a:path w="2480660" h="4726411">
                <a:moveTo>
                  <a:pt x="1857716" y="0"/>
                </a:moveTo>
                <a:lnTo>
                  <a:pt x="2480660" y="192663"/>
                </a:lnTo>
                <a:lnTo>
                  <a:pt x="2480660" y="4726411"/>
                </a:lnTo>
                <a:lnTo>
                  <a:pt x="0" y="4726411"/>
                </a:lnTo>
                <a:close/>
              </a:path>
            </a:pathLst>
          </a:custGeom>
          <a:solidFill>
            <a:schemeClr val="accent3"/>
          </a:solidFill>
          <a:ln>
            <a:noFill/>
          </a:ln>
        </p:spPr>
        <p:txBody>
          <a:bodyPr vert="horz" wrap="square" lIns="74295" tIns="37148" rIns="74295" bIns="37148" numCol="1" anchor="t" anchorCtr="0" compatLnSpc="1">
            <a:prstTxWarp prst="textNoShape">
              <a:avLst/>
            </a:prstTxWarp>
            <a:noAutofit/>
          </a:bodyPr>
          <a:lstStyle/>
          <a:p>
            <a:endParaRPr lang="nl-NL" sz="1463"/>
          </a:p>
        </p:txBody>
      </p:sp>
      <p:sp>
        <p:nvSpPr>
          <p:cNvPr id="6" name="Tijdelijke aanduiding voor dianummer 5">
            <a:extLst>
              <a:ext uri="{FF2B5EF4-FFF2-40B4-BE49-F238E27FC236}">
                <a16:creationId xmlns:a16="http://schemas.microsoft.com/office/drawing/2014/main" id="{F5A34DB6-2A36-4E2B-816F-26B158667EAA}"/>
              </a:ext>
            </a:extLst>
          </p:cNvPr>
          <p:cNvSpPr>
            <a:spLocks noGrp="1"/>
          </p:cNvSpPr>
          <p:nvPr>
            <p:ph type="sldNum" sz="quarter" idx="12"/>
          </p:nvPr>
        </p:nvSpPr>
        <p:spPr/>
        <p:txBody>
          <a:bodyPr/>
          <a:lstStyle/>
          <a:p>
            <a:fld id="{C300B898-51E3-47C9-86FC-BCC74C80B2D5}" type="slidenum">
              <a:rPr lang="nl-NL" smtClean="0"/>
              <a:t>‹nr.›</a:t>
            </a:fld>
            <a:endParaRPr lang="nl-NL"/>
          </a:p>
        </p:txBody>
      </p:sp>
      <p:sp>
        <p:nvSpPr>
          <p:cNvPr id="2" name="Titel 1">
            <a:extLst>
              <a:ext uri="{FF2B5EF4-FFF2-40B4-BE49-F238E27FC236}">
                <a16:creationId xmlns:a16="http://schemas.microsoft.com/office/drawing/2014/main" id="{E47AA52C-6497-49BB-B88F-8B0009B99B25}"/>
              </a:ext>
            </a:extLst>
          </p:cNvPr>
          <p:cNvSpPr>
            <a:spLocks noGrp="1"/>
          </p:cNvSpPr>
          <p:nvPr>
            <p:ph type="title" hasCustomPrompt="1"/>
          </p:nvPr>
        </p:nvSpPr>
        <p:spPr>
          <a:xfrm>
            <a:off x="812602" y="2425359"/>
            <a:ext cx="7312500" cy="609398"/>
          </a:xfrm>
        </p:spPr>
        <p:txBody>
          <a:bodyPr anchor="b"/>
          <a:lstStyle>
            <a:lvl1pPr>
              <a:defRPr sz="3575">
                <a:solidFill>
                  <a:schemeClr val="bg1"/>
                </a:solidFill>
                <a:latin typeface="+mn-lt"/>
              </a:defRPr>
            </a:lvl1pPr>
          </a:lstStyle>
          <a:p>
            <a:r>
              <a:rPr lang="nl-NL"/>
              <a:t>Titel</a:t>
            </a:r>
          </a:p>
        </p:txBody>
      </p:sp>
      <p:sp>
        <p:nvSpPr>
          <p:cNvPr id="3" name="Tijdelijke aanduiding voor tekst 2">
            <a:extLst>
              <a:ext uri="{FF2B5EF4-FFF2-40B4-BE49-F238E27FC236}">
                <a16:creationId xmlns:a16="http://schemas.microsoft.com/office/drawing/2014/main" id="{DBEEBC94-7660-41F3-937A-FFE130FD1B47}"/>
              </a:ext>
            </a:extLst>
          </p:cNvPr>
          <p:cNvSpPr>
            <a:spLocks noGrp="1"/>
          </p:cNvSpPr>
          <p:nvPr>
            <p:ph type="body" idx="1" hasCustomPrompt="1"/>
          </p:nvPr>
        </p:nvSpPr>
        <p:spPr>
          <a:xfrm>
            <a:off x="812602" y="3112857"/>
            <a:ext cx="7312500" cy="447495"/>
          </a:xfrm>
        </p:spPr>
        <p:txBody>
          <a:bodyPr wrap="square">
            <a:noAutofit/>
          </a:bodyPr>
          <a:lstStyle>
            <a:lvl1pPr marL="0" indent="0">
              <a:buNone/>
              <a:defRPr sz="1950">
                <a:solidFill>
                  <a:schemeClr val="bg1"/>
                </a:solidFill>
                <a:latin typeface="+mn-lt"/>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nl-NL"/>
              <a:t>Subtitel</a:t>
            </a:r>
          </a:p>
        </p:txBody>
      </p:sp>
      <p:grpSp>
        <p:nvGrpSpPr>
          <p:cNvPr id="9" name="Groep 8">
            <a:extLst>
              <a:ext uri="{FF2B5EF4-FFF2-40B4-BE49-F238E27FC236}">
                <a16:creationId xmlns:a16="http://schemas.microsoft.com/office/drawing/2014/main" id="{14BFC5AE-BBA7-4022-891E-FDA842B624E7}"/>
              </a:ext>
            </a:extLst>
          </p:cNvPr>
          <p:cNvGrpSpPr/>
          <p:nvPr userDrawn="1"/>
        </p:nvGrpSpPr>
        <p:grpSpPr>
          <a:xfrm>
            <a:off x="0" y="6089650"/>
            <a:ext cx="9906000" cy="768350"/>
            <a:chOff x="0" y="6089650"/>
            <a:chExt cx="12192000" cy="768350"/>
          </a:xfrm>
        </p:grpSpPr>
        <p:sp>
          <p:nvSpPr>
            <p:cNvPr id="10" name="Freeform 5">
              <a:extLst>
                <a:ext uri="{FF2B5EF4-FFF2-40B4-BE49-F238E27FC236}">
                  <a16:creationId xmlns:a16="http://schemas.microsoft.com/office/drawing/2014/main" id="{2B7D37B5-6E1B-49C7-8BEA-57F0A7260423}"/>
                </a:ext>
              </a:extLst>
            </p:cNvPr>
            <p:cNvSpPr>
              <a:spLocks/>
            </p:cNvSpPr>
            <p:nvPr userDrawn="1"/>
          </p:nvSpPr>
          <p:spPr bwMode="auto">
            <a:xfrm>
              <a:off x="0" y="6332537"/>
              <a:ext cx="4279900" cy="525463"/>
            </a:xfrm>
            <a:custGeom>
              <a:avLst/>
              <a:gdLst>
                <a:gd name="T0" fmla="*/ 2696 w 2696"/>
                <a:gd name="T1" fmla="*/ 331 h 331"/>
                <a:gd name="T2" fmla="*/ 2348 w 2696"/>
                <a:gd name="T3" fmla="*/ 49 h 331"/>
                <a:gd name="T4" fmla="*/ 0 w 2696"/>
                <a:gd name="T5" fmla="*/ 0 h 331"/>
                <a:gd name="T6" fmla="*/ 0 w 2696"/>
                <a:gd name="T7" fmla="*/ 331 h 331"/>
                <a:gd name="T8" fmla="*/ 2696 w 2696"/>
                <a:gd name="T9" fmla="*/ 331 h 331"/>
              </a:gdLst>
              <a:ahLst/>
              <a:cxnLst>
                <a:cxn ang="0">
                  <a:pos x="T0" y="T1"/>
                </a:cxn>
                <a:cxn ang="0">
                  <a:pos x="T2" y="T3"/>
                </a:cxn>
                <a:cxn ang="0">
                  <a:pos x="T4" y="T5"/>
                </a:cxn>
                <a:cxn ang="0">
                  <a:pos x="T6" y="T7"/>
                </a:cxn>
                <a:cxn ang="0">
                  <a:pos x="T8" y="T9"/>
                </a:cxn>
              </a:cxnLst>
              <a:rect l="0" t="0" r="r" b="b"/>
              <a:pathLst>
                <a:path w="2696" h="331">
                  <a:moveTo>
                    <a:pt x="2696" y="331"/>
                  </a:moveTo>
                  <a:lnTo>
                    <a:pt x="2348" y="49"/>
                  </a:lnTo>
                  <a:lnTo>
                    <a:pt x="0" y="0"/>
                  </a:lnTo>
                  <a:lnTo>
                    <a:pt x="0" y="331"/>
                  </a:lnTo>
                  <a:lnTo>
                    <a:pt x="2696" y="33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nl-NL" sz="1463"/>
            </a:p>
          </p:txBody>
        </p:sp>
        <p:sp>
          <p:nvSpPr>
            <p:cNvPr id="11" name="Freeform 6">
              <a:extLst>
                <a:ext uri="{FF2B5EF4-FFF2-40B4-BE49-F238E27FC236}">
                  <a16:creationId xmlns:a16="http://schemas.microsoft.com/office/drawing/2014/main" id="{4E744938-16E8-4DA1-8399-0EFD27BE9257}"/>
                </a:ext>
              </a:extLst>
            </p:cNvPr>
            <p:cNvSpPr>
              <a:spLocks/>
            </p:cNvSpPr>
            <p:nvPr userDrawn="1"/>
          </p:nvSpPr>
          <p:spPr bwMode="auto">
            <a:xfrm>
              <a:off x="0" y="6089650"/>
              <a:ext cx="12192000" cy="768350"/>
            </a:xfrm>
            <a:custGeom>
              <a:avLst/>
              <a:gdLst>
                <a:gd name="T0" fmla="*/ 7680 w 7680"/>
                <a:gd name="T1" fmla="*/ 484 h 484"/>
                <a:gd name="T2" fmla="*/ 7680 w 7680"/>
                <a:gd name="T3" fmla="*/ 0 h 484"/>
                <a:gd name="T4" fmla="*/ 0 w 7680"/>
                <a:gd name="T5" fmla="*/ 290 h 484"/>
                <a:gd name="T6" fmla="*/ 0 w 7680"/>
                <a:gd name="T7" fmla="*/ 484 h 484"/>
                <a:gd name="T8" fmla="*/ 7680 w 7680"/>
                <a:gd name="T9" fmla="*/ 484 h 484"/>
              </a:gdLst>
              <a:ahLst/>
              <a:cxnLst>
                <a:cxn ang="0">
                  <a:pos x="T0" y="T1"/>
                </a:cxn>
                <a:cxn ang="0">
                  <a:pos x="T2" y="T3"/>
                </a:cxn>
                <a:cxn ang="0">
                  <a:pos x="T4" y="T5"/>
                </a:cxn>
                <a:cxn ang="0">
                  <a:pos x="T6" y="T7"/>
                </a:cxn>
                <a:cxn ang="0">
                  <a:pos x="T8" y="T9"/>
                </a:cxn>
              </a:cxnLst>
              <a:rect l="0" t="0" r="r" b="b"/>
              <a:pathLst>
                <a:path w="7680" h="484">
                  <a:moveTo>
                    <a:pt x="7680" y="484"/>
                  </a:moveTo>
                  <a:lnTo>
                    <a:pt x="7680" y="0"/>
                  </a:lnTo>
                  <a:lnTo>
                    <a:pt x="0" y="290"/>
                  </a:lnTo>
                  <a:lnTo>
                    <a:pt x="0" y="484"/>
                  </a:lnTo>
                  <a:lnTo>
                    <a:pt x="7680" y="48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nl-NL" sz="1463"/>
            </a:p>
          </p:txBody>
        </p:sp>
      </p:grpSp>
      <p:pic>
        <p:nvPicPr>
          <p:cNvPr id="12" name="Afbeelding 11">
            <a:extLst>
              <a:ext uri="{FF2B5EF4-FFF2-40B4-BE49-F238E27FC236}">
                <a16:creationId xmlns:a16="http://schemas.microsoft.com/office/drawing/2014/main" id="{BE0DC7DB-3FF4-4A02-9E29-EC575532B7C1}"/>
              </a:ext>
            </a:extLst>
          </p:cNvPr>
          <p:cNvPicPr>
            <a:picLocks noChangeAspect="1"/>
          </p:cNvPicPr>
          <p:nvPr userDrawn="1"/>
        </p:nvPicPr>
        <p:blipFill>
          <a:blip r:embed="rId2"/>
          <a:stretch>
            <a:fillRect/>
          </a:stretch>
        </p:blipFill>
        <p:spPr>
          <a:xfrm>
            <a:off x="9101139" y="5872681"/>
            <a:ext cx="558628" cy="690045"/>
          </a:xfrm>
          <a:prstGeom prst="rect">
            <a:avLst/>
          </a:prstGeom>
        </p:spPr>
      </p:pic>
    </p:spTree>
    <p:extLst>
      <p:ext uri="{BB962C8B-B14F-4D97-AF65-F5344CB8AC3E}">
        <p14:creationId xmlns:p14="http://schemas.microsoft.com/office/powerpoint/2010/main" val="67370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2" name="Afbeelding 1">
            <a:extLst>
              <a:ext uri="{FF2B5EF4-FFF2-40B4-BE49-F238E27FC236}">
                <a16:creationId xmlns:a16="http://schemas.microsoft.com/office/drawing/2014/main" id="{82E2F3DC-560B-1513-87D5-2B76F5AD6229}"/>
              </a:ext>
            </a:extLst>
          </p:cNvPr>
          <p:cNvPicPr>
            <a:picLocks noChangeAspect="1"/>
          </p:cNvPicPr>
          <p:nvPr userDrawn="1"/>
        </p:nvPicPr>
        <p:blipFill>
          <a:blip r:embed="rId6"/>
          <a:stretch>
            <a:fillRect/>
          </a:stretch>
        </p:blipFill>
        <p:spPr>
          <a:xfrm>
            <a:off x="7192169" y="6134100"/>
            <a:ext cx="2713831" cy="723900"/>
          </a:xfrm>
          <a:prstGeom prst="rect">
            <a:avLst/>
          </a:prstGeom>
        </p:spPr>
      </p:pic>
    </p:spTree>
    <p:extLst>
      <p:ext uri="{BB962C8B-B14F-4D97-AF65-F5344CB8AC3E}">
        <p14:creationId xmlns:p14="http://schemas.microsoft.com/office/powerpoint/2010/main" val="14073981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ransition spd="med"/>
  <p:hf sldNum="0" hdr="0" ftr="0" dt="0"/>
  <p:txStyles>
    <p:titleStyle>
      <a:lvl1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1pPr>
      <a:lvl2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2pPr>
      <a:lvl3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3pPr>
      <a:lvl4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4pPr>
      <a:lvl5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5pPr>
      <a:lvl6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6pPr>
      <a:lvl7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7pPr>
      <a:lvl8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8pPr>
      <a:lvl9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9pPr>
    </p:titleStyle>
    <p:bodyStyle>
      <a:lvl1pPr marL="0" marR="0" indent="0" algn="l" defTabSz="914400" rtl="0" latinLnBrk="0">
        <a:lnSpc>
          <a:spcPct val="120000"/>
        </a:lnSpc>
        <a:spcBef>
          <a:spcPts val="0"/>
        </a:spcBef>
        <a:spcAft>
          <a:spcPts val="0"/>
        </a:spcAft>
        <a:buClrTx/>
        <a:buSzTx/>
        <a:buFontTx/>
        <a:buNone/>
        <a:tabLst/>
        <a:defRPr sz="2400" b="1" i="0" u="none" strike="noStrike" cap="none" spc="0" baseline="0">
          <a:solidFill>
            <a:srgbClr val="131B56"/>
          </a:solidFill>
          <a:uFillTx/>
          <a:latin typeface="Muli ExtraBold"/>
          <a:ea typeface="Muli ExtraBold"/>
          <a:cs typeface="Muli ExtraBold"/>
          <a:sym typeface="Muli ExtraBold"/>
        </a:defRPr>
      </a:lvl1pPr>
      <a:lvl2pPr marL="341376" marR="0" indent="-341376" algn="l" defTabSz="914400" rtl="0" latinLnBrk="0">
        <a:lnSpc>
          <a:spcPct val="120000"/>
        </a:lnSpc>
        <a:spcBef>
          <a:spcPts val="0"/>
        </a:spcBef>
        <a:spcAft>
          <a:spcPts val="0"/>
        </a:spcAft>
        <a:buClrTx/>
        <a:buSzPct val="75000"/>
        <a:buFontTx/>
        <a:buBlip>
          <a:blip r:embed="rId7"/>
        </a:buBlip>
        <a:tabLst/>
        <a:defRPr sz="2400" b="1" i="0" u="none" strike="noStrike" cap="none" spc="0" baseline="0">
          <a:solidFill>
            <a:srgbClr val="131B56"/>
          </a:solidFill>
          <a:uFillTx/>
          <a:latin typeface="Muli ExtraBold"/>
          <a:ea typeface="Muli ExtraBold"/>
          <a:cs typeface="Muli ExtraBold"/>
          <a:sym typeface="Muli ExtraBold"/>
        </a:defRPr>
      </a:lvl2pPr>
      <a:lvl3pPr marL="778328" marR="0" indent="-435428" algn="l" defTabSz="914400" rtl="0" latinLnBrk="0">
        <a:lnSpc>
          <a:spcPct val="120000"/>
        </a:lnSpc>
        <a:spcBef>
          <a:spcPts val="0"/>
        </a:spcBef>
        <a:spcAft>
          <a:spcPts val="0"/>
        </a:spcAft>
        <a:buClrTx/>
        <a:buSzPct val="100000"/>
        <a:buFontTx/>
        <a:buBlip>
          <a:blip r:embed="rId7"/>
        </a:buBlip>
        <a:tabLst/>
        <a:defRPr sz="2400" b="1" i="0" u="none" strike="noStrike" cap="none" spc="0" baseline="0">
          <a:solidFill>
            <a:srgbClr val="131B56"/>
          </a:solidFill>
          <a:uFillTx/>
          <a:latin typeface="Muli ExtraBold"/>
          <a:ea typeface="Muli ExtraBold"/>
          <a:cs typeface="Muli ExtraBold"/>
          <a:sym typeface="Muli ExtraBold"/>
        </a:defRPr>
      </a:lvl3pPr>
      <a:lvl4pPr marL="1130298" marR="0" indent="-406398" algn="l" defTabSz="914400" rtl="0" latinLnBrk="0">
        <a:lnSpc>
          <a:spcPct val="120000"/>
        </a:lnSpc>
        <a:spcBef>
          <a:spcPts val="0"/>
        </a:spcBef>
        <a:spcAft>
          <a:spcPts val="0"/>
        </a:spcAft>
        <a:buClrTx/>
        <a:buSzPct val="100000"/>
        <a:buFontTx/>
        <a:buBlip>
          <a:blip r:embed="rId7"/>
        </a:buBlip>
        <a:tabLst/>
        <a:defRPr sz="2400" b="1" i="0" u="none" strike="noStrike" cap="none" spc="0" baseline="0">
          <a:solidFill>
            <a:srgbClr val="131B56"/>
          </a:solidFill>
          <a:uFillTx/>
          <a:latin typeface="Muli ExtraBold"/>
          <a:ea typeface="Muli ExtraBold"/>
          <a:cs typeface="Muli ExtraBold"/>
          <a:sym typeface="Muli ExtraBold"/>
        </a:defRPr>
      </a:lvl4pPr>
      <a:lvl5pPr marL="1485898" marR="0" indent="-406398" algn="l" defTabSz="914400" rtl="0" latinLnBrk="0">
        <a:lnSpc>
          <a:spcPct val="120000"/>
        </a:lnSpc>
        <a:spcBef>
          <a:spcPts val="0"/>
        </a:spcBef>
        <a:spcAft>
          <a:spcPts val="0"/>
        </a:spcAft>
        <a:buClrTx/>
        <a:buSzPct val="100000"/>
        <a:buFontTx/>
        <a:buBlip>
          <a:blip r:embed="rId7"/>
        </a:buBlip>
        <a:tabLst/>
        <a:defRPr sz="2400" b="1" i="0" u="none" strike="noStrike" cap="none" spc="0" baseline="0">
          <a:solidFill>
            <a:srgbClr val="131B56"/>
          </a:solidFill>
          <a:uFillTx/>
          <a:latin typeface="Muli ExtraBold"/>
          <a:ea typeface="Muli ExtraBold"/>
          <a:cs typeface="Muli ExtraBold"/>
          <a:sym typeface="Muli ExtraBold"/>
        </a:defRPr>
      </a:lvl5pPr>
      <a:lvl6pPr marL="2590800" marR="0" indent="-304800" algn="l" defTabSz="914400"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6pPr>
      <a:lvl7pPr marL="3048000" marR="0" indent="-304800" algn="l" defTabSz="914400"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7pPr>
      <a:lvl8pPr marL="3505200" marR="0" indent="-304800" algn="l" defTabSz="914400"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8pPr>
      <a:lvl9pPr marL="3962400" marR="0" indent="-304800" algn="l" defTabSz="914400"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9pPr>
    </p:bodyStyle>
    <p:otherStyle>
      <a:lvl1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1pPr>
      <a:lvl2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2pPr>
      <a:lvl3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3pPr>
      <a:lvl4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4pPr>
      <a:lvl5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5pPr>
      <a:lvl6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6pPr>
      <a:lvl7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7pPr>
      <a:lvl8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8pPr>
      <a:lvl9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4">
            <a:extLst>
              <a:ext uri="{FF2B5EF4-FFF2-40B4-BE49-F238E27FC236}">
                <a16:creationId xmlns:a16="http://schemas.microsoft.com/office/drawing/2014/main" id="{4791ED01-7037-403E-4E93-6D6F56646503}"/>
              </a:ext>
            </a:extLst>
          </p:cNvPr>
          <p:cNvSpPr txBox="1">
            <a:spLocks noGrp="1"/>
          </p:cNvSpPr>
          <p:nvPr>
            <p:ph type="title" idx="4294967295"/>
          </p:nvPr>
        </p:nvSpPr>
        <p:spPr>
          <a:xfrm>
            <a:off x="553674" y="757011"/>
            <a:ext cx="7603355" cy="87144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marR="0" indent="0" algn="l" defTabSz="742950" rtl="0" latinLnBrk="0">
              <a:lnSpc>
                <a:spcPct val="100000"/>
              </a:lnSpc>
              <a:spcBef>
                <a:spcPts val="0"/>
              </a:spcBef>
              <a:spcAft>
                <a:spcPts val="0"/>
              </a:spcAft>
              <a:buClrTx/>
              <a:buSzTx/>
              <a:buFontTx/>
              <a:buNone/>
              <a:tabLst/>
              <a:defRPr sz="3250" b="1" i="0" u="none" strike="noStrike" cap="none" spc="0" baseline="0">
                <a:solidFill>
                  <a:schemeClr val="tx1"/>
                </a:solidFill>
                <a:uFillTx/>
                <a:latin typeface="Muli" pitchFamily="2" charset="77"/>
                <a:ea typeface="Muli ExtraBold"/>
                <a:cs typeface="Muli ExtraBold"/>
                <a:sym typeface="Muli ExtraBold"/>
              </a:defRPr>
            </a:lvl1pPr>
            <a:lvl2pPr marL="0" marR="0" indent="0" algn="l" defTabSz="742950" rtl="0" latinLnBrk="0">
              <a:lnSpc>
                <a:spcPct val="100000"/>
              </a:lnSpc>
              <a:spcBef>
                <a:spcPts val="0"/>
              </a:spcBef>
              <a:spcAft>
                <a:spcPts val="0"/>
              </a:spcAft>
              <a:buClrTx/>
              <a:buSzTx/>
              <a:buFontTx/>
              <a:buNone/>
              <a:tabLst/>
              <a:defRPr sz="12188" b="1" i="0" u="none" strike="noStrike" cap="none" spc="0" baseline="0">
                <a:solidFill>
                  <a:srgbClr val="FFFFFF"/>
                </a:solidFill>
                <a:uFillTx/>
                <a:latin typeface="Muli ExtraBold"/>
                <a:ea typeface="Muli ExtraBold"/>
                <a:cs typeface="Muli ExtraBold"/>
                <a:sym typeface="Muli ExtraBold"/>
              </a:defRPr>
            </a:lvl2pPr>
            <a:lvl3pPr marL="0" marR="0" indent="0" algn="l" defTabSz="742950" rtl="0" latinLnBrk="0">
              <a:lnSpc>
                <a:spcPct val="100000"/>
              </a:lnSpc>
              <a:spcBef>
                <a:spcPts val="0"/>
              </a:spcBef>
              <a:spcAft>
                <a:spcPts val="0"/>
              </a:spcAft>
              <a:buClrTx/>
              <a:buSzTx/>
              <a:buFontTx/>
              <a:buNone/>
              <a:tabLst/>
              <a:defRPr sz="12188" b="1" i="0" u="none" strike="noStrike" cap="none" spc="0" baseline="0">
                <a:solidFill>
                  <a:srgbClr val="FFFFFF"/>
                </a:solidFill>
                <a:uFillTx/>
                <a:latin typeface="Muli ExtraBold"/>
                <a:ea typeface="Muli ExtraBold"/>
                <a:cs typeface="Muli ExtraBold"/>
                <a:sym typeface="Muli ExtraBold"/>
              </a:defRPr>
            </a:lvl3pPr>
            <a:lvl4pPr marL="0" marR="0" indent="0" algn="l" defTabSz="742950" rtl="0" latinLnBrk="0">
              <a:lnSpc>
                <a:spcPct val="100000"/>
              </a:lnSpc>
              <a:spcBef>
                <a:spcPts val="0"/>
              </a:spcBef>
              <a:spcAft>
                <a:spcPts val="0"/>
              </a:spcAft>
              <a:buClrTx/>
              <a:buSzTx/>
              <a:buFontTx/>
              <a:buNone/>
              <a:tabLst/>
              <a:defRPr sz="12188" b="1" i="0" u="none" strike="noStrike" cap="none" spc="0" baseline="0">
                <a:solidFill>
                  <a:srgbClr val="FFFFFF"/>
                </a:solidFill>
                <a:uFillTx/>
                <a:latin typeface="Muli ExtraBold"/>
                <a:ea typeface="Muli ExtraBold"/>
                <a:cs typeface="Muli ExtraBold"/>
                <a:sym typeface="Muli ExtraBold"/>
              </a:defRPr>
            </a:lvl4pPr>
            <a:lvl5pPr marL="0" marR="0" indent="0" algn="l" defTabSz="742950" rtl="0" latinLnBrk="0">
              <a:lnSpc>
                <a:spcPct val="100000"/>
              </a:lnSpc>
              <a:spcBef>
                <a:spcPts val="0"/>
              </a:spcBef>
              <a:spcAft>
                <a:spcPts val="0"/>
              </a:spcAft>
              <a:buClrTx/>
              <a:buSzTx/>
              <a:buFontTx/>
              <a:buNone/>
              <a:tabLst/>
              <a:defRPr sz="12188" b="1" i="0" u="none" strike="noStrike" cap="none" spc="0" baseline="0">
                <a:solidFill>
                  <a:srgbClr val="FFFFFF"/>
                </a:solidFill>
                <a:uFillTx/>
                <a:latin typeface="Muli ExtraBold"/>
                <a:ea typeface="Muli ExtraBold"/>
                <a:cs typeface="Muli ExtraBold"/>
                <a:sym typeface="Muli ExtraBold"/>
              </a:defRPr>
            </a:lvl5pPr>
            <a:lvl6pPr marL="0" marR="0" indent="0" algn="l" defTabSz="742950" rtl="0" latinLnBrk="0">
              <a:lnSpc>
                <a:spcPct val="100000"/>
              </a:lnSpc>
              <a:spcBef>
                <a:spcPts val="0"/>
              </a:spcBef>
              <a:spcAft>
                <a:spcPts val="0"/>
              </a:spcAft>
              <a:buClrTx/>
              <a:buSzTx/>
              <a:buFontTx/>
              <a:buNone/>
              <a:tabLst/>
              <a:defRPr sz="12188" b="1" i="0" u="none" strike="noStrike" cap="none" spc="0" baseline="0">
                <a:solidFill>
                  <a:srgbClr val="FFFFFF"/>
                </a:solidFill>
                <a:uFillTx/>
                <a:latin typeface="Muli ExtraBold"/>
                <a:ea typeface="Muli ExtraBold"/>
                <a:cs typeface="Muli ExtraBold"/>
                <a:sym typeface="Muli ExtraBold"/>
              </a:defRPr>
            </a:lvl6pPr>
            <a:lvl7pPr marL="0" marR="0" indent="0" algn="l" defTabSz="742950" rtl="0" latinLnBrk="0">
              <a:lnSpc>
                <a:spcPct val="100000"/>
              </a:lnSpc>
              <a:spcBef>
                <a:spcPts val="0"/>
              </a:spcBef>
              <a:spcAft>
                <a:spcPts val="0"/>
              </a:spcAft>
              <a:buClrTx/>
              <a:buSzTx/>
              <a:buFontTx/>
              <a:buNone/>
              <a:tabLst/>
              <a:defRPr sz="12188" b="1" i="0" u="none" strike="noStrike" cap="none" spc="0" baseline="0">
                <a:solidFill>
                  <a:srgbClr val="FFFFFF"/>
                </a:solidFill>
                <a:uFillTx/>
                <a:latin typeface="Muli ExtraBold"/>
                <a:ea typeface="Muli ExtraBold"/>
                <a:cs typeface="Muli ExtraBold"/>
                <a:sym typeface="Muli ExtraBold"/>
              </a:defRPr>
            </a:lvl7pPr>
            <a:lvl8pPr marL="0" marR="0" indent="0" algn="l" defTabSz="742950" rtl="0" latinLnBrk="0">
              <a:lnSpc>
                <a:spcPct val="100000"/>
              </a:lnSpc>
              <a:spcBef>
                <a:spcPts val="0"/>
              </a:spcBef>
              <a:spcAft>
                <a:spcPts val="0"/>
              </a:spcAft>
              <a:buClrTx/>
              <a:buSzTx/>
              <a:buFontTx/>
              <a:buNone/>
              <a:tabLst/>
              <a:defRPr sz="12188" b="1" i="0" u="none" strike="noStrike" cap="none" spc="0" baseline="0">
                <a:solidFill>
                  <a:srgbClr val="FFFFFF"/>
                </a:solidFill>
                <a:uFillTx/>
                <a:latin typeface="Muli ExtraBold"/>
                <a:ea typeface="Muli ExtraBold"/>
                <a:cs typeface="Muli ExtraBold"/>
                <a:sym typeface="Muli ExtraBold"/>
              </a:defRPr>
            </a:lvl8pPr>
            <a:lvl9pPr marL="0" marR="0" indent="0" algn="l" defTabSz="742950" rtl="0" latinLnBrk="0">
              <a:lnSpc>
                <a:spcPct val="100000"/>
              </a:lnSpc>
              <a:spcBef>
                <a:spcPts val="0"/>
              </a:spcBef>
              <a:spcAft>
                <a:spcPts val="0"/>
              </a:spcAft>
              <a:buClrTx/>
              <a:buSzTx/>
              <a:buFontTx/>
              <a:buNone/>
              <a:tabLst/>
              <a:defRPr sz="12188" b="1" i="0" u="none" strike="noStrike" cap="none" spc="0" baseline="0">
                <a:solidFill>
                  <a:srgbClr val="FFFFFF"/>
                </a:solidFill>
                <a:uFillTx/>
                <a:latin typeface="Muli ExtraBold"/>
                <a:ea typeface="Muli ExtraBold"/>
                <a:cs typeface="Muli ExtraBold"/>
                <a:sym typeface="Muli ExtraBold"/>
              </a:defRPr>
            </a:lvl9pPr>
          </a:lstStyle>
          <a:p>
            <a:pPr marL="0" marR="0" lvl="0" indent="0" algn="l" defTabSz="742950" rtl="0" eaLnBrk="1" fontAlgn="auto" latinLnBrk="0" hangingPunct="1">
              <a:lnSpc>
                <a:spcPct val="100000"/>
              </a:lnSpc>
              <a:spcBef>
                <a:spcPts val="0"/>
              </a:spcBef>
              <a:spcAft>
                <a:spcPts val="0"/>
              </a:spcAft>
              <a:buClrTx/>
              <a:buSzTx/>
              <a:buFontTx/>
              <a:buNone/>
              <a:tabLst/>
              <a:defRPr/>
            </a:pPr>
            <a:r>
              <a:rPr kumimoji="0" lang="nl-NL" sz="4000" b="1" i="0" u="none" strike="noStrike" kern="1200" cap="none" spc="0" normalizeH="0" baseline="0" noProof="0" dirty="0">
                <a:ln>
                  <a:noFill/>
                </a:ln>
                <a:solidFill>
                  <a:schemeClr val="tx1"/>
                </a:solidFill>
                <a:effectLst/>
                <a:uLnTx/>
                <a:uFillTx/>
                <a:latin typeface="Muli" pitchFamily="2" charset="77"/>
                <a:ea typeface="Muli ExtraBold"/>
                <a:cs typeface="Muli ExtraBold"/>
                <a:sym typeface="Muli ExtraBold"/>
              </a:rPr>
              <a:t>Blind navigeren door een gebouw</a:t>
            </a:r>
            <a:endParaRPr kumimoji="0" lang="nl-NL" sz="4000" b="1" i="0" u="none" strike="noStrike" kern="0" cap="none" spc="0" normalizeH="0" baseline="0" noProof="0" dirty="0">
              <a:ln>
                <a:noFill/>
              </a:ln>
              <a:solidFill>
                <a:schemeClr val="tx1"/>
              </a:solidFill>
              <a:effectLst/>
              <a:uLnTx/>
              <a:uFillTx/>
              <a:latin typeface="Muli" pitchFamily="2" charset="77"/>
              <a:ea typeface="Muli ExtraBold"/>
              <a:cs typeface="Muli ExtraBold"/>
              <a:sym typeface="Muli ExtraBold"/>
            </a:endParaRPr>
          </a:p>
        </p:txBody>
      </p:sp>
      <p:sp>
        <p:nvSpPr>
          <p:cNvPr id="5" name="Tijdelijke aanduiding voor tekst 5">
            <a:extLst>
              <a:ext uri="{FF2B5EF4-FFF2-40B4-BE49-F238E27FC236}">
                <a16:creationId xmlns:a16="http://schemas.microsoft.com/office/drawing/2014/main" id="{748A0E5D-5D14-98F2-5789-01175A9A9D62}"/>
              </a:ext>
            </a:extLst>
          </p:cNvPr>
          <p:cNvSpPr txBox="1">
            <a:spLocks/>
          </p:cNvSpPr>
          <p:nvPr/>
        </p:nvSpPr>
        <p:spPr>
          <a:xfrm>
            <a:off x="553672" y="1492085"/>
            <a:ext cx="7941742" cy="461278"/>
          </a:xfrm>
          <a:prstGeom prst="rect">
            <a:avLst/>
          </a:prstGeom>
        </p:spPr>
        <p:txBody>
          <a:bodyPr/>
          <a:lstStyle>
            <a:lvl1pPr marL="371475" marR="0" indent="-371475" algn="l" defTabSz="742950" rtl="0" latinLnBrk="0">
              <a:lnSpc>
                <a:spcPct val="120000"/>
              </a:lnSpc>
              <a:spcBef>
                <a:spcPts val="0"/>
              </a:spcBef>
              <a:spcAft>
                <a:spcPts val="0"/>
              </a:spcAft>
              <a:buClrTx/>
              <a:buSzTx/>
              <a:buFontTx/>
              <a:buBlip>
                <a:blip r:embed="rId3"/>
              </a:buBlip>
              <a:tabLst/>
              <a:defRPr sz="2438" b="0" i="0" u="none" strike="noStrike" cap="none" spc="0" baseline="0">
                <a:solidFill>
                  <a:schemeClr val="tx1"/>
                </a:solidFill>
                <a:uFillTx/>
                <a:latin typeface="Muli" pitchFamily="2" charset="77"/>
                <a:ea typeface="Muli ExtraBold"/>
                <a:cs typeface="Muli ExtraBold"/>
                <a:sym typeface="Muli ExtraBold"/>
              </a:defRPr>
            </a:lvl1pPr>
            <a:lvl2pPr marL="277368" marR="0" indent="-277368" algn="l" defTabSz="742950" rtl="0" latinLnBrk="0">
              <a:lnSpc>
                <a:spcPct val="120000"/>
              </a:lnSpc>
              <a:spcBef>
                <a:spcPts val="0"/>
              </a:spcBef>
              <a:spcAft>
                <a:spcPts val="0"/>
              </a:spcAft>
              <a:buClrTx/>
              <a:buSzPct val="75000"/>
              <a:buFontTx/>
              <a:buBlip>
                <a:blip r:embed="rId4"/>
              </a:buBlip>
              <a:tabLst/>
              <a:defRPr sz="1950" b="1" i="0" u="none" strike="noStrike" cap="none" spc="0" baseline="0">
                <a:solidFill>
                  <a:srgbClr val="131B56"/>
                </a:solidFill>
                <a:uFillTx/>
                <a:latin typeface="Muli ExtraBold"/>
                <a:ea typeface="Muli ExtraBold"/>
                <a:cs typeface="Muli ExtraBold"/>
                <a:sym typeface="Muli ExtraBold"/>
              </a:defRPr>
            </a:lvl2pPr>
            <a:lvl3pPr marL="632392" marR="0" indent="-353785" algn="l" defTabSz="742950" rtl="0" latinLnBrk="0">
              <a:lnSpc>
                <a:spcPct val="120000"/>
              </a:lnSpc>
              <a:spcBef>
                <a:spcPts val="0"/>
              </a:spcBef>
              <a:spcAft>
                <a:spcPts val="0"/>
              </a:spcAft>
              <a:buClrTx/>
              <a:buSzPct val="100000"/>
              <a:buFontTx/>
              <a:buBlip>
                <a:blip r:embed="rId4"/>
              </a:buBlip>
              <a:tabLst/>
              <a:defRPr sz="1950" b="1" i="0" u="none" strike="noStrike" cap="none" spc="0" baseline="0">
                <a:solidFill>
                  <a:srgbClr val="131B56"/>
                </a:solidFill>
                <a:uFillTx/>
                <a:latin typeface="Muli ExtraBold"/>
                <a:ea typeface="Muli ExtraBold"/>
                <a:cs typeface="Muli ExtraBold"/>
                <a:sym typeface="Muli ExtraBold"/>
              </a:defRPr>
            </a:lvl3pPr>
            <a:lvl4pPr marL="918367" marR="0" indent="-330198" algn="l" defTabSz="742950" rtl="0" latinLnBrk="0">
              <a:lnSpc>
                <a:spcPct val="120000"/>
              </a:lnSpc>
              <a:spcBef>
                <a:spcPts val="0"/>
              </a:spcBef>
              <a:spcAft>
                <a:spcPts val="0"/>
              </a:spcAft>
              <a:buClrTx/>
              <a:buSzPct val="100000"/>
              <a:buFontTx/>
              <a:buBlip>
                <a:blip r:embed="rId4"/>
              </a:buBlip>
              <a:tabLst/>
              <a:defRPr sz="1950" b="1" i="0" u="none" strike="noStrike" cap="none" spc="0" baseline="0">
                <a:solidFill>
                  <a:srgbClr val="131B56"/>
                </a:solidFill>
                <a:uFillTx/>
                <a:latin typeface="Muli ExtraBold"/>
                <a:ea typeface="Muli ExtraBold"/>
                <a:cs typeface="Muli ExtraBold"/>
                <a:sym typeface="Muli ExtraBold"/>
              </a:defRPr>
            </a:lvl4pPr>
            <a:lvl5pPr marL="1207292" marR="0" indent="-330198" algn="l" defTabSz="742950" rtl="0" latinLnBrk="0">
              <a:lnSpc>
                <a:spcPct val="120000"/>
              </a:lnSpc>
              <a:spcBef>
                <a:spcPts val="0"/>
              </a:spcBef>
              <a:spcAft>
                <a:spcPts val="0"/>
              </a:spcAft>
              <a:buClrTx/>
              <a:buSzPct val="100000"/>
              <a:buFontTx/>
              <a:buBlip>
                <a:blip r:embed="rId4"/>
              </a:buBlip>
              <a:tabLst/>
              <a:defRPr sz="1950" b="1" i="0" u="none" strike="noStrike" cap="none" spc="0" baseline="0">
                <a:solidFill>
                  <a:srgbClr val="131B56"/>
                </a:solidFill>
                <a:uFillTx/>
                <a:latin typeface="Muli ExtraBold"/>
                <a:ea typeface="Muli ExtraBold"/>
                <a:cs typeface="Muli ExtraBold"/>
                <a:sym typeface="Muli ExtraBold"/>
              </a:defRPr>
            </a:lvl5pPr>
            <a:lvl6pPr marL="2105025" marR="0" indent="-247650" algn="l" defTabSz="742950" rtl="0" latinLnBrk="0">
              <a:lnSpc>
                <a:spcPct val="120000"/>
              </a:lnSpc>
              <a:spcBef>
                <a:spcPts val="0"/>
              </a:spcBef>
              <a:spcAft>
                <a:spcPts val="0"/>
              </a:spcAft>
              <a:buClrTx/>
              <a:buSzPct val="100000"/>
              <a:buFontTx/>
              <a:buChar char="•"/>
              <a:tabLst/>
              <a:defRPr sz="1950" b="1" i="0" u="none" strike="noStrike" cap="none" spc="0" baseline="0">
                <a:solidFill>
                  <a:srgbClr val="131B56"/>
                </a:solidFill>
                <a:uFillTx/>
                <a:latin typeface="Muli ExtraBold"/>
                <a:ea typeface="Muli ExtraBold"/>
                <a:cs typeface="Muli ExtraBold"/>
                <a:sym typeface="Muli ExtraBold"/>
              </a:defRPr>
            </a:lvl6pPr>
            <a:lvl7pPr marL="2476500" marR="0" indent="-247650" algn="l" defTabSz="742950" rtl="0" latinLnBrk="0">
              <a:lnSpc>
                <a:spcPct val="120000"/>
              </a:lnSpc>
              <a:spcBef>
                <a:spcPts val="0"/>
              </a:spcBef>
              <a:spcAft>
                <a:spcPts val="0"/>
              </a:spcAft>
              <a:buClrTx/>
              <a:buSzPct val="100000"/>
              <a:buFontTx/>
              <a:buChar char="•"/>
              <a:tabLst/>
              <a:defRPr sz="1950" b="1" i="0" u="none" strike="noStrike" cap="none" spc="0" baseline="0">
                <a:solidFill>
                  <a:srgbClr val="131B56"/>
                </a:solidFill>
                <a:uFillTx/>
                <a:latin typeface="Muli ExtraBold"/>
                <a:ea typeface="Muli ExtraBold"/>
                <a:cs typeface="Muli ExtraBold"/>
                <a:sym typeface="Muli ExtraBold"/>
              </a:defRPr>
            </a:lvl7pPr>
            <a:lvl8pPr marL="2847975" marR="0" indent="-247650" algn="l" defTabSz="742950" rtl="0" latinLnBrk="0">
              <a:lnSpc>
                <a:spcPct val="120000"/>
              </a:lnSpc>
              <a:spcBef>
                <a:spcPts val="0"/>
              </a:spcBef>
              <a:spcAft>
                <a:spcPts val="0"/>
              </a:spcAft>
              <a:buClrTx/>
              <a:buSzPct val="100000"/>
              <a:buFontTx/>
              <a:buChar char="•"/>
              <a:tabLst/>
              <a:defRPr sz="1950" b="1" i="0" u="none" strike="noStrike" cap="none" spc="0" baseline="0">
                <a:solidFill>
                  <a:srgbClr val="131B56"/>
                </a:solidFill>
                <a:uFillTx/>
                <a:latin typeface="Muli ExtraBold"/>
                <a:ea typeface="Muli ExtraBold"/>
                <a:cs typeface="Muli ExtraBold"/>
                <a:sym typeface="Muli ExtraBold"/>
              </a:defRPr>
            </a:lvl8pPr>
            <a:lvl9pPr marL="3219450" marR="0" indent="-247650" algn="l" defTabSz="742950" rtl="0" latinLnBrk="0">
              <a:lnSpc>
                <a:spcPct val="120000"/>
              </a:lnSpc>
              <a:spcBef>
                <a:spcPts val="0"/>
              </a:spcBef>
              <a:spcAft>
                <a:spcPts val="0"/>
              </a:spcAft>
              <a:buClrTx/>
              <a:buSzPct val="100000"/>
              <a:buFontTx/>
              <a:buChar char="•"/>
              <a:tabLst/>
              <a:defRPr sz="1950" b="1" i="0" u="none" strike="noStrike" cap="none" spc="0" baseline="0">
                <a:solidFill>
                  <a:srgbClr val="131B56"/>
                </a:solidFill>
                <a:uFillTx/>
                <a:latin typeface="Muli ExtraBold"/>
                <a:ea typeface="Muli ExtraBold"/>
                <a:cs typeface="Muli ExtraBold"/>
                <a:sym typeface="Muli ExtraBold"/>
              </a:defRPr>
            </a:lvl9pPr>
          </a:lstStyle>
          <a:p>
            <a:pPr marL="0" indent="0">
              <a:lnSpc>
                <a:spcPct val="100000"/>
              </a:lnSpc>
              <a:buNone/>
            </a:pPr>
            <a:r>
              <a:rPr lang="nl-NL" sz="1800" dirty="0">
                <a:latin typeface="Muli"/>
                <a:cs typeface="Arial" panose="020B0604020202020204" pitchFamily="34" charset="0"/>
              </a:rPr>
              <a:t>Je gaat ervaren hoe het is om je weg te vinden in een gebouw terwijl je blind bent.</a:t>
            </a:r>
          </a:p>
        </p:txBody>
      </p:sp>
      <p:sp>
        <p:nvSpPr>
          <p:cNvPr id="3" name="Tijdelijke aanduiding voor inhoud 2">
            <a:extLst>
              <a:ext uri="{FF2B5EF4-FFF2-40B4-BE49-F238E27FC236}">
                <a16:creationId xmlns:a16="http://schemas.microsoft.com/office/drawing/2014/main" id="{F9EB88DD-1929-1D47-B28D-2D88CB90A002}"/>
              </a:ext>
            </a:extLst>
          </p:cNvPr>
          <p:cNvSpPr>
            <a:spLocks noGrp="1"/>
          </p:cNvSpPr>
          <p:nvPr>
            <p:ph type="body" sz="quarter" idx="10"/>
          </p:nvPr>
        </p:nvSpPr>
        <p:spPr>
          <a:xfrm>
            <a:off x="553672" y="2016006"/>
            <a:ext cx="8107807" cy="4472531"/>
          </a:xfrm>
        </p:spPr>
        <p:txBody>
          <a:bodyPr>
            <a:normAutofit/>
          </a:bodyPr>
          <a:lstStyle/>
          <a:p>
            <a:pPr lvl="1">
              <a:lnSpc>
                <a:spcPct val="150000"/>
              </a:lnSpc>
            </a:pPr>
            <a:r>
              <a:rPr lang="nl-NL" sz="1800" b="0" dirty="0">
                <a:solidFill>
                  <a:schemeClr val="tx1"/>
                </a:solidFill>
                <a:latin typeface="Muli" panose="02000503040000020004"/>
                <a:ea typeface="Calibri" panose="020F0502020204030204" pitchFamily="34" charset="0"/>
                <a:cs typeface="Arial" panose="020B0604020202020204" pitchFamily="34" charset="0"/>
              </a:rPr>
              <a:t>Vorm duo’s.</a:t>
            </a:r>
          </a:p>
          <a:p>
            <a:pPr lvl="1">
              <a:lnSpc>
                <a:spcPct val="150000"/>
              </a:lnSpc>
            </a:pPr>
            <a:r>
              <a:rPr lang="nl-NL" sz="1800" b="0" dirty="0">
                <a:solidFill>
                  <a:schemeClr val="tx1"/>
                </a:solidFill>
                <a:latin typeface="Muli" panose="02000503040000020004"/>
                <a:cs typeface="Arial" panose="020B0604020202020204" pitchFamily="34" charset="0"/>
              </a:rPr>
              <a:t>Bepaal wie start en wie begeleider is.</a:t>
            </a:r>
          </a:p>
          <a:p>
            <a:pPr lvl="1">
              <a:lnSpc>
                <a:spcPct val="150000"/>
              </a:lnSpc>
            </a:pPr>
            <a:r>
              <a:rPr lang="nl-NL" sz="1800" b="0" dirty="0">
                <a:solidFill>
                  <a:schemeClr val="tx1"/>
                </a:solidFill>
                <a:latin typeface="Muli" panose="02000503040000020004"/>
                <a:cs typeface="Arial" panose="020B0604020202020204" pitchFamily="34" charset="0"/>
              </a:rPr>
              <a:t>Doe een blinddoek of slechtzichtbril op.</a:t>
            </a:r>
          </a:p>
          <a:p>
            <a:pPr lvl="1">
              <a:lnSpc>
                <a:spcPct val="150000"/>
              </a:lnSpc>
            </a:pPr>
            <a:r>
              <a:rPr lang="nl-NL" sz="1800" b="0" dirty="0">
                <a:solidFill>
                  <a:schemeClr val="tx1"/>
                </a:solidFill>
                <a:latin typeface="Muli" panose="02000503040000020004"/>
                <a:cs typeface="Arial" panose="020B0604020202020204" pitchFamily="34" charset="0"/>
              </a:rPr>
              <a:t>Optioneel: begeleider neemt een gehoorbeschermer mee.</a:t>
            </a:r>
          </a:p>
          <a:p>
            <a:pPr lvl="2">
              <a:lnSpc>
                <a:spcPct val="150000"/>
              </a:lnSpc>
            </a:pPr>
            <a:r>
              <a:rPr lang="nl-NL" sz="1800" b="0" dirty="0">
                <a:solidFill>
                  <a:schemeClr val="tx1"/>
                </a:solidFill>
                <a:latin typeface="Muli" panose="02000503040000020004"/>
                <a:cs typeface="Arial" panose="020B0604020202020204" pitchFamily="34" charset="0"/>
              </a:rPr>
              <a:t>Halverwege de route kun je ook de gehoorbeschermer opzetten.</a:t>
            </a:r>
          </a:p>
          <a:p>
            <a:pPr lvl="1">
              <a:lnSpc>
                <a:spcPct val="150000"/>
              </a:lnSpc>
            </a:pPr>
            <a:r>
              <a:rPr lang="nl-NL" sz="1800" b="0" dirty="0">
                <a:solidFill>
                  <a:schemeClr val="tx1"/>
                </a:solidFill>
                <a:latin typeface="Muli" panose="02000503040000020004"/>
                <a:cs typeface="Arial" panose="020B0604020202020204" pitchFamily="34" charset="0"/>
              </a:rPr>
              <a:t>De begeleider geeft aanwijzingen en bij gevaarlijke of moeilijke </a:t>
            </a:r>
            <a:br>
              <a:rPr lang="nl-NL" sz="1800" b="0" dirty="0">
                <a:solidFill>
                  <a:schemeClr val="tx1"/>
                </a:solidFill>
                <a:latin typeface="Muli" panose="02000503040000020004"/>
                <a:cs typeface="Arial" panose="020B0604020202020204" pitchFamily="34" charset="0"/>
              </a:rPr>
            </a:br>
            <a:r>
              <a:rPr lang="nl-NL" sz="1800" b="0" dirty="0">
                <a:solidFill>
                  <a:schemeClr val="tx1"/>
                </a:solidFill>
                <a:latin typeface="Muli" panose="02000503040000020004"/>
                <a:cs typeface="Arial" panose="020B0604020202020204" pitchFamily="34" charset="0"/>
              </a:rPr>
              <a:t>situaties begeleidt hij/zij de ander aan de arm.</a:t>
            </a:r>
          </a:p>
          <a:p>
            <a:pPr marL="0" lvl="1" indent="0">
              <a:lnSpc>
                <a:spcPct val="150000"/>
              </a:lnSpc>
              <a:buNone/>
            </a:pPr>
            <a:endParaRPr lang="nl-NL" sz="1800" dirty="0">
              <a:solidFill>
                <a:schemeClr val="tx1"/>
              </a:solidFill>
              <a:latin typeface="Muli" panose="02000503040000020004"/>
              <a:ea typeface="Calibri" panose="020F0502020204030204" pitchFamily="34" charset="0"/>
              <a:cs typeface="Arial" panose="020B0604020202020204" pitchFamily="34" charset="0"/>
            </a:endParaRPr>
          </a:p>
        </p:txBody>
      </p:sp>
      <p:sp>
        <p:nvSpPr>
          <p:cNvPr id="6" name="Tekstvak 5">
            <a:extLst>
              <a:ext uri="{FF2B5EF4-FFF2-40B4-BE49-F238E27FC236}">
                <a16:creationId xmlns:a16="http://schemas.microsoft.com/office/drawing/2014/main" id="{185E546E-0A88-EE11-9DE3-79E1EB831FA1}"/>
              </a:ext>
            </a:extLst>
          </p:cNvPr>
          <p:cNvSpPr txBox="1"/>
          <p:nvPr/>
        </p:nvSpPr>
        <p:spPr>
          <a:xfrm>
            <a:off x="1982413" y="5244183"/>
            <a:ext cx="4572752" cy="856806"/>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8500" tIns="58500" rIns="58500" bIns="5850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lang="nl-NL" sz="1800" b="0" i="0" u="none" strike="noStrike" cap="none" spc="0" normalizeH="0" baseline="0">
                <a:ln>
                  <a:noFill/>
                </a:ln>
                <a:solidFill>
                  <a:srgbClr val="000000"/>
                </a:solidFill>
                <a:effectLst/>
                <a:uFillTx/>
              </a:defRPr>
            </a:defPPr>
            <a:lvl1pPr algn="ctr">
              <a:lnSpc>
                <a:spcPct val="100000"/>
              </a:lnSpc>
              <a:defRPr b="1">
                <a:solidFill>
                  <a:srgbClr val="000000"/>
                </a:solidFill>
                <a:latin typeface="Muli"/>
                <a:cs typeface="Arial" panose="020B0604020202020204" pitchFamily="34" charset="0"/>
              </a:defRPr>
            </a:lvl1pPr>
          </a:lstStyle>
          <a:p>
            <a:r>
              <a:rPr lang="nl-NL" sz="1600" dirty="0">
                <a:sym typeface="Muli-ExtraBold"/>
              </a:rPr>
              <a:t>NB: </a:t>
            </a:r>
            <a:r>
              <a:rPr lang="nl-NL" sz="1600" b="0" dirty="0">
                <a:sym typeface="Muli-ExtraBold"/>
              </a:rPr>
              <a:t>De zwaaibeweging doe je met de pols. Zwaai de stok niet te hoog en ook niet te breed: de breedte van je lichaam is voldoende.</a:t>
            </a:r>
          </a:p>
        </p:txBody>
      </p:sp>
      <p:pic>
        <p:nvPicPr>
          <p:cNvPr id="1026" name="Picture 2">
            <a:extLst>
              <a:ext uri="{FF2B5EF4-FFF2-40B4-BE49-F238E27FC236}">
                <a16:creationId xmlns:a16="http://schemas.microsoft.com/office/drawing/2014/main" id="{DE3C2806-A097-9F31-6BA0-B5F78B224040}"/>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99686" y="2016006"/>
            <a:ext cx="2106314" cy="384784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Logo Accessibility onderdeel van Bartiméus">
            <a:extLst>
              <a:ext uri="{FF2B5EF4-FFF2-40B4-BE49-F238E27FC236}">
                <a16:creationId xmlns:a16="http://schemas.microsoft.com/office/drawing/2014/main" id="{A084C2CB-F3B5-B216-7C6F-D7CF387F2D0D}"/>
              </a:ext>
            </a:extLst>
          </p:cNvPr>
          <p:cNvPicPr>
            <a:picLocks noChangeAspect="1"/>
          </p:cNvPicPr>
          <p:nvPr/>
        </p:nvPicPr>
        <p:blipFill>
          <a:blip r:embed="rId6"/>
          <a:stretch>
            <a:fillRect/>
          </a:stretch>
        </p:blipFill>
        <p:spPr>
          <a:xfrm>
            <a:off x="1014747" y="6342696"/>
            <a:ext cx="2113657" cy="504825"/>
          </a:xfrm>
          <a:prstGeom prst="rect">
            <a:avLst/>
          </a:prstGeom>
        </p:spPr>
      </p:pic>
    </p:spTree>
    <p:extLst>
      <p:ext uri="{BB962C8B-B14F-4D97-AF65-F5344CB8AC3E}">
        <p14:creationId xmlns:p14="http://schemas.microsoft.com/office/powerpoint/2010/main" val="1033886575"/>
      </p:ext>
    </p:extLst>
  </p:cSld>
  <p:clrMapOvr>
    <a:masterClrMapping/>
  </p:clrMapOvr>
  <p:transition spd="med"/>
</p:sld>
</file>

<file path=ppt/theme/theme1.xml><?xml version="1.0" encoding="utf-8"?>
<a:theme xmlns:a="http://schemas.openxmlformats.org/drawingml/2006/main" name="Bollen blanco">
  <a:themeElements>
    <a:clrScheme name="Accessibility kleurenpalet 1">
      <a:dk1>
        <a:srgbClr val="131B56"/>
      </a:dk1>
      <a:lt1>
        <a:srgbClr val="2B50EC"/>
      </a:lt1>
      <a:dk2>
        <a:srgbClr val="131B56"/>
      </a:dk2>
      <a:lt2>
        <a:srgbClr val="FFFFFF"/>
      </a:lt2>
      <a:accent1>
        <a:srgbClr val="108670"/>
      </a:accent1>
      <a:accent2>
        <a:srgbClr val="14B495"/>
      </a:accent2>
      <a:accent3>
        <a:srgbClr val="21CEA1"/>
      </a:accent3>
      <a:accent4>
        <a:srgbClr val="CC4C00"/>
      </a:accent4>
      <a:accent5>
        <a:srgbClr val="FF7C00"/>
      </a:accent5>
      <a:accent6>
        <a:srgbClr val="FFB800"/>
      </a:accent6>
      <a:hlink>
        <a:srgbClr val="2B50EC"/>
      </a:hlink>
      <a:folHlink>
        <a:srgbClr val="FE5302"/>
      </a:folHlink>
    </a:clrScheme>
    <a:fontScheme name="PowerPoint">
      <a:majorFont>
        <a:latin typeface="Helvetica"/>
        <a:ea typeface="Helvetica"/>
        <a:cs typeface="Helvetica"/>
      </a:majorFont>
      <a:minorFont>
        <a:latin typeface="Calibri"/>
        <a:ea typeface="Calibri"/>
        <a:cs typeface="Calibri"/>
      </a:minorFont>
    </a:fontScheme>
    <a:fmtScheme name="PowerPoi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5400" cap="flat">
          <a:solidFill>
            <a:schemeClr val="accent1"/>
          </a:solidFill>
          <a:prstDash val="solid"/>
          <a:round/>
        </a:ln>
        <a:effectLst/>
        <a:sp3d/>
      </a:spPr>
      <a:bodyPr rot="0" spcFirstLastPara="1" vertOverflow="overflow" horzOverflow="overflow" vert="horz" wrap="square" lIns="72000" tIns="72000" rIns="72000" bIns="72000" numCol="1" spcCol="38100" rtlCol="0" anchor="ctr">
        <a:spAutoFit/>
      </a:bodyPr>
      <a:lstStyle>
        <a:defPPr marL="0" marR="0" indent="0" algn="l" defTabSz="914400" rtl="0" fontAlgn="auto" latinLnBrk="0" hangingPunct="0">
          <a:lnSpc>
            <a:spcPct val="110000"/>
          </a:lnSpc>
          <a:spcBef>
            <a:spcPts val="0"/>
          </a:spcBef>
          <a:spcAft>
            <a:spcPts val="0"/>
          </a:spcAft>
          <a:buClrTx/>
          <a:buSzTx/>
          <a:buFontTx/>
          <a:buNone/>
          <a:tabLst/>
          <a:defRPr kumimoji="0" sz="2400" b="1" i="0" u="none" strike="noStrike" cap="none" spc="0" normalizeH="0" baseline="0">
            <a:ln>
              <a:noFill/>
            </a:ln>
            <a:solidFill>
              <a:srgbClr val="131B56"/>
            </a:solidFill>
            <a:effectLst/>
            <a:uFillTx/>
            <a:latin typeface="Muli-ExtraBold"/>
            <a:ea typeface="Muli-ExtraBold"/>
            <a:cs typeface="Muli-ExtraBold"/>
            <a:sym typeface="Muli-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10000"/>
          </a:lnSpc>
          <a:spcBef>
            <a:spcPts val="0"/>
          </a:spcBef>
          <a:spcAft>
            <a:spcPts val="0"/>
          </a:spcAft>
          <a:buClrTx/>
          <a:buSzTx/>
          <a:buFontTx/>
          <a:buNone/>
          <a:tabLst/>
          <a:defRPr kumimoji="0" sz="2400" b="1" i="0" u="none" strike="noStrike" cap="none" spc="0" normalizeH="0" baseline="0">
            <a:ln>
              <a:noFill/>
            </a:ln>
            <a:solidFill>
              <a:srgbClr val="131B56"/>
            </a:solidFill>
            <a:effectLst/>
            <a:uFillTx/>
            <a:latin typeface="Muli-ExtraBold"/>
            <a:ea typeface="Muli-ExtraBold"/>
            <a:cs typeface="Muli-ExtraBold"/>
            <a:sym typeface="Muli-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Accessibility_Powerpoint_basis_2023-08-18.potx  -  Alleen-lezen" id="{29BD1E3A-19E6-45CE-9ABD-C64F44292767}" vid="{A7C3B42C-4C5E-4CB4-B50C-24B2F81000E1}"/>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A5016CD21C50F4FA2E6D6D6A3B87310" ma:contentTypeVersion="20" ma:contentTypeDescription="Een nieuw document maken." ma:contentTypeScope="" ma:versionID="7bfd37b2d57a4243013b283cf1475283">
  <xsd:schema xmlns:xsd="http://www.w3.org/2001/XMLSchema" xmlns:xs="http://www.w3.org/2001/XMLSchema" xmlns:p="http://schemas.microsoft.com/office/2006/metadata/properties" xmlns:ns2="c943f701-3070-4014-93cc-e1a70bea7440" xmlns:ns3="1263c341-9713-4178-8275-9acf484fd0e5" xmlns:ns4="9b6572fc-fa2b-4547-9ddf-896420785c3e" targetNamespace="http://schemas.microsoft.com/office/2006/metadata/properties" ma:root="true" ma:fieldsID="0eea935bc52ce7f49403aa1a59bfbae3" ns2:_="" ns3:_="" ns4:_="">
    <xsd:import namespace="c943f701-3070-4014-93cc-e1a70bea7440"/>
    <xsd:import namespace="1263c341-9713-4178-8275-9acf484fd0e5"/>
    <xsd:import namespace="9b6572fc-fa2b-4547-9ddf-896420785c3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AutoKeyPoints" minOccurs="0"/>
                <xsd:element ref="ns3:MediaServiceKeyPoints" minOccurs="0"/>
                <xsd:element ref="ns3:MediaServiceLocation" minOccurs="0"/>
                <xsd:element ref="ns3:lcf76f155ced4ddcb4097134ff3c332f" minOccurs="0"/>
                <xsd:element ref="ns4:TaxCatchAll" minOccurs="0"/>
                <xsd:element ref="ns3:_Flow_SignoffStatus"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43f701-3070-4014-93cc-e1a70bea7440"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63c341-9713-4178-8275-9acf484fd0e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Afbeeldingtags" ma:readOnly="false" ma:fieldId="{5cf76f15-5ced-4ddc-b409-7134ff3c332f}" ma:taxonomyMulti="true" ma:sspId="1ed76d20-58a8-4b1f-9877-7679a2579ca8" ma:termSetId="09814cd3-568e-fe90-9814-8d621ff8fb84" ma:anchorId="fba54fb3-c3e1-fe81-a776-ca4b69148c4d" ma:open="true" ma:isKeyword="false">
      <xsd:complexType>
        <xsd:sequence>
          <xsd:element ref="pc:Terms" minOccurs="0" maxOccurs="1"/>
        </xsd:sequence>
      </xsd:complexType>
    </xsd:element>
    <xsd:element name="_Flow_SignoffStatus" ma:index="24" nillable="true" ma:displayName="Afmeldingsstatus" ma:internalName="Afmeldingsstatus">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b6572fc-fa2b-4547-9ddf-896420785c3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2a0826c7-b843-4584-8746-1a60857b3873}" ma:internalName="TaxCatchAll" ma:showField="CatchAllData" ma:web="c943f701-3070-4014-93cc-e1a70bea74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b6572fc-fa2b-4547-9ddf-896420785c3e" xsi:nil="true"/>
    <_Flow_SignoffStatus xmlns="1263c341-9713-4178-8275-9acf484fd0e5" xsi:nil="true"/>
    <lcf76f155ced4ddcb4097134ff3c332f xmlns="1263c341-9713-4178-8275-9acf484fd0e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748AC56-2643-40E9-A7D4-2E569DBE8469}">
  <ds:schemaRefs>
    <ds:schemaRef ds:uri="http://schemas.microsoft.com/sharepoint/v3/contenttype/forms"/>
  </ds:schemaRefs>
</ds:datastoreItem>
</file>

<file path=customXml/itemProps2.xml><?xml version="1.0" encoding="utf-8"?>
<ds:datastoreItem xmlns:ds="http://schemas.openxmlformats.org/officeDocument/2006/customXml" ds:itemID="{F6CD80F2-E1C4-40BE-A3E1-CC605EA768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43f701-3070-4014-93cc-e1a70bea7440"/>
    <ds:schemaRef ds:uri="1263c341-9713-4178-8275-9acf484fd0e5"/>
    <ds:schemaRef ds:uri="9b6572fc-fa2b-4547-9ddf-896420785c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664920-DC48-4859-85DF-FF577E76FC05}">
  <ds:schemaRefs>
    <ds:schemaRef ds:uri="http://schemas.openxmlformats.org/package/2006/metadata/core-properties"/>
    <ds:schemaRef ds:uri="http://schemas.microsoft.com/office/2006/metadata/properties"/>
    <ds:schemaRef ds:uri="c943f701-3070-4014-93cc-e1a70bea7440"/>
    <ds:schemaRef ds:uri="9b6572fc-fa2b-4547-9ddf-896420785c3e"/>
    <ds:schemaRef ds:uri="http://purl.org/dc/dcmitype/"/>
    <ds:schemaRef ds:uri="http://purl.org/dc/elements/1.1/"/>
    <ds:schemaRef ds:uri="http://schemas.microsoft.com/office/infopath/2007/PartnerControls"/>
    <ds:schemaRef ds:uri="http://schemas.microsoft.com/office/2006/documentManagement/types"/>
    <ds:schemaRef ds:uri="1263c341-9713-4178-8275-9acf484fd0e5"/>
    <ds:schemaRef ds:uri="http://www.w3.org/XML/1998/namespace"/>
    <ds:schemaRef ds:uri="http://purl.org/dc/terms/"/>
  </ds:schemaRefs>
</ds:datastoreItem>
</file>

<file path=docMetadata/LabelInfo.xml><?xml version="1.0" encoding="utf-8"?>
<clbl:labelList xmlns:clbl="http://schemas.microsoft.com/office/2020/mipLabelMetadata">
  <clbl:label id="{6388233e-eab9-4bfa-ba11-cc67e80f819e}" enabled="0" method="" siteId="{6388233e-eab9-4bfa-ba11-cc67e80f819e}" removed="1"/>
</clbl:labelList>
</file>

<file path=docProps/app.xml><?xml version="1.0" encoding="utf-8"?>
<Properties xmlns="http://schemas.openxmlformats.org/officeDocument/2006/extended-properties" xmlns:vt="http://schemas.openxmlformats.org/officeDocument/2006/docPropsVTypes">
  <TotalTime>128</TotalTime>
  <Words>281</Words>
  <Application>Microsoft Office PowerPoint</Application>
  <PresentationFormat>A4 (210 x 297 mm)</PresentationFormat>
  <Paragraphs>16</Paragraphs>
  <Slides>1</Slides>
  <Notes>1</Notes>
  <HiddenSlides>0</HiddenSlides>
  <MMClips>0</MMClips>
  <ScaleCrop>false</ScaleCrop>
  <HeadingPairs>
    <vt:vector size="6" baseType="variant">
      <vt:variant>
        <vt:lpstr>Gebruikte lettertypen</vt:lpstr>
      </vt:variant>
      <vt:variant>
        <vt:i4>8</vt:i4>
      </vt:variant>
      <vt:variant>
        <vt:lpstr>Thema</vt:lpstr>
      </vt:variant>
      <vt:variant>
        <vt:i4>1</vt:i4>
      </vt:variant>
      <vt:variant>
        <vt:lpstr>Diatitels</vt:lpstr>
      </vt:variant>
      <vt:variant>
        <vt:i4>1</vt:i4>
      </vt:variant>
    </vt:vector>
  </HeadingPairs>
  <TitlesOfParts>
    <vt:vector size="10" baseType="lpstr">
      <vt:lpstr>Aptos</vt:lpstr>
      <vt:lpstr>Arial</vt:lpstr>
      <vt:lpstr>FFDINWebPro</vt:lpstr>
      <vt:lpstr>Karla</vt:lpstr>
      <vt:lpstr>Muli</vt:lpstr>
      <vt:lpstr>Muli ExtraBold</vt:lpstr>
      <vt:lpstr>Muli-ExtraBold</vt:lpstr>
      <vt:lpstr>Verdana</vt:lpstr>
      <vt:lpstr>Bollen blanco</vt:lpstr>
      <vt:lpstr>Blind navigeren door een gebouw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 blind Lego</dc:title>
  <dc:creator>Hootsmans, Eva</dc:creator>
  <cp:lastModifiedBy>Moreno Hidalgo, Ana Julia</cp:lastModifiedBy>
  <cp:revision>41</cp:revision>
  <cp:lastPrinted>2024-06-11T10:33:45Z</cp:lastPrinted>
  <dcterms:created xsi:type="dcterms:W3CDTF">2024-03-18T14:48:03Z</dcterms:created>
  <dcterms:modified xsi:type="dcterms:W3CDTF">2026-06-09T12:13:07Z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0x0101006A5016CD21C50F4FA2E6D6D6A3B87310</vt:lpwstr>
  </property>
  <property fmtid="{D5CDD505-2E9C-101B-9397-08002B2CF9AE}" pid="3" name="MediaServiceImageTags">
    <vt:lpwstr/>
  </property>
</Properties>
</file>