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13" r:id="rId5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 Hidalgo, Ana Julia" userId="86045df5-2826-4e0a-a611-ac63bd869f36" providerId="ADAL" clId="{8A9577EC-938E-40A6-8C5F-F44CA8D3340E}"/>
    <pc:docChg chg="delSld modSld">
      <pc:chgData name="Moreno Hidalgo, Ana Julia" userId="86045df5-2826-4e0a-a611-ac63bd869f36" providerId="ADAL" clId="{8A9577EC-938E-40A6-8C5F-F44CA8D3340E}" dt="2026-06-09T12:14:00.833" v="5" actId="962"/>
      <pc:docMkLst>
        <pc:docMk/>
      </pc:docMkLst>
      <pc:sldChg chg="modSp mod">
        <pc:chgData name="Moreno Hidalgo, Ana Julia" userId="86045df5-2826-4e0a-a611-ac63bd869f36" providerId="ADAL" clId="{8A9577EC-938E-40A6-8C5F-F44CA8D3340E}" dt="2026-06-09T12:14:00.833" v="5" actId="962"/>
        <pc:sldMkLst>
          <pc:docMk/>
          <pc:sldMk cId="3001546239" sldId="1113"/>
        </pc:sldMkLst>
        <pc:spChg chg="mod">
          <ac:chgData name="Moreno Hidalgo, Ana Julia" userId="86045df5-2826-4e0a-a611-ac63bd869f36" providerId="ADAL" clId="{8A9577EC-938E-40A6-8C5F-F44CA8D3340E}" dt="2026-06-09T12:13:34.831" v="1" actId="33553"/>
          <ac:spMkLst>
            <pc:docMk/>
            <pc:sldMk cId="3001546239" sldId="1113"/>
            <ac:spMk id="2" creationId="{FC1F9C99-5855-FD20-1F42-DA33FF16E4F5}"/>
          </ac:spMkLst>
        </pc:spChg>
        <pc:picChg chg="mod">
          <ac:chgData name="Moreno Hidalgo, Ana Julia" userId="86045df5-2826-4e0a-a611-ac63bd869f36" providerId="ADAL" clId="{8A9577EC-938E-40A6-8C5F-F44CA8D3340E}" dt="2026-06-09T12:13:43.676" v="2" actId="962"/>
          <ac:picMkLst>
            <pc:docMk/>
            <pc:sldMk cId="3001546239" sldId="1113"/>
            <ac:picMk id="3" creationId="{BDDCDB18-E39A-6D8A-110E-C33A1BF2E5C2}"/>
          </ac:picMkLst>
        </pc:picChg>
        <pc:picChg chg="mod">
          <ac:chgData name="Moreno Hidalgo, Ana Julia" userId="86045df5-2826-4e0a-a611-ac63bd869f36" providerId="ADAL" clId="{8A9577EC-938E-40A6-8C5F-F44CA8D3340E}" dt="2026-06-09T12:13:46.058" v="3" actId="962"/>
          <ac:picMkLst>
            <pc:docMk/>
            <pc:sldMk cId="3001546239" sldId="1113"/>
            <ac:picMk id="4" creationId="{50C2EFC3-DEF7-E98A-14F0-6269307B9CE6}"/>
          </ac:picMkLst>
        </pc:picChg>
        <pc:picChg chg="mod">
          <ac:chgData name="Moreno Hidalgo, Ana Julia" userId="86045df5-2826-4e0a-a611-ac63bd869f36" providerId="ADAL" clId="{8A9577EC-938E-40A6-8C5F-F44CA8D3340E}" dt="2026-06-09T12:14:00.833" v="5" actId="962"/>
          <ac:picMkLst>
            <pc:docMk/>
            <pc:sldMk cId="3001546239" sldId="1113"/>
            <ac:picMk id="5" creationId="{50148CF5-57AA-DC33-ABA7-20F648565B97}"/>
          </ac:picMkLst>
        </pc:picChg>
      </pc:sldChg>
      <pc:sldChg chg="del">
        <pc:chgData name="Moreno Hidalgo, Ana Julia" userId="86045df5-2826-4e0a-a611-ac63bd869f36" providerId="ADAL" clId="{8A9577EC-938E-40A6-8C5F-F44CA8D3340E}" dt="2026-06-09T12:13:24.723" v="0" actId="47"/>
        <pc:sldMkLst>
          <pc:docMk/>
          <pc:sldMk cId="3676291280" sldId="11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9AA5-1BC0-30C1-C04E-FDCB9733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8EDCAF2-2190-4B09-B8B0-D92B143ED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43A9867-F2E6-151D-5A9C-E96196E74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Oefening 3 - voorkant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CEF3AD6-BC8A-0F56-A2DD-98B2B0E69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DF75-F4C6-4E88-87AA-0DCA37312A9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484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B9CB-86D6-BE9F-7484-6EFD89D5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BDDCDB18-E39A-6D8A-110E-C33A1BF2E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2" r="6805"/>
          <a:stretch/>
        </p:blipFill>
        <p:spPr>
          <a:xfrm rot="5400000">
            <a:off x="6808887" y="3971022"/>
            <a:ext cx="2308843" cy="163690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0C2EFC3-DEF7-E98A-14F0-6269307B9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5" r="16702"/>
          <a:stretch/>
        </p:blipFill>
        <p:spPr>
          <a:xfrm rot="5400000">
            <a:off x="7231553" y="960603"/>
            <a:ext cx="3100413" cy="2248481"/>
          </a:xfrm>
          <a:prstGeom prst="rect">
            <a:avLst/>
          </a:prstGeom>
        </p:spPr>
      </p:pic>
      <p:sp>
        <p:nvSpPr>
          <p:cNvPr id="2" name="Titel 4">
            <a:extLst>
              <a:ext uri="{FF2B5EF4-FFF2-40B4-BE49-F238E27FC236}">
                <a16:creationId xmlns:a16="http://schemas.microsoft.com/office/drawing/2014/main" id="{FC1F9C99-5855-FD20-1F42-DA33FF16E4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7649" y="278253"/>
            <a:ext cx="7069870" cy="6711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50" b="1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itchFamily="2" charset="77"/>
                <a:ea typeface="Muli ExtraBold"/>
                <a:cs typeface="Muli ExtraBold"/>
                <a:sym typeface="Muli ExtraBold"/>
              </a:rPr>
              <a:t>Memory zonder te zien</a:t>
            </a:r>
            <a:endParaRPr kumimoji="0" lang="nl-NL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itchFamily="2" charset="77"/>
              <a:ea typeface="Muli ExtraBold"/>
              <a:cs typeface="Muli ExtraBold"/>
              <a:sym typeface="Muli ExtraBold"/>
            </a:endParaRPr>
          </a:p>
        </p:txBody>
      </p:sp>
      <p:sp>
        <p:nvSpPr>
          <p:cNvPr id="10" name="Tijdelijke aanduiding voor tekst 5">
            <a:extLst>
              <a:ext uri="{FF2B5EF4-FFF2-40B4-BE49-F238E27FC236}">
                <a16:creationId xmlns:a16="http://schemas.microsoft.com/office/drawing/2014/main" id="{CFF720D6-12C8-0234-A15E-EFCA959C2213}"/>
              </a:ext>
            </a:extLst>
          </p:cNvPr>
          <p:cNvSpPr txBox="1">
            <a:spLocks/>
          </p:cNvSpPr>
          <p:nvPr/>
        </p:nvSpPr>
        <p:spPr>
          <a:xfrm>
            <a:off x="563351" y="949447"/>
            <a:ext cx="6513434" cy="912738"/>
          </a:xfrm>
          <a:prstGeom prst="rect">
            <a:avLst/>
          </a:prstGeom>
        </p:spPr>
        <p:txBody>
          <a:bodyPr/>
          <a:lstStyle>
            <a:lvl1pPr marL="371475" marR="0" indent="-37147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 sz="2438" b="0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277368" marR="0" indent="-27736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Blip>
                <a:blip r:embed="rId6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632392" marR="0" indent="-35378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6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918367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6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1207292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6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210502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247650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284797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321945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1800" kern="0" dirty="0"/>
              <a:t>Je gaat ervaren hoe belangrijk andere zintuigen zijn (zoals voelen) wanneer je blind bent.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6C4FD7C4-7CFC-B909-1405-BB6CC7E33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043" y="1938595"/>
            <a:ext cx="6128632" cy="29808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nl-NL" sz="1800" kern="0" dirty="0"/>
              <a:t>Speel met 4 personen (3, 5 of 6 kan ook).</a:t>
            </a:r>
          </a:p>
          <a:p>
            <a:pPr>
              <a:lnSpc>
                <a:spcPct val="150000"/>
              </a:lnSpc>
            </a:pPr>
            <a:r>
              <a:rPr lang="nl-NL" sz="1800" kern="0" dirty="0"/>
              <a:t>Leg de zak met memorystenen in het midden.</a:t>
            </a:r>
          </a:p>
          <a:p>
            <a:pPr>
              <a:lnSpc>
                <a:spcPct val="150000"/>
              </a:lnSpc>
            </a:pPr>
            <a:r>
              <a:rPr lang="nl-NL" sz="1800" kern="0" dirty="0"/>
              <a:t>Zet allemaal een slaapmasker op. </a:t>
            </a:r>
          </a:p>
          <a:p>
            <a:pPr>
              <a:lnSpc>
                <a:spcPct val="150000"/>
              </a:lnSpc>
            </a:pPr>
            <a:r>
              <a:rPr lang="nl-NL" sz="1800" kern="0" dirty="0"/>
              <a:t>Pak allemaal evenveel stenen uit de zak (8 bij 4 personen).</a:t>
            </a:r>
          </a:p>
          <a:p>
            <a:pPr>
              <a:lnSpc>
                <a:spcPct val="150000"/>
              </a:lnSpc>
            </a:pPr>
            <a:r>
              <a:rPr lang="nl-NL" sz="1800" kern="0" dirty="0"/>
              <a:t>Probeer d</a:t>
            </a:r>
            <a:r>
              <a:rPr lang="nl-NL" sz="1800" dirty="0"/>
              <a:t>oor te voelen paren bij elkaar te zoeken. Beschrijf wat je voelt en ruil stenen met elkaar om de juiste paren te vormen. Is het gelukt?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B1910BB-3D7D-830E-FBE2-6FD3FD2839D8}"/>
              </a:ext>
            </a:extLst>
          </p:cNvPr>
          <p:cNvSpPr txBox="1"/>
          <p:nvPr/>
        </p:nvSpPr>
        <p:spPr>
          <a:xfrm>
            <a:off x="623043" y="5444736"/>
            <a:ext cx="4426661" cy="610585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8500" tIns="58500" rIns="58500" bIns="585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b="0"/>
            </a:lvl1pPr>
          </a:lstStyle>
          <a:p>
            <a:pPr>
              <a:lnSpc>
                <a:spcPct val="100000"/>
              </a:lnSpc>
            </a:pPr>
            <a:r>
              <a:rPr lang="nl-NL" sz="1600" b="1" dirty="0">
                <a:solidFill>
                  <a:srgbClr val="0D0D0D"/>
                </a:solidFill>
                <a:latin typeface="Muli"/>
              </a:rPr>
              <a:t>NB: </a:t>
            </a:r>
            <a:r>
              <a:rPr lang="nl-NL" sz="1600" dirty="0">
                <a:solidFill>
                  <a:srgbClr val="0D0D0D"/>
                </a:solidFill>
                <a:latin typeface="Muli"/>
              </a:rPr>
              <a:t>van elke steen zijn er twee, probeer de stenen bij elkaar te zoeken.</a:t>
            </a:r>
          </a:p>
        </p:txBody>
      </p:sp>
      <p:pic>
        <p:nvPicPr>
          <p:cNvPr id="5" name="Picture 1" descr="Logo Accessibility onderdeel van Bartiméus">
            <a:extLst>
              <a:ext uri="{FF2B5EF4-FFF2-40B4-BE49-F238E27FC236}">
                <a16:creationId xmlns:a16="http://schemas.microsoft.com/office/drawing/2014/main" id="{50148CF5-57AA-DC33-ABA7-20F648565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869" y="6353175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462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64920-DC48-4859-85DF-FF577E76FC05}">
  <ds:schemaRefs>
    <ds:schemaRef ds:uri="http://purl.org/dc/dcmitype/"/>
    <ds:schemaRef ds:uri="1263c341-9713-4178-8275-9acf484fd0e5"/>
    <ds:schemaRef ds:uri="9b6572fc-fa2b-4547-9ddf-896420785c3e"/>
    <ds:schemaRef ds:uri="http://schemas.microsoft.com/office/2006/documentManagement/types"/>
    <ds:schemaRef ds:uri="c943f701-3070-4014-93cc-e1a70bea7440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A718BC-6F05-4FC4-8728-8E6429412B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388233e-eab9-4bfa-ba11-cc67e80f819e}" enabled="0" method="" siteId="{6388233e-eab9-4bfa-ba11-cc67e80f81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114</Words>
  <Application>Microsoft Office PowerPoint</Application>
  <PresentationFormat>A4 (210 x 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Aptos</vt:lpstr>
      <vt:lpstr>Arial</vt:lpstr>
      <vt:lpstr>Karla</vt:lpstr>
      <vt:lpstr>Muli</vt:lpstr>
      <vt:lpstr>Muli ExtraBold</vt:lpstr>
      <vt:lpstr>Bollen blanco</vt:lpstr>
      <vt:lpstr>Memory zonder te zien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41</cp:revision>
  <cp:lastPrinted>2024-06-11T10:33:45Z</cp:lastPrinted>
  <dcterms:created xsi:type="dcterms:W3CDTF">2024-03-18T14:48:03Z</dcterms:created>
  <dcterms:modified xsi:type="dcterms:W3CDTF">2026-06-09T12:14:03Z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