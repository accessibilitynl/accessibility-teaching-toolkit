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6" r:id="rId5"/>
  </p:sldMasterIdLst>
  <p:notesMasterIdLst>
    <p:notesMasterId r:id="rId13"/>
  </p:notesMasterIdLst>
  <p:sldIdLst>
    <p:sldId id="1135" r:id="rId6"/>
    <p:sldId id="1139" r:id="rId7"/>
    <p:sldId id="1149" r:id="rId8"/>
    <p:sldId id="1142" r:id="rId9"/>
    <p:sldId id="1148" r:id="rId10"/>
    <p:sldId id="1147" r:id="rId11"/>
    <p:sldId id="1145" r:id="rId12"/>
  </p:sldIdLst>
  <p:sldSz cx="9906000" cy="6858000" type="A4"/>
  <p:notesSz cx="6799263" cy="9929813"/>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5242019-0CEB-D4EE-3E3D-019A696B4642}" name="Hootsmans, Eva" initials="EH" userId="S::ehootsmans@accessibility.nl::847a4d53-5687-4b02-9bc3-f49c1cfbb88e" providerId="AD"/>
  <p188:author id="{1C79FED8-D588-906A-5FA8-8A730FB22507}" name="Kerkmeijer, Sabine" initials="KS" userId="S::skerkmeijer@accessibility.nl::da67f59c-a5e7-4a03-b6ac-05ba48f259ea" providerId="AD"/>
  <p188:author id="{B0CB14E8-7E47-8667-885D-37F2BC144289}" name="Sewalt, Kilian" initials="SK" userId="S::ksewalt@accessibility.nl::5e92bfb6-041f-4a64-b479-5b6d03868df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D0D0D"/>
    <a:srgbClr val="131B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279D28-BFF1-4BEA-B003-21B0C69E75FE}" v="20" dt="2026-06-09T12:00:02.4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94673" autoAdjust="0"/>
  </p:normalViewPr>
  <p:slideViewPr>
    <p:cSldViewPr snapToGrid="0">
      <p:cViewPr varScale="1">
        <p:scale>
          <a:sx n="105" d="100"/>
          <a:sy n="105" d="100"/>
        </p:scale>
        <p:origin x="786"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rkmeijer, Sabine" userId="S::skerkmeijer@accessibility.nl::da67f59c-a5e7-4a03-b6ac-05ba48f259ea" providerId="AD" clId="Web-{3EF4C8E4-468F-C47B-7F1F-9742101219AC}"/>
    <pc:docChg chg="modSld">
      <pc:chgData name="Kerkmeijer, Sabine" userId="S::skerkmeijer@accessibility.nl::da67f59c-a5e7-4a03-b6ac-05ba48f259ea" providerId="AD" clId="Web-{3EF4C8E4-468F-C47B-7F1F-9742101219AC}" dt="2026-06-08T07:07:17.920" v="0" actId="20577"/>
      <pc:docMkLst>
        <pc:docMk/>
      </pc:docMkLst>
      <pc:sldChg chg="modSp">
        <pc:chgData name="Kerkmeijer, Sabine" userId="S::skerkmeijer@accessibility.nl::da67f59c-a5e7-4a03-b6ac-05ba48f259ea" providerId="AD" clId="Web-{3EF4C8E4-468F-C47B-7F1F-9742101219AC}" dt="2026-06-08T07:07:17.920" v="0" actId="20577"/>
        <pc:sldMkLst>
          <pc:docMk/>
          <pc:sldMk cId="1912719538" sldId="1135"/>
        </pc:sldMkLst>
        <pc:spChg chg="mod">
          <ac:chgData name="Kerkmeijer, Sabine" userId="S::skerkmeijer@accessibility.nl::da67f59c-a5e7-4a03-b6ac-05ba48f259ea" providerId="AD" clId="Web-{3EF4C8E4-468F-C47B-7F1F-9742101219AC}" dt="2026-06-08T07:07:17.920" v="0" actId="20577"/>
          <ac:spMkLst>
            <pc:docMk/>
            <pc:sldMk cId="1912719538" sldId="1135"/>
            <ac:spMk id="5" creationId="{69A7AFC6-3DB0-46B4-7F02-FC8B0B0974A5}"/>
          </ac:spMkLst>
        </pc:spChg>
      </pc:sldChg>
    </pc:docChg>
  </pc:docChgLst>
  <pc:docChgLst>
    <pc:chgData name="Moreno Hidalgo, Ana Julia" userId="86045df5-2826-4e0a-a611-ac63bd869f36" providerId="ADAL" clId="{8A9577EC-938E-40A6-8C5F-F44CA8D3340E}"/>
    <pc:docChg chg="undo custSel modSld">
      <pc:chgData name="Moreno Hidalgo, Ana Julia" userId="86045df5-2826-4e0a-a611-ac63bd869f36" providerId="ADAL" clId="{8A9577EC-938E-40A6-8C5F-F44CA8D3340E}" dt="2026-06-09T12:01:04.383" v="39" actId="962"/>
      <pc:docMkLst>
        <pc:docMk/>
      </pc:docMkLst>
      <pc:sldChg chg="modSp mod">
        <pc:chgData name="Moreno Hidalgo, Ana Julia" userId="86045df5-2826-4e0a-a611-ac63bd869f36" providerId="ADAL" clId="{8A9577EC-938E-40A6-8C5F-F44CA8D3340E}" dt="2026-06-09T11:57:18.673" v="5" actId="13244"/>
        <pc:sldMkLst>
          <pc:docMk/>
          <pc:sldMk cId="1912719538" sldId="1135"/>
        </pc:sldMkLst>
        <pc:spChg chg="ord">
          <ac:chgData name="Moreno Hidalgo, Ana Julia" userId="86045df5-2826-4e0a-a611-ac63bd869f36" providerId="ADAL" clId="{8A9577EC-938E-40A6-8C5F-F44CA8D3340E}" dt="2026-06-09T11:57:14.666" v="4" actId="13244"/>
          <ac:spMkLst>
            <pc:docMk/>
            <pc:sldMk cId="1912719538" sldId="1135"/>
            <ac:spMk id="2" creationId="{CA4E76FD-EA8B-CA72-5FF4-BBEFDAB9E74C}"/>
          </ac:spMkLst>
        </pc:spChg>
        <pc:spChg chg="ord">
          <ac:chgData name="Moreno Hidalgo, Ana Julia" userId="86045df5-2826-4e0a-a611-ac63bd869f36" providerId="ADAL" clId="{8A9577EC-938E-40A6-8C5F-F44CA8D3340E}" dt="2026-06-09T11:57:18.673" v="5" actId="13244"/>
          <ac:spMkLst>
            <pc:docMk/>
            <pc:sldMk cId="1912719538" sldId="1135"/>
            <ac:spMk id="4" creationId="{B9FA9970-FE57-3B44-F226-172519E97A2E}"/>
          </ac:spMkLst>
        </pc:spChg>
        <pc:spChg chg="mod">
          <ac:chgData name="Moreno Hidalgo, Ana Julia" userId="86045df5-2826-4e0a-a611-ac63bd869f36" providerId="ADAL" clId="{8A9577EC-938E-40A6-8C5F-F44CA8D3340E}" dt="2026-06-09T11:56:45.657" v="1" actId="962"/>
          <ac:spMkLst>
            <pc:docMk/>
            <pc:sldMk cId="1912719538" sldId="1135"/>
            <ac:spMk id="8" creationId="{ECAF4916-4B54-C4C9-45F1-3998D2A4F3D9}"/>
          </ac:spMkLst>
        </pc:spChg>
        <pc:picChg chg="mod">
          <ac:chgData name="Moreno Hidalgo, Ana Julia" userId="86045df5-2826-4e0a-a611-ac63bd869f36" providerId="ADAL" clId="{8A9577EC-938E-40A6-8C5F-F44CA8D3340E}" dt="2026-06-09T11:57:09.386" v="3" actId="962"/>
          <ac:picMkLst>
            <pc:docMk/>
            <pc:sldMk cId="1912719538" sldId="1135"/>
            <ac:picMk id="6" creationId="{9930F300-DFF5-054E-6DD0-3354915C76E5}"/>
          </ac:picMkLst>
        </pc:picChg>
      </pc:sldChg>
      <pc:sldChg chg="modSp mod">
        <pc:chgData name="Moreno Hidalgo, Ana Julia" userId="86045df5-2826-4e0a-a611-ac63bd869f36" providerId="ADAL" clId="{8A9577EC-938E-40A6-8C5F-F44CA8D3340E}" dt="2026-06-09T11:57:35.549" v="7" actId="33553"/>
        <pc:sldMkLst>
          <pc:docMk/>
          <pc:sldMk cId="2373068441" sldId="1139"/>
        </pc:sldMkLst>
        <pc:spChg chg="mod">
          <ac:chgData name="Moreno Hidalgo, Ana Julia" userId="86045df5-2826-4e0a-a611-ac63bd869f36" providerId="ADAL" clId="{8A9577EC-938E-40A6-8C5F-F44CA8D3340E}" dt="2026-06-09T11:57:35.549" v="7" actId="33553"/>
          <ac:spMkLst>
            <pc:docMk/>
            <pc:sldMk cId="2373068441" sldId="1139"/>
            <ac:spMk id="2" creationId="{7260951C-0422-513B-B697-92A416A00127}"/>
          </ac:spMkLst>
        </pc:spChg>
        <pc:picChg chg="mod">
          <ac:chgData name="Moreno Hidalgo, Ana Julia" userId="86045df5-2826-4e0a-a611-ac63bd869f36" providerId="ADAL" clId="{8A9577EC-938E-40A6-8C5F-F44CA8D3340E}" dt="2026-06-09T11:57:24.872" v="6" actId="962"/>
          <ac:picMkLst>
            <pc:docMk/>
            <pc:sldMk cId="2373068441" sldId="1139"/>
            <ac:picMk id="3" creationId="{D2878C93-7F5D-5841-E68E-FC1AB6743E86}"/>
          </ac:picMkLst>
        </pc:picChg>
      </pc:sldChg>
      <pc:sldChg chg="modSp mod">
        <pc:chgData name="Moreno Hidalgo, Ana Julia" userId="86045df5-2826-4e0a-a611-ac63bd869f36" providerId="ADAL" clId="{8A9577EC-938E-40A6-8C5F-F44CA8D3340E}" dt="2026-06-09T11:59:07.443" v="28" actId="33553"/>
        <pc:sldMkLst>
          <pc:docMk/>
          <pc:sldMk cId="968529269" sldId="1142"/>
        </pc:sldMkLst>
        <pc:spChg chg="mod">
          <ac:chgData name="Moreno Hidalgo, Ana Julia" userId="86045df5-2826-4e0a-a611-ac63bd869f36" providerId="ADAL" clId="{8A9577EC-938E-40A6-8C5F-F44CA8D3340E}" dt="2026-06-09T11:58:50.979" v="25" actId="13244"/>
          <ac:spMkLst>
            <pc:docMk/>
            <pc:sldMk cId="968529269" sldId="1142"/>
            <ac:spMk id="2" creationId="{86F8DA97-13A0-50B6-A077-5765A3C0F667}"/>
          </ac:spMkLst>
        </pc:spChg>
        <pc:spChg chg="mod">
          <ac:chgData name="Moreno Hidalgo, Ana Julia" userId="86045df5-2826-4e0a-a611-ac63bd869f36" providerId="ADAL" clId="{8A9577EC-938E-40A6-8C5F-F44CA8D3340E}" dt="2026-06-09T11:59:07.443" v="28" actId="33553"/>
          <ac:spMkLst>
            <pc:docMk/>
            <pc:sldMk cId="968529269" sldId="1142"/>
            <ac:spMk id="5" creationId="{46BBBA1E-5289-0F4A-0FA6-045502470613}"/>
          </ac:spMkLst>
        </pc:spChg>
        <pc:picChg chg="mod">
          <ac:chgData name="Moreno Hidalgo, Ana Julia" userId="86045df5-2826-4e0a-a611-ac63bd869f36" providerId="ADAL" clId="{8A9577EC-938E-40A6-8C5F-F44CA8D3340E}" dt="2026-06-09T11:58:54.386" v="27" actId="962"/>
          <ac:picMkLst>
            <pc:docMk/>
            <pc:sldMk cId="968529269" sldId="1142"/>
            <ac:picMk id="3" creationId="{E7148FC3-1962-B95F-194E-E140C0B5C554}"/>
          </ac:picMkLst>
        </pc:picChg>
      </pc:sldChg>
      <pc:sldChg chg="modSp mod">
        <pc:chgData name="Moreno Hidalgo, Ana Julia" userId="86045df5-2826-4e0a-a611-ac63bd869f36" providerId="ADAL" clId="{8A9577EC-938E-40A6-8C5F-F44CA8D3340E}" dt="2026-06-09T12:01:04.383" v="39" actId="962"/>
        <pc:sldMkLst>
          <pc:docMk/>
          <pc:sldMk cId="1459375124" sldId="1145"/>
        </pc:sldMkLst>
        <pc:picChg chg="mod">
          <ac:chgData name="Moreno Hidalgo, Ana Julia" userId="86045df5-2826-4e0a-a611-ac63bd869f36" providerId="ADAL" clId="{8A9577EC-938E-40A6-8C5F-F44CA8D3340E}" dt="2026-06-09T12:01:04.383" v="39" actId="962"/>
          <ac:picMkLst>
            <pc:docMk/>
            <pc:sldMk cId="1459375124" sldId="1145"/>
            <ac:picMk id="4" creationId="{0378A315-2EFA-CB0D-5C8B-DBB271C7B6B9}"/>
          </ac:picMkLst>
        </pc:picChg>
      </pc:sldChg>
      <pc:sldChg chg="modSp mod">
        <pc:chgData name="Moreno Hidalgo, Ana Julia" userId="86045df5-2826-4e0a-a611-ac63bd869f36" providerId="ADAL" clId="{8A9577EC-938E-40A6-8C5F-F44CA8D3340E}" dt="2026-06-09T12:00:21.756" v="38" actId="33553"/>
        <pc:sldMkLst>
          <pc:docMk/>
          <pc:sldMk cId="1341320729" sldId="1147"/>
        </pc:sldMkLst>
        <pc:spChg chg="mod">
          <ac:chgData name="Moreno Hidalgo, Ana Julia" userId="86045df5-2826-4e0a-a611-ac63bd869f36" providerId="ADAL" clId="{8A9577EC-938E-40A6-8C5F-F44CA8D3340E}" dt="2026-06-09T12:00:16.560" v="37" actId="33553"/>
          <ac:spMkLst>
            <pc:docMk/>
            <pc:sldMk cId="1341320729" sldId="1147"/>
            <ac:spMk id="2" creationId="{86F8DA97-13A0-50B6-A077-5765A3C0F667}"/>
          </ac:spMkLst>
        </pc:spChg>
        <pc:spChg chg="mod">
          <ac:chgData name="Moreno Hidalgo, Ana Julia" userId="86045df5-2826-4e0a-a611-ac63bd869f36" providerId="ADAL" clId="{8A9577EC-938E-40A6-8C5F-F44CA8D3340E}" dt="2026-06-09T12:00:21.756" v="38" actId="33553"/>
          <ac:spMkLst>
            <pc:docMk/>
            <pc:sldMk cId="1341320729" sldId="1147"/>
            <ac:spMk id="5" creationId="{EB7FAB72-B6DD-A400-00D6-3F794BB0AD9A}"/>
          </ac:spMkLst>
        </pc:spChg>
        <pc:picChg chg="mod">
          <ac:chgData name="Moreno Hidalgo, Ana Julia" userId="86045df5-2826-4e0a-a611-ac63bd869f36" providerId="ADAL" clId="{8A9577EC-938E-40A6-8C5F-F44CA8D3340E}" dt="2026-06-09T11:59:59.445" v="34" actId="962"/>
          <ac:picMkLst>
            <pc:docMk/>
            <pc:sldMk cId="1341320729" sldId="1147"/>
            <ac:picMk id="3" creationId="{E7148FC3-1962-B95F-194E-E140C0B5C554}"/>
          </ac:picMkLst>
        </pc:picChg>
      </pc:sldChg>
      <pc:sldChg chg="modSp mod">
        <pc:chgData name="Moreno Hidalgo, Ana Julia" userId="86045df5-2826-4e0a-a611-ac63bd869f36" providerId="ADAL" clId="{8A9577EC-938E-40A6-8C5F-F44CA8D3340E}" dt="2026-06-09T11:59:43.161" v="32" actId="13244"/>
        <pc:sldMkLst>
          <pc:docMk/>
          <pc:sldMk cId="1317604971" sldId="1148"/>
        </pc:sldMkLst>
        <pc:spChg chg="mod">
          <ac:chgData name="Moreno Hidalgo, Ana Julia" userId="86045df5-2826-4e0a-a611-ac63bd869f36" providerId="ADAL" clId="{8A9577EC-938E-40A6-8C5F-F44CA8D3340E}" dt="2026-06-09T11:59:43.161" v="32" actId="13244"/>
          <ac:spMkLst>
            <pc:docMk/>
            <pc:sldMk cId="1317604971" sldId="1148"/>
            <ac:spMk id="5" creationId="{2A315C20-4A39-F22C-84A3-2BFEFB33AECB}"/>
          </ac:spMkLst>
        </pc:spChg>
        <pc:picChg chg="mod">
          <ac:chgData name="Moreno Hidalgo, Ana Julia" userId="86045df5-2826-4e0a-a611-ac63bd869f36" providerId="ADAL" clId="{8A9577EC-938E-40A6-8C5F-F44CA8D3340E}" dt="2026-06-09T11:59:26.779" v="29" actId="962"/>
          <ac:picMkLst>
            <pc:docMk/>
            <pc:sldMk cId="1317604971" sldId="1148"/>
            <ac:picMk id="3" creationId="{E7148FC3-1962-B95F-194E-E140C0B5C554}"/>
          </ac:picMkLst>
        </pc:picChg>
      </pc:sldChg>
      <pc:sldChg chg="addSp modSp mod">
        <pc:chgData name="Moreno Hidalgo, Ana Julia" userId="86045df5-2826-4e0a-a611-ac63bd869f36" providerId="ADAL" clId="{8A9577EC-938E-40A6-8C5F-F44CA8D3340E}" dt="2026-06-09T11:58:34.685" v="24" actId="13244"/>
        <pc:sldMkLst>
          <pc:docMk/>
          <pc:sldMk cId="1985512650" sldId="1149"/>
        </pc:sldMkLst>
        <pc:spChg chg="mod">
          <ac:chgData name="Moreno Hidalgo, Ana Julia" userId="86045df5-2826-4e0a-a611-ac63bd869f36" providerId="ADAL" clId="{8A9577EC-938E-40A6-8C5F-F44CA8D3340E}" dt="2026-06-09T11:57:58.052" v="11" actId="962"/>
          <ac:spMkLst>
            <pc:docMk/>
            <pc:sldMk cId="1985512650" sldId="1149"/>
            <ac:spMk id="2" creationId="{95EA4B13-3036-D33D-0326-73D10811319F}"/>
          </ac:spMkLst>
        </pc:spChg>
        <pc:spChg chg="add mod">
          <ac:chgData name="Moreno Hidalgo, Ana Julia" userId="86045df5-2826-4e0a-a611-ac63bd869f36" providerId="ADAL" clId="{8A9577EC-938E-40A6-8C5F-F44CA8D3340E}" dt="2026-06-09T11:58:34.685" v="24" actId="13244"/>
          <ac:spMkLst>
            <pc:docMk/>
            <pc:sldMk cId="1985512650" sldId="1149"/>
            <ac:spMk id="4" creationId="{729E003A-962A-BDA0-FA59-F98845AF9FEC}"/>
          </ac:spMkLst>
        </pc:spChg>
        <pc:picChg chg="mod">
          <ac:chgData name="Moreno Hidalgo, Ana Julia" userId="86045df5-2826-4e0a-a611-ac63bd869f36" providerId="ADAL" clId="{8A9577EC-938E-40A6-8C5F-F44CA8D3340E}" dt="2026-06-09T11:57:56.042" v="8" actId="962"/>
          <ac:picMkLst>
            <pc:docMk/>
            <pc:sldMk cId="1985512650" sldId="1149"/>
            <ac:picMk id="3" creationId="{06B648EC-F387-7DF1-65C8-92499293ECF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51342" y="0"/>
            <a:ext cx="2946347" cy="498215"/>
          </a:xfrm>
          <a:prstGeom prst="rect">
            <a:avLst/>
          </a:prstGeom>
        </p:spPr>
        <p:txBody>
          <a:bodyPr vert="horz" lIns="91440" tIns="45720" rIns="91440" bIns="45720" rtlCol="0"/>
          <a:lstStyle>
            <a:lvl1pPr algn="r">
              <a:defRPr sz="1200"/>
            </a:lvl1pPr>
          </a:lstStyle>
          <a:p>
            <a:fld id="{EC5FB109-19A2-4B6E-AF2B-EFA0633E325D}" type="datetimeFigureOut">
              <a:rPr lang="nl-NL" smtClean="0"/>
              <a:t>9-6-2026</a:t>
            </a:fld>
            <a:endParaRPr lang="nl-NL"/>
          </a:p>
        </p:txBody>
      </p:sp>
      <p:sp>
        <p:nvSpPr>
          <p:cNvPr id="4" name="Tijdelijke aanduiding voor dia-afbeelding 3"/>
          <p:cNvSpPr>
            <a:spLocks noGrp="1" noRot="1" noChangeAspect="1"/>
          </p:cNvSpPr>
          <p:nvPr>
            <p:ph type="sldImg" idx="2"/>
          </p:nvPr>
        </p:nvSpPr>
        <p:spPr>
          <a:xfrm>
            <a:off x="979488" y="1241425"/>
            <a:ext cx="4840287" cy="3351213"/>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9431600"/>
            <a:ext cx="2946347" cy="498214"/>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51342" y="9431600"/>
            <a:ext cx="2946347" cy="498214"/>
          </a:xfrm>
          <a:prstGeom prst="rect">
            <a:avLst/>
          </a:prstGeom>
        </p:spPr>
        <p:txBody>
          <a:bodyPr vert="horz" lIns="91440" tIns="45720" rIns="91440" bIns="45720" rtlCol="0" anchor="b"/>
          <a:lstStyle>
            <a:lvl1pPr algn="r">
              <a:defRPr sz="1200"/>
            </a:lvl1pPr>
          </a:lstStyle>
          <a:p>
            <a:fld id="{B71A1C8E-208B-4D3E-9DCB-7CB259FA60DE}" type="slidenum">
              <a:rPr lang="nl-NL" smtClean="0"/>
              <a:t>‹nr.›</a:t>
            </a:fld>
            <a:endParaRPr lang="nl-NL"/>
          </a:p>
        </p:txBody>
      </p:sp>
    </p:spTree>
    <p:extLst>
      <p:ext uri="{BB962C8B-B14F-4D97-AF65-F5344CB8AC3E}">
        <p14:creationId xmlns:p14="http://schemas.microsoft.com/office/powerpoint/2010/main" val="379975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479425" y="808038"/>
            <a:ext cx="5840413" cy="4043362"/>
          </a:xfrm>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647355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B71A1C8E-208B-4D3E-9DCB-7CB259FA60DE}" type="slidenum">
              <a:rPr lang="nl-NL" smtClean="0"/>
              <a:t>3</a:t>
            </a:fld>
            <a:endParaRPr lang="nl-NL"/>
          </a:p>
        </p:txBody>
      </p:sp>
    </p:spTree>
    <p:extLst>
      <p:ext uri="{BB962C8B-B14F-4D97-AF65-F5344CB8AC3E}">
        <p14:creationId xmlns:p14="http://schemas.microsoft.com/office/powerpoint/2010/main" val="2407632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6A8F47-3D81-CB14-152C-5EE0DB637E22}"/>
              </a:ext>
            </a:extLst>
          </p:cNvPr>
          <p:cNvSpPr>
            <a:spLocks noGrp="1"/>
          </p:cNvSpPr>
          <p:nvPr>
            <p:ph type="title" hasCustomPrompt="1"/>
          </p:nvPr>
        </p:nvSpPr>
        <p:spPr>
          <a:xfrm>
            <a:off x="553674" y="757012"/>
            <a:ext cx="5269639" cy="671194"/>
          </a:xfrm>
          <a:prstGeom prst="rect">
            <a:avLst/>
          </a:prstGeom>
        </p:spPr>
        <p:txBody>
          <a:bodyPr/>
          <a:lstStyle>
            <a:lvl1pPr>
              <a:defRPr sz="3251" b="1" i="0" baseline="0">
                <a:solidFill>
                  <a:schemeClr val="tx1"/>
                </a:solidFill>
                <a:latin typeface="Muli" pitchFamily="2" charset="77"/>
              </a:defRPr>
            </a:lvl1pPr>
          </a:lstStyle>
          <a:p>
            <a:r>
              <a:rPr lang="nl-NL"/>
              <a:t>Titel</a:t>
            </a:r>
          </a:p>
        </p:txBody>
      </p:sp>
      <p:sp>
        <p:nvSpPr>
          <p:cNvPr id="6" name="Tijdelijke aanduiding voor tekst 5">
            <a:extLst>
              <a:ext uri="{FF2B5EF4-FFF2-40B4-BE49-F238E27FC236}">
                <a16:creationId xmlns:a16="http://schemas.microsoft.com/office/drawing/2014/main" id="{9AA42F94-D699-E9D9-B231-76E8C97498BF}"/>
              </a:ext>
            </a:extLst>
          </p:cNvPr>
          <p:cNvSpPr>
            <a:spLocks noGrp="1"/>
          </p:cNvSpPr>
          <p:nvPr>
            <p:ph type="body" sz="quarter" idx="10" hasCustomPrompt="1"/>
          </p:nvPr>
        </p:nvSpPr>
        <p:spPr>
          <a:xfrm>
            <a:off x="553676" y="1628457"/>
            <a:ext cx="8107807" cy="4472531"/>
          </a:xfrm>
          <a:prstGeom prst="rect">
            <a:avLst/>
          </a:prstGeom>
        </p:spPr>
        <p:txBody>
          <a:bodyPr/>
          <a:lstStyle>
            <a:lvl1pPr>
              <a:defRPr sz="2438" b="0" i="0" baseline="0">
                <a:solidFill>
                  <a:schemeClr val="tx1"/>
                </a:solidFill>
                <a:latin typeface="Muli" pitchFamily="2" charset="77"/>
              </a:defRPr>
            </a:lvl1pPr>
          </a:lstStyle>
          <a:p>
            <a:pPr lvl="0"/>
            <a:r>
              <a:rPr lang="nl-NL"/>
              <a:t>Bodytekst paginabreed, doorlopende alineatekst</a:t>
            </a:r>
          </a:p>
        </p:txBody>
      </p:sp>
    </p:spTree>
    <p:extLst>
      <p:ext uri="{BB962C8B-B14F-4D97-AF65-F5344CB8AC3E}">
        <p14:creationId xmlns:p14="http://schemas.microsoft.com/office/powerpoint/2010/main" val="910167177"/>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52E0EC-300F-065C-4C73-030DAB5B479F}"/>
              </a:ext>
            </a:extLst>
          </p:cNvPr>
          <p:cNvSpPr>
            <a:spLocks noGrp="1"/>
          </p:cNvSpPr>
          <p:nvPr>
            <p:ph type="title" hasCustomPrompt="1"/>
          </p:nvPr>
        </p:nvSpPr>
        <p:spPr>
          <a:xfrm>
            <a:off x="553674" y="757012"/>
            <a:ext cx="5269639" cy="671194"/>
          </a:xfrm>
          <a:prstGeom prst="rect">
            <a:avLst/>
          </a:prstGeom>
        </p:spPr>
        <p:txBody>
          <a:bodyPr/>
          <a:lstStyle>
            <a:lvl1pPr>
              <a:defRPr sz="3251" b="1" i="0" baseline="0">
                <a:solidFill>
                  <a:schemeClr val="tx1"/>
                </a:solidFill>
                <a:latin typeface="Muli" pitchFamily="2" charset="77"/>
              </a:defRPr>
            </a:lvl1pPr>
          </a:lstStyle>
          <a:p>
            <a:r>
              <a:rPr lang="nl-NL"/>
              <a:t>Titel</a:t>
            </a:r>
          </a:p>
        </p:txBody>
      </p:sp>
      <p:sp>
        <p:nvSpPr>
          <p:cNvPr id="5" name="Tijdelijke aanduiding voor tekst 5">
            <a:extLst>
              <a:ext uri="{FF2B5EF4-FFF2-40B4-BE49-F238E27FC236}">
                <a16:creationId xmlns:a16="http://schemas.microsoft.com/office/drawing/2014/main" id="{FFAEF388-BCE9-53AE-F469-99524096FF2E}"/>
              </a:ext>
            </a:extLst>
          </p:cNvPr>
          <p:cNvSpPr>
            <a:spLocks noGrp="1"/>
          </p:cNvSpPr>
          <p:nvPr>
            <p:ph type="body" sz="quarter" idx="10" hasCustomPrompt="1"/>
          </p:nvPr>
        </p:nvSpPr>
        <p:spPr>
          <a:xfrm>
            <a:off x="553676" y="1628457"/>
            <a:ext cx="3979261" cy="4472531"/>
          </a:xfrm>
          <a:prstGeom prst="rect">
            <a:avLst/>
          </a:prstGeom>
        </p:spPr>
        <p:txBody>
          <a:bodyPr/>
          <a:lstStyle>
            <a:lvl1pPr marL="371484" indent="-371484">
              <a:buFontTx/>
              <a:buBlip>
                <a:blip r:embed="rId2"/>
              </a:buBlip>
              <a:defRPr sz="2438" b="0" i="0" baseline="0">
                <a:solidFill>
                  <a:schemeClr val="tx1"/>
                </a:solidFill>
                <a:latin typeface="Muli" pitchFamily="2" charset="77"/>
              </a:defRPr>
            </a:lvl1pPr>
          </a:lstStyle>
          <a:p>
            <a:pPr lvl="0"/>
            <a:r>
              <a:rPr lang="nl-NL"/>
              <a:t>Punt 1</a:t>
            </a:r>
          </a:p>
          <a:p>
            <a:pPr lvl="0"/>
            <a:r>
              <a:rPr lang="nl-NL"/>
              <a:t>Punt 2</a:t>
            </a:r>
          </a:p>
          <a:p>
            <a:pPr lvl="0"/>
            <a:r>
              <a:rPr lang="nl-NL"/>
              <a:t>Punt 3</a:t>
            </a:r>
          </a:p>
          <a:p>
            <a:pPr lvl="0"/>
            <a:r>
              <a:rPr lang="nl-NL"/>
              <a:t>Etc.</a:t>
            </a:r>
          </a:p>
        </p:txBody>
      </p:sp>
      <p:sp>
        <p:nvSpPr>
          <p:cNvPr id="6" name="Tijdelijke aanduiding voor tekst 5">
            <a:extLst>
              <a:ext uri="{FF2B5EF4-FFF2-40B4-BE49-F238E27FC236}">
                <a16:creationId xmlns:a16="http://schemas.microsoft.com/office/drawing/2014/main" id="{DFBCE0AD-D11B-92D1-DFB2-DFDDE00ED8BA}"/>
              </a:ext>
            </a:extLst>
          </p:cNvPr>
          <p:cNvSpPr>
            <a:spLocks noGrp="1"/>
          </p:cNvSpPr>
          <p:nvPr>
            <p:ph type="body" sz="quarter" idx="11" hasCustomPrompt="1"/>
          </p:nvPr>
        </p:nvSpPr>
        <p:spPr>
          <a:xfrm>
            <a:off x="4862470" y="1628457"/>
            <a:ext cx="3979261" cy="4472531"/>
          </a:xfrm>
          <a:prstGeom prst="rect">
            <a:avLst/>
          </a:prstGeom>
        </p:spPr>
        <p:txBody>
          <a:bodyPr/>
          <a:lstStyle>
            <a:lvl1pPr>
              <a:defRPr sz="2438" b="0" i="0" baseline="0">
                <a:solidFill>
                  <a:schemeClr val="tx1"/>
                </a:solidFill>
                <a:latin typeface="Muli" pitchFamily="2" charset="77"/>
              </a:defRPr>
            </a:lvl1pPr>
          </a:lstStyle>
          <a:p>
            <a:pPr lvl="0"/>
            <a:r>
              <a:rPr lang="nl-NL"/>
              <a:t>Bodytekst, doorlopende alineatekst, twee losse kolommen</a:t>
            </a:r>
          </a:p>
        </p:txBody>
      </p:sp>
    </p:spTree>
    <p:extLst>
      <p:ext uri="{BB962C8B-B14F-4D97-AF65-F5344CB8AC3E}">
        <p14:creationId xmlns:p14="http://schemas.microsoft.com/office/powerpoint/2010/main" val="3756872921"/>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kst en klein beeld">
  <p:cSld name="Tekst en klein beeld">
    <p:spTree>
      <p:nvGrpSpPr>
        <p:cNvPr id="1" name="Shape 50"/>
        <p:cNvGrpSpPr/>
        <p:nvPr/>
      </p:nvGrpSpPr>
      <p:grpSpPr>
        <a:xfrm>
          <a:off x="0" y="0"/>
          <a:ext cx="0" cy="0"/>
          <a:chOff x="0" y="0"/>
          <a:chExt cx="0" cy="0"/>
        </a:xfrm>
      </p:grpSpPr>
      <p:sp>
        <p:nvSpPr>
          <p:cNvPr id="51" name="Google Shape;51;p6"/>
          <p:cNvSpPr txBox="1">
            <a:spLocks noGrp="1"/>
          </p:cNvSpPr>
          <p:nvPr>
            <p:ph type="title"/>
          </p:nvPr>
        </p:nvSpPr>
        <p:spPr>
          <a:xfrm>
            <a:off x="812604" y="698954"/>
            <a:ext cx="4078486" cy="54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nl-NL"/>
              <a:t>Klik om stijl te bewerken</a:t>
            </a:r>
            <a:endParaRPr/>
          </a:p>
        </p:txBody>
      </p:sp>
      <p:sp>
        <p:nvSpPr>
          <p:cNvPr id="52" name="Google Shape;52;p6"/>
          <p:cNvSpPr txBox="1">
            <a:spLocks noGrp="1"/>
          </p:cNvSpPr>
          <p:nvPr>
            <p:ph type="sldNum" idx="12"/>
          </p:nvPr>
        </p:nvSpPr>
        <p:spPr>
          <a:xfrm>
            <a:off x="8712421" y="6461968"/>
            <a:ext cx="182341" cy="153888"/>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nl-NL" smtClean="0"/>
              <a:pPr/>
              <a:t>‹nr.›</a:t>
            </a:fld>
            <a:endParaRPr lang="nl-NL"/>
          </a:p>
        </p:txBody>
      </p:sp>
      <p:sp>
        <p:nvSpPr>
          <p:cNvPr id="53" name="Google Shape;53;p6"/>
          <p:cNvSpPr txBox="1">
            <a:spLocks noGrp="1"/>
          </p:cNvSpPr>
          <p:nvPr>
            <p:ph type="body" idx="1"/>
          </p:nvPr>
        </p:nvSpPr>
        <p:spPr>
          <a:xfrm>
            <a:off x="812604" y="1484313"/>
            <a:ext cx="4078486" cy="4284662"/>
          </a:xfrm>
          <a:prstGeom prst="rect">
            <a:avLst/>
          </a:prstGeom>
          <a:noFill/>
          <a:ln>
            <a:noFill/>
          </a:ln>
        </p:spPr>
        <p:txBody>
          <a:bodyPr spcFirstLastPara="1" wrap="square" lIns="0" tIns="0" rIns="0" bIns="0" anchor="t" anchorCtr="0">
            <a:noAutofit/>
          </a:bodyPr>
          <a:lstStyle>
            <a:lvl1pPr marL="371484" lvl="0" indent="-185742" algn="l">
              <a:lnSpc>
                <a:spcPct val="135000"/>
              </a:lnSpc>
              <a:spcBef>
                <a:spcPts val="0"/>
              </a:spcBef>
              <a:spcAft>
                <a:spcPts val="0"/>
              </a:spcAft>
              <a:buClr>
                <a:schemeClr val="accent6"/>
              </a:buClr>
              <a:buSzPts val="1800"/>
              <a:buNone/>
              <a:defRPr/>
            </a:lvl1pPr>
            <a:lvl2pPr marL="742969" lvl="1" indent="-282482" algn="l">
              <a:lnSpc>
                <a:spcPct val="135000"/>
              </a:lnSpc>
              <a:spcBef>
                <a:spcPts val="0"/>
              </a:spcBef>
              <a:spcAft>
                <a:spcPts val="0"/>
              </a:spcAft>
              <a:buClr>
                <a:schemeClr val="accent6"/>
              </a:buClr>
              <a:buSzPts val="1875"/>
              <a:buFont typeface="Arial"/>
              <a:buChar char="•"/>
              <a:defRPr sz="2031"/>
            </a:lvl2pPr>
            <a:lvl3pPr marL="1114452" lvl="2" indent="-278613" algn="l">
              <a:lnSpc>
                <a:spcPct val="135000"/>
              </a:lnSpc>
              <a:spcBef>
                <a:spcPts val="0"/>
              </a:spcBef>
              <a:spcAft>
                <a:spcPts val="0"/>
              </a:spcAft>
              <a:buClr>
                <a:schemeClr val="accent6"/>
              </a:buClr>
              <a:buSzPts val="1800"/>
              <a:buChar char="•"/>
              <a:defRPr/>
            </a:lvl3pPr>
            <a:lvl4pPr marL="1485937" lvl="3" indent="-278613" algn="l">
              <a:lnSpc>
                <a:spcPct val="135000"/>
              </a:lnSpc>
              <a:spcBef>
                <a:spcPts val="0"/>
              </a:spcBef>
              <a:spcAft>
                <a:spcPts val="0"/>
              </a:spcAft>
              <a:buClr>
                <a:schemeClr val="accent6"/>
              </a:buClr>
              <a:buSzPts val="1800"/>
              <a:buChar char="•"/>
              <a:defRPr/>
            </a:lvl4pPr>
            <a:lvl5pPr marL="1857421" lvl="4" indent="-278613" algn="l">
              <a:lnSpc>
                <a:spcPct val="135000"/>
              </a:lnSpc>
              <a:spcBef>
                <a:spcPts val="0"/>
              </a:spcBef>
              <a:spcAft>
                <a:spcPts val="0"/>
              </a:spcAft>
              <a:buClr>
                <a:schemeClr val="accent6"/>
              </a:buClr>
              <a:buSzPts val="1800"/>
              <a:buChar char="•"/>
              <a:defRPr/>
            </a:lvl5pPr>
            <a:lvl6pPr marL="2228906" lvl="5" indent="-278613" algn="l">
              <a:lnSpc>
                <a:spcPct val="90000"/>
              </a:lnSpc>
              <a:spcBef>
                <a:spcPts val="406"/>
              </a:spcBef>
              <a:spcAft>
                <a:spcPts val="0"/>
              </a:spcAft>
              <a:buClr>
                <a:schemeClr val="dk1"/>
              </a:buClr>
              <a:buSzPts val="1800"/>
              <a:buChar char="•"/>
              <a:defRPr/>
            </a:lvl6pPr>
            <a:lvl7pPr marL="2600390" lvl="6" indent="-278613" algn="l">
              <a:lnSpc>
                <a:spcPct val="90000"/>
              </a:lnSpc>
              <a:spcBef>
                <a:spcPts val="406"/>
              </a:spcBef>
              <a:spcAft>
                <a:spcPts val="0"/>
              </a:spcAft>
              <a:buClr>
                <a:schemeClr val="dk1"/>
              </a:buClr>
              <a:buSzPts val="1800"/>
              <a:buChar char="•"/>
              <a:defRPr/>
            </a:lvl7pPr>
            <a:lvl8pPr marL="2971875" lvl="7" indent="-278613" algn="l">
              <a:lnSpc>
                <a:spcPct val="90000"/>
              </a:lnSpc>
              <a:spcBef>
                <a:spcPts val="406"/>
              </a:spcBef>
              <a:spcAft>
                <a:spcPts val="0"/>
              </a:spcAft>
              <a:buClr>
                <a:schemeClr val="dk1"/>
              </a:buClr>
              <a:buSzPts val="1800"/>
              <a:buChar char="•"/>
              <a:defRPr/>
            </a:lvl8pPr>
            <a:lvl9pPr marL="3343359" lvl="8" indent="-278613" algn="l">
              <a:lnSpc>
                <a:spcPct val="90000"/>
              </a:lnSpc>
              <a:spcBef>
                <a:spcPts val="406"/>
              </a:spcBef>
              <a:spcAft>
                <a:spcPts val="0"/>
              </a:spcAft>
              <a:buClr>
                <a:schemeClr val="dk1"/>
              </a:buClr>
              <a:buSzPts val="1800"/>
              <a:buChar char="•"/>
              <a:defRPr/>
            </a:lvl9pPr>
          </a:lstStyle>
          <a:p>
            <a:pPr lvl="0"/>
            <a:r>
              <a:rPr lang="nl-NL"/>
              <a:t>Klikken om de tekststijl van het model te bewerken</a:t>
            </a:r>
          </a:p>
        </p:txBody>
      </p:sp>
      <p:sp>
        <p:nvSpPr>
          <p:cNvPr id="54" name="Google Shape;54;p6"/>
          <p:cNvSpPr>
            <a:spLocks noGrp="1"/>
          </p:cNvSpPr>
          <p:nvPr>
            <p:ph type="pic" idx="2"/>
          </p:nvPr>
        </p:nvSpPr>
        <p:spPr>
          <a:xfrm>
            <a:off x="5871705" y="1484318"/>
            <a:ext cx="3221697" cy="2320771"/>
          </a:xfrm>
          <a:prstGeom prst="rect">
            <a:avLst/>
          </a:prstGeom>
          <a:solidFill>
            <a:srgbClr val="F2F2F2"/>
          </a:solidFill>
          <a:ln>
            <a:noFill/>
          </a:ln>
        </p:spPr>
        <p:txBody>
          <a:bodyPr spcFirstLastPara="1" wrap="square" lIns="0" tIns="936000" rIns="0" bIns="0" anchor="ctr" anchorCtr="1">
            <a:noAutofit/>
          </a:bodyPr>
          <a:lstStyle>
            <a:lvl1pPr marR="0" lvl="0" algn="ctr" rtl="0">
              <a:lnSpc>
                <a:spcPct val="135000"/>
              </a:lnSpc>
              <a:spcBef>
                <a:spcPts val="0"/>
              </a:spcBef>
              <a:spcAft>
                <a:spcPts val="0"/>
              </a:spcAft>
              <a:buClr>
                <a:schemeClr val="accent6"/>
              </a:buClr>
              <a:buSzPts val="1200"/>
              <a:buFont typeface="Arial"/>
              <a:buNone/>
              <a:defRPr sz="975" b="0" i="0" u="none" strike="noStrike" cap="none">
                <a:solidFill>
                  <a:schemeClr val="accent6"/>
                </a:solidFill>
                <a:latin typeface="Arial"/>
                <a:ea typeface="Arial"/>
                <a:cs typeface="Arial"/>
                <a:sym typeface="Arial"/>
              </a:defRPr>
            </a:lvl1pPr>
            <a:lvl2pPr marR="0" lvl="1" algn="l" rtl="0">
              <a:lnSpc>
                <a:spcPct val="135000"/>
              </a:lnSpc>
              <a:spcBef>
                <a:spcPts val="0"/>
              </a:spcBef>
              <a:spcAft>
                <a:spcPts val="0"/>
              </a:spcAft>
              <a:buClr>
                <a:schemeClr val="accent6"/>
              </a:buClr>
              <a:buSzPts val="1575"/>
              <a:buFont typeface="Arial"/>
              <a:buChar char="•"/>
              <a:defRPr sz="1706" b="0" i="0" u="none" strike="noStrike" cap="none">
                <a:solidFill>
                  <a:schemeClr val="accent6"/>
                </a:solidFill>
                <a:latin typeface="Arial"/>
                <a:ea typeface="Arial"/>
                <a:cs typeface="Arial"/>
                <a:sym typeface="Arial"/>
              </a:defRPr>
            </a:lvl2pPr>
            <a:lvl3pPr marR="0" lvl="2"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3pPr>
            <a:lvl4pPr marR="0" lvl="3"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4pPr>
            <a:lvl5pPr marR="0" lvl="4"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5pPr>
            <a:lvl6pPr marR="0" lvl="5"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6pPr>
            <a:lvl7pPr marR="0" lvl="6"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7pPr>
            <a:lvl8pPr marR="0" lvl="7"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8pPr>
            <a:lvl9pPr marR="0" lvl="8"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9pPr>
          </a:lstStyle>
          <a:p>
            <a:r>
              <a:rPr lang="nl-NL"/>
              <a:t>Klik op het pictogram als u een afbeelding wilt toevoegen</a:t>
            </a:r>
            <a:endParaRPr/>
          </a:p>
        </p:txBody>
      </p:sp>
      <p:grpSp>
        <p:nvGrpSpPr>
          <p:cNvPr id="55" name="Google Shape;55;p6"/>
          <p:cNvGrpSpPr/>
          <p:nvPr/>
        </p:nvGrpSpPr>
        <p:grpSpPr>
          <a:xfrm>
            <a:off x="-1284684" y="1484319"/>
            <a:ext cx="1211163" cy="2721685"/>
            <a:chOff x="-1581150" y="1825625"/>
            <a:chExt cx="1490662" cy="2721685"/>
          </a:xfrm>
        </p:grpSpPr>
        <p:sp>
          <p:nvSpPr>
            <p:cNvPr id="56" name="Google Shape;56;p6"/>
            <p:cNvSpPr/>
            <p:nvPr/>
          </p:nvSpPr>
          <p:spPr>
            <a:xfrm>
              <a:off x="-1581150" y="1825625"/>
              <a:ext cx="1490662" cy="498791"/>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dk1"/>
                </a:buClr>
                <a:buSzPts val="1050"/>
                <a:buFont typeface="Karla"/>
                <a:buNone/>
              </a:pPr>
              <a:r>
                <a:rPr lang="nl-NL" sz="853">
                  <a:solidFill>
                    <a:schemeClr val="dk1"/>
                  </a:solidFill>
                  <a:latin typeface="Arial"/>
                  <a:ea typeface="Arial"/>
                  <a:cs typeface="Arial"/>
                  <a:sym typeface="Arial"/>
                </a:rPr>
                <a:t>Het eerste tekstniveau heeft geen bullet en springt niet in. </a:t>
              </a:r>
              <a:endParaRPr sz="1463"/>
            </a:p>
          </p:txBody>
        </p:sp>
        <p:pic>
          <p:nvPicPr>
            <p:cNvPr id="57" name="Google Shape;57;p6"/>
            <p:cNvPicPr preferRelativeResize="0"/>
            <p:nvPr/>
          </p:nvPicPr>
          <p:blipFill rotWithShape="1">
            <a:blip r:embed="rId2">
              <a:alphaModFix/>
            </a:blip>
            <a:srcRect/>
            <a:stretch/>
          </p:blipFill>
          <p:spPr>
            <a:xfrm>
              <a:off x="-1581150" y="2383997"/>
              <a:ext cx="1171575" cy="580360"/>
            </a:xfrm>
            <a:prstGeom prst="rect">
              <a:avLst/>
            </a:prstGeom>
            <a:solidFill>
              <a:schemeClr val="lt2"/>
            </a:solidFill>
            <a:ln>
              <a:noFill/>
            </a:ln>
            <a:effectLst>
              <a:outerShdw blurRad="50800" dist="38100" dir="2700000" algn="tl" rotWithShape="0">
                <a:srgbClr val="000000">
                  <a:alpha val="20000"/>
                </a:srgbClr>
              </a:outerShdw>
            </a:effectLst>
          </p:spPr>
        </p:pic>
        <p:grpSp>
          <p:nvGrpSpPr>
            <p:cNvPr id="58" name="Google Shape;58;p6"/>
            <p:cNvGrpSpPr/>
            <p:nvPr/>
          </p:nvGrpSpPr>
          <p:grpSpPr>
            <a:xfrm>
              <a:off x="-1581150" y="3751973"/>
              <a:ext cx="1245474" cy="795337"/>
              <a:chOff x="-1603261" y="3756031"/>
              <a:chExt cx="1245474" cy="795337"/>
            </a:xfrm>
          </p:grpSpPr>
          <p:pic>
            <p:nvPicPr>
              <p:cNvPr id="59" name="Google Shape;59;p6"/>
              <p:cNvPicPr preferRelativeResize="0"/>
              <p:nvPr/>
            </p:nvPicPr>
            <p:blipFill rotWithShape="1">
              <a:blip r:embed="rId3">
                <a:alphaModFix/>
              </a:blip>
              <a:srcRect b="6146"/>
              <a:stretch/>
            </p:blipFill>
            <p:spPr>
              <a:xfrm>
                <a:off x="-1603261" y="3935363"/>
                <a:ext cx="1007844" cy="616005"/>
              </a:xfrm>
              <a:prstGeom prst="rect">
                <a:avLst/>
              </a:prstGeom>
              <a:solidFill>
                <a:schemeClr val="lt2"/>
              </a:solidFill>
              <a:ln>
                <a:noFill/>
              </a:ln>
              <a:effectLst>
                <a:outerShdw blurRad="50800" dist="38100" dir="2700000" algn="tl" rotWithShape="0">
                  <a:srgbClr val="000000">
                    <a:alpha val="20000"/>
                  </a:srgbClr>
                </a:outerShdw>
              </a:effectLst>
            </p:spPr>
          </p:pic>
          <p:sp>
            <p:nvSpPr>
              <p:cNvPr id="60" name="Google Shape;60;p6"/>
              <p:cNvSpPr txBox="1"/>
              <p:nvPr/>
            </p:nvSpPr>
            <p:spPr>
              <a:xfrm>
                <a:off x="-1266854" y="4415637"/>
                <a:ext cx="291748" cy="123495"/>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0"/>
                  </a:spcAft>
                  <a:buNone/>
                </a:pPr>
                <a:r>
                  <a:rPr lang="nl-NL" sz="650">
                    <a:solidFill>
                      <a:schemeClr val="dk2"/>
                    </a:solidFill>
                    <a:latin typeface="Arial"/>
                    <a:ea typeface="Arial"/>
                    <a:cs typeface="Arial"/>
                    <a:sym typeface="Arial"/>
                  </a:rPr>
                  <a:t>Alinea</a:t>
                </a:r>
                <a:endParaRPr sz="1463"/>
              </a:p>
            </p:txBody>
          </p:sp>
          <p:pic>
            <p:nvPicPr>
              <p:cNvPr id="61" name="Google Shape;61;p6" descr="Vergrootglas"/>
              <p:cNvPicPr preferRelativeResize="0"/>
              <p:nvPr/>
            </p:nvPicPr>
            <p:blipFill rotWithShape="1">
              <a:blip r:embed="rId4">
                <a:alphaModFix/>
              </a:blip>
              <a:srcRect/>
              <a:stretch/>
            </p:blipFill>
            <p:spPr>
              <a:xfrm>
                <a:off x="-1148362" y="3756031"/>
                <a:ext cx="790575" cy="790575"/>
              </a:xfrm>
              <a:prstGeom prst="rect">
                <a:avLst/>
              </a:prstGeom>
              <a:noFill/>
              <a:ln>
                <a:noFill/>
              </a:ln>
            </p:spPr>
          </p:pic>
        </p:grpSp>
        <p:sp>
          <p:nvSpPr>
            <p:cNvPr id="62" name="Google Shape;62;p6"/>
            <p:cNvSpPr/>
            <p:nvPr/>
          </p:nvSpPr>
          <p:spPr>
            <a:xfrm>
              <a:off x="-1581150" y="3023938"/>
              <a:ext cx="1490662" cy="668453"/>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dk1"/>
                </a:buClr>
                <a:buSzPts val="1050"/>
                <a:buFont typeface="Karla"/>
                <a:buNone/>
              </a:pPr>
              <a:r>
                <a:rPr lang="nl-NL" sz="853">
                  <a:solidFill>
                    <a:schemeClr val="dk1"/>
                  </a:solidFill>
                  <a:latin typeface="Arial"/>
                  <a:ea typeface="Arial"/>
                  <a:cs typeface="Arial"/>
                  <a:sym typeface="Arial"/>
                </a:rPr>
                <a:t>Om een bullet lijst te starten, klik op ‘</a:t>
              </a:r>
              <a:r>
                <a:rPr lang="nl-NL" sz="853">
                  <a:solidFill>
                    <a:schemeClr val="accent3"/>
                  </a:solidFill>
                  <a:latin typeface="Arial"/>
                  <a:ea typeface="Arial"/>
                  <a:cs typeface="Arial"/>
                  <a:sym typeface="Arial"/>
                </a:rPr>
                <a:t>Lijstniveau verhogen</a:t>
              </a:r>
              <a:r>
                <a:rPr lang="nl-NL" sz="853">
                  <a:solidFill>
                    <a:schemeClr val="dk1"/>
                  </a:solidFill>
                  <a:latin typeface="Arial"/>
                  <a:ea typeface="Arial"/>
                  <a:cs typeface="Arial"/>
                  <a:sym typeface="Arial"/>
                </a:rPr>
                <a:t>’ op tabblad Start</a:t>
              </a:r>
              <a:endParaRPr sz="1463"/>
            </a:p>
          </p:txBody>
        </p:sp>
      </p:grpSp>
    </p:spTree>
    <p:extLst>
      <p:ext uri="{BB962C8B-B14F-4D97-AF65-F5344CB8AC3E}">
        <p14:creationId xmlns:p14="http://schemas.microsoft.com/office/powerpoint/2010/main" val="4250666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cSld name="Tussenpagina">
    <p:bg>
      <p:bgPr>
        <a:solidFill>
          <a:schemeClr val="accent1"/>
        </a:solidFill>
        <a:effectLst/>
      </p:bgPr>
    </p:bg>
    <p:spTree>
      <p:nvGrpSpPr>
        <p:cNvPr id="1" name=""/>
        <p:cNvGrpSpPr/>
        <p:nvPr/>
      </p:nvGrpSpPr>
      <p:grpSpPr>
        <a:xfrm>
          <a:off x="0" y="0"/>
          <a:ext cx="0" cy="0"/>
          <a:chOff x="0" y="0"/>
          <a:chExt cx="0" cy="0"/>
        </a:xfrm>
      </p:grpSpPr>
      <p:sp>
        <p:nvSpPr>
          <p:cNvPr id="17" name="Vrije vorm: vorm 16">
            <a:extLst>
              <a:ext uri="{FF2B5EF4-FFF2-40B4-BE49-F238E27FC236}">
                <a16:creationId xmlns:a16="http://schemas.microsoft.com/office/drawing/2014/main" id="{239D59E7-5F05-4E02-BF60-B87052A1126D}"/>
              </a:ext>
            </a:extLst>
          </p:cNvPr>
          <p:cNvSpPr>
            <a:spLocks/>
          </p:cNvSpPr>
          <p:nvPr userDrawn="1"/>
        </p:nvSpPr>
        <p:spPr bwMode="auto">
          <a:xfrm>
            <a:off x="7890464" y="2131594"/>
            <a:ext cx="2015536" cy="4726411"/>
          </a:xfrm>
          <a:custGeom>
            <a:avLst/>
            <a:gdLst>
              <a:gd name="connsiteX0" fmla="*/ 1857716 w 2480660"/>
              <a:gd name="connsiteY0" fmla="*/ 0 h 4726411"/>
              <a:gd name="connsiteX1" fmla="*/ 2480660 w 2480660"/>
              <a:gd name="connsiteY1" fmla="*/ 192663 h 4726411"/>
              <a:gd name="connsiteX2" fmla="*/ 2480660 w 2480660"/>
              <a:gd name="connsiteY2" fmla="*/ 4726411 h 4726411"/>
              <a:gd name="connsiteX3" fmla="*/ 0 w 2480660"/>
              <a:gd name="connsiteY3" fmla="*/ 4726411 h 4726411"/>
            </a:gdLst>
            <a:ahLst/>
            <a:cxnLst>
              <a:cxn ang="0">
                <a:pos x="connsiteX0" y="connsiteY0"/>
              </a:cxn>
              <a:cxn ang="0">
                <a:pos x="connsiteX1" y="connsiteY1"/>
              </a:cxn>
              <a:cxn ang="0">
                <a:pos x="connsiteX2" y="connsiteY2"/>
              </a:cxn>
              <a:cxn ang="0">
                <a:pos x="connsiteX3" y="connsiteY3"/>
              </a:cxn>
            </a:cxnLst>
            <a:rect l="l" t="t" r="r" b="b"/>
            <a:pathLst>
              <a:path w="2480660" h="4726411">
                <a:moveTo>
                  <a:pt x="1857716" y="0"/>
                </a:moveTo>
                <a:lnTo>
                  <a:pt x="2480660" y="192663"/>
                </a:lnTo>
                <a:lnTo>
                  <a:pt x="2480660" y="4726411"/>
                </a:lnTo>
                <a:lnTo>
                  <a:pt x="0" y="4726411"/>
                </a:lnTo>
                <a:close/>
              </a:path>
            </a:pathLst>
          </a:custGeom>
          <a:solidFill>
            <a:schemeClr val="accent3"/>
          </a:solidFill>
          <a:ln>
            <a:noFill/>
          </a:ln>
        </p:spPr>
        <p:txBody>
          <a:bodyPr vert="horz" wrap="square" lIns="74295" tIns="37148" rIns="74295" bIns="37148" numCol="1" anchor="t" anchorCtr="0" compatLnSpc="1">
            <a:prstTxWarp prst="textNoShape">
              <a:avLst/>
            </a:prstTxWarp>
            <a:noAutofit/>
          </a:bodyPr>
          <a:lstStyle/>
          <a:p>
            <a:endParaRPr lang="nl-NL" sz="1463"/>
          </a:p>
        </p:txBody>
      </p:sp>
      <p:sp>
        <p:nvSpPr>
          <p:cNvPr id="6" name="Tijdelijke aanduiding voor dianummer 5">
            <a:extLst>
              <a:ext uri="{FF2B5EF4-FFF2-40B4-BE49-F238E27FC236}">
                <a16:creationId xmlns:a16="http://schemas.microsoft.com/office/drawing/2014/main" id="{F5A34DB6-2A36-4E2B-816F-26B158667EAA}"/>
              </a:ext>
            </a:extLst>
          </p:cNvPr>
          <p:cNvSpPr>
            <a:spLocks noGrp="1"/>
          </p:cNvSpPr>
          <p:nvPr>
            <p:ph type="sldNum" sz="quarter" idx="12"/>
          </p:nvPr>
        </p:nvSpPr>
        <p:spPr/>
        <p:txBody>
          <a:bodyPr/>
          <a:lstStyle/>
          <a:p>
            <a:fld id="{C300B898-51E3-47C9-86FC-BCC74C80B2D5}" type="slidenum">
              <a:rPr lang="nl-NL" smtClean="0"/>
              <a:t>‹nr.›</a:t>
            </a:fld>
            <a:endParaRPr lang="nl-NL"/>
          </a:p>
        </p:txBody>
      </p:sp>
      <p:sp>
        <p:nvSpPr>
          <p:cNvPr id="2" name="Titel 1">
            <a:extLst>
              <a:ext uri="{FF2B5EF4-FFF2-40B4-BE49-F238E27FC236}">
                <a16:creationId xmlns:a16="http://schemas.microsoft.com/office/drawing/2014/main" id="{E47AA52C-6497-49BB-B88F-8B0009B99B25}"/>
              </a:ext>
            </a:extLst>
          </p:cNvPr>
          <p:cNvSpPr>
            <a:spLocks noGrp="1"/>
          </p:cNvSpPr>
          <p:nvPr>
            <p:ph type="title" hasCustomPrompt="1"/>
          </p:nvPr>
        </p:nvSpPr>
        <p:spPr>
          <a:xfrm>
            <a:off x="812602" y="2425359"/>
            <a:ext cx="7312500" cy="609398"/>
          </a:xfrm>
        </p:spPr>
        <p:txBody>
          <a:bodyPr anchor="b"/>
          <a:lstStyle>
            <a:lvl1pPr>
              <a:defRPr sz="3575">
                <a:solidFill>
                  <a:schemeClr val="bg1"/>
                </a:solidFill>
                <a:latin typeface="+mn-lt"/>
              </a:defRPr>
            </a:lvl1pPr>
          </a:lstStyle>
          <a:p>
            <a:r>
              <a:rPr lang="nl-NL"/>
              <a:t>Titel</a:t>
            </a:r>
          </a:p>
        </p:txBody>
      </p:sp>
      <p:sp>
        <p:nvSpPr>
          <p:cNvPr id="3" name="Tijdelijke aanduiding voor tekst 2">
            <a:extLst>
              <a:ext uri="{FF2B5EF4-FFF2-40B4-BE49-F238E27FC236}">
                <a16:creationId xmlns:a16="http://schemas.microsoft.com/office/drawing/2014/main" id="{DBEEBC94-7660-41F3-937A-FFE130FD1B47}"/>
              </a:ext>
            </a:extLst>
          </p:cNvPr>
          <p:cNvSpPr>
            <a:spLocks noGrp="1"/>
          </p:cNvSpPr>
          <p:nvPr>
            <p:ph type="body" idx="1" hasCustomPrompt="1"/>
          </p:nvPr>
        </p:nvSpPr>
        <p:spPr>
          <a:xfrm>
            <a:off x="812602" y="3112861"/>
            <a:ext cx="7312500" cy="447495"/>
          </a:xfrm>
        </p:spPr>
        <p:txBody>
          <a:bodyPr wrap="square">
            <a:noAutofit/>
          </a:bodyPr>
          <a:lstStyle>
            <a:lvl1pPr marL="0" indent="0">
              <a:buNone/>
              <a:defRPr sz="1950">
                <a:solidFill>
                  <a:schemeClr val="bg1"/>
                </a:solidFill>
                <a:latin typeface="+mn-lt"/>
              </a:defRPr>
            </a:lvl1pPr>
            <a:lvl2pPr marL="371484" indent="0">
              <a:buNone/>
              <a:defRPr sz="1625">
                <a:solidFill>
                  <a:schemeClr val="tx1">
                    <a:tint val="75000"/>
                  </a:schemeClr>
                </a:solidFill>
              </a:defRPr>
            </a:lvl2pPr>
            <a:lvl3pPr marL="742969" indent="0">
              <a:buNone/>
              <a:defRPr sz="1463">
                <a:solidFill>
                  <a:schemeClr val="tx1">
                    <a:tint val="75000"/>
                  </a:schemeClr>
                </a:solidFill>
              </a:defRPr>
            </a:lvl3pPr>
            <a:lvl4pPr marL="1114452" indent="0">
              <a:buNone/>
              <a:defRPr sz="1300">
                <a:solidFill>
                  <a:schemeClr val="tx1">
                    <a:tint val="75000"/>
                  </a:schemeClr>
                </a:solidFill>
              </a:defRPr>
            </a:lvl4pPr>
            <a:lvl5pPr marL="1485937" indent="0">
              <a:buNone/>
              <a:defRPr sz="1300">
                <a:solidFill>
                  <a:schemeClr val="tx1">
                    <a:tint val="75000"/>
                  </a:schemeClr>
                </a:solidFill>
              </a:defRPr>
            </a:lvl5pPr>
            <a:lvl6pPr marL="1857421" indent="0">
              <a:buNone/>
              <a:defRPr sz="1300">
                <a:solidFill>
                  <a:schemeClr val="tx1">
                    <a:tint val="75000"/>
                  </a:schemeClr>
                </a:solidFill>
              </a:defRPr>
            </a:lvl6pPr>
            <a:lvl7pPr marL="2228906" indent="0">
              <a:buNone/>
              <a:defRPr sz="1300">
                <a:solidFill>
                  <a:schemeClr val="tx1">
                    <a:tint val="75000"/>
                  </a:schemeClr>
                </a:solidFill>
              </a:defRPr>
            </a:lvl7pPr>
            <a:lvl8pPr marL="2600390" indent="0">
              <a:buNone/>
              <a:defRPr sz="1300">
                <a:solidFill>
                  <a:schemeClr val="tx1">
                    <a:tint val="75000"/>
                  </a:schemeClr>
                </a:solidFill>
              </a:defRPr>
            </a:lvl8pPr>
            <a:lvl9pPr marL="2971875" indent="0">
              <a:buNone/>
              <a:defRPr sz="1300">
                <a:solidFill>
                  <a:schemeClr val="tx1">
                    <a:tint val="75000"/>
                  </a:schemeClr>
                </a:solidFill>
              </a:defRPr>
            </a:lvl9pPr>
          </a:lstStyle>
          <a:p>
            <a:pPr lvl="0"/>
            <a:r>
              <a:rPr lang="nl-NL"/>
              <a:t>Subtitel</a:t>
            </a:r>
          </a:p>
        </p:txBody>
      </p:sp>
      <p:grpSp>
        <p:nvGrpSpPr>
          <p:cNvPr id="9" name="Groep 8">
            <a:extLst>
              <a:ext uri="{FF2B5EF4-FFF2-40B4-BE49-F238E27FC236}">
                <a16:creationId xmlns:a16="http://schemas.microsoft.com/office/drawing/2014/main" id="{14BFC5AE-BBA7-4022-891E-FDA842B624E7}"/>
              </a:ext>
            </a:extLst>
          </p:cNvPr>
          <p:cNvGrpSpPr/>
          <p:nvPr userDrawn="1"/>
        </p:nvGrpSpPr>
        <p:grpSpPr>
          <a:xfrm>
            <a:off x="0" y="6089650"/>
            <a:ext cx="9906000" cy="768350"/>
            <a:chOff x="0" y="6089650"/>
            <a:chExt cx="12192000" cy="768350"/>
          </a:xfrm>
        </p:grpSpPr>
        <p:sp>
          <p:nvSpPr>
            <p:cNvPr id="10" name="Freeform 5">
              <a:extLst>
                <a:ext uri="{FF2B5EF4-FFF2-40B4-BE49-F238E27FC236}">
                  <a16:creationId xmlns:a16="http://schemas.microsoft.com/office/drawing/2014/main" id="{2B7D37B5-6E1B-49C7-8BEA-57F0A7260423}"/>
                </a:ext>
              </a:extLst>
            </p:cNvPr>
            <p:cNvSpPr>
              <a:spLocks/>
            </p:cNvSpPr>
            <p:nvPr userDrawn="1"/>
          </p:nvSpPr>
          <p:spPr bwMode="auto">
            <a:xfrm>
              <a:off x="0" y="6332537"/>
              <a:ext cx="4279900" cy="525463"/>
            </a:xfrm>
            <a:custGeom>
              <a:avLst/>
              <a:gdLst>
                <a:gd name="T0" fmla="*/ 2696 w 2696"/>
                <a:gd name="T1" fmla="*/ 331 h 331"/>
                <a:gd name="T2" fmla="*/ 2348 w 2696"/>
                <a:gd name="T3" fmla="*/ 49 h 331"/>
                <a:gd name="T4" fmla="*/ 0 w 2696"/>
                <a:gd name="T5" fmla="*/ 0 h 331"/>
                <a:gd name="T6" fmla="*/ 0 w 2696"/>
                <a:gd name="T7" fmla="*/ 331 h 331"/>
                <a:gd name="T8" fmla="*/ 2696 w 2696"/>
                <a:gd name="T9" fmla="*/ 331 h 331"/>
              </a:gdLst>
              <a:ahLst/>
              <a:cxnLst>
                <a:cxn ang="0">
                  <a:pos x="T0" y="T1"/>
                </a:cxn>
                <a:cxn ang="0">
                  <a:pos x="T2" y="T3"/>
                </a:cxn>
                <a:cxn ang="0">
                  <a:pos x="T4" y="T5"/>
                </a:cxn>
                <a:cxn ang="0">
                  <a:pos x="T6" y="T7"/>
                </a:cxn>
                <a:cxn ang="0">
                  <a:pos x="T8" y="T9"/>
                </a:cxn>
              </a:cxnLst>
              <a:rect l="0" t="0" r="r" b="b"/>
              <a:pathLst>
                <a:path w="2696" h="331">
                  <a:moveTo>
                    <a:pt x="2696" y="331"/>
                  </a:moveTo>
                  <a:lnTo>
                    <a:pt x="2348" y="49"/>
                  </a:lnTo>
                  <a:lnTo>
                    <a:pt x="0" y="0"/>
                  </a:lnTo>
                  <a:lnTo>
                    <a:pt x="0" y="331"/>
                  </a:lnTo>
                  <a:lnTo>
                    <a:pt x="2696" y="33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nl-NL" sz="1463"/>
            </a:p>
          </p:txBody>
        </p:sp>
        <p:sp>
          <p:nvSpPr>
            <p:cNvPr id="11" name="Freeform 6">
              <a:extLst>
                <a:ext uri="{FF2B5EF4-FFF2-40B4-BE49-F238E27FC236}">
                  <a16:creationId xmlns:a16="http://schemas.microsoft.com/office/drawing/2014/main" id="{4E744938-16E8-4DA1-8399-0EFD27BE9257}"/>
                </a:ext>
              </a:extLst>
            </p:cNvPr>
            <p:cNvSpPr>
              <a:spLocks/>
            </p:cNvSpPr>
            <p:nvPr userDrawn="1"/>
          </p:nvSpPr>
          <p:spPr bwMode="auto">
            <a:xfrm>
              <a:off x="0" y="6089650"/>
              <a:ext cx="12192000" cy="768350"/>
            </a:xfrm>
            <a:custGeom>
              <a:avLst/>
              <a:gdLst>
                <a:gd name="T0" fmla="*/ 7680 w 7680"/>
                <a:gd name="T1" fmla="*/ 484 h 484"/>
                <a:gd name="T2" fmla="*/ 7680 w 7680"/>
                <a:gd name="T3" fmla="*/ 0 h 484"/>
                <a:gd name="T4" fmla="*/ 0 w 7680"/>
                <a:gd name="T5" fmla="*/ 290 h 484"/>
                <a:gd name="T6" fmla="*/ 0 w 7680"/>
                <a:gd name="T7" fmla="*/ 484 h 484"/>
                <a:gd name="T8" fmla="*/ 7680 w 7680"/>
                <a:gd name="T9" fmla="*/ 484 h 484"/>
              </a:gdLst>
              <a:ahLst/>
              <a:cxnLst>
                <a:cxn ang="0">
                  <a:pos x="T0" y="T1"/>
                </a:cxn>
                <a:cxn ang="0">
                  <a:pos x="T2" y="T3"/>
                </a:cxn>
                <a:cxn ang="0">
                  <a:pos x="T4" y="T5"/>
                </a:cxn>
                <a:cxn ang="0">
                  <a:pos x="T6" y="T7"/>
                </a:cxn>
                <a:cxn ang="0">
                  <a:pos x="T8" y="T9"/>
                </a:cxn>
              </a:cxnLst>
              <a:rect l="0" t="0" r="r" b="b"/>
              <a:pathLst>
                <a:path w="7680" h="484">
                  <a:moveTo>
                    <a:pt x="7680" y="484"/>
                  </a:moveTo>
                  <a:lnTo>
                    <a:pt x="7680" y="0"/>
                  </a:lnTo>
                  <a:lnTo>
                    <a:pt x="0" y="290"/>
                  </a:lnTo>
                  <a:lnTo>
                    <a:pt x="0" y="484"/>
                  </a:lnTo>
                  <a:lnTo>
                    <a:pt x="7680" y="48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nl-NL" sz="1463"/>
            </a:p>
          </p:txBody>
        </p:sp>
      </p:grpSp>
      <p:pic>
        <p:nvPicPr>
          <p:cNvPr id="12" name="Afbeelding 11">
            <a:extLst>
              <a:ext uri="{FF2B5EF4-FFF2-40B4-BE49-F238E27FC236}">
                <a16:creationId xmlns:a16="http://schemas.microsoft.com/office/drawing/2014/main" id="{BE0DC7DB-3FF4-4A02-9E29-EC575532B7C1}"/>
              </a:ext>
            </a:extLst>
          </p:cNvPr>
          <p:cNvPicPr>
            <a:picLocks noChangeAspect="1"/>
          </p:cNvPicPr>
          <p:nvPr userDrawn="1"/>
        </p:nvPicPr>
        <p:blipFill>
          <a:blip r:embed="rId2"/>
          <a:stretch>
            <a:fillRect/>
          </a:stretch>
        </p:blipFill>
        <p:spPr>
          <a:xfrm>
            <a:off x="9101139" y="5872685"/>
            <a:ext cx="558628" cy="690045"/>
          </a:xfrm>
          <a:prstGeom prst="rect">
            <a:avLst/>
          </a:prstGeom>
        </p:spPr>
      </p:pic>
    </p:spTree>
    <p:extLst>
      <p:ext uri="{BB962C8B-B14F-4D97-AF65-F5344CB8AC3E}">
        <p14:creationId xmlns:p14="http://schemas.microsoft.com/office/powerpoint/2010/main" val="3355171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Aangepaste indel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34669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6A8F47-3D81-CB14-152C-5EE0DB637E22}"/>
              </a:ext>
            </a:extLst>
          </p:cNvPr>
          <p:cNvSpPr>
            <a:spLocks noGrp="1"/>
          </p:cNvSpPr>
          <p:nvPr>
            <p:ph type="title" hasCustomPrompt="1"/>
          </p:nvPr>
        </p:nvSpPr>
        <p:spPr>
          <a:xfrm>
            <a:off x="553674" y="757012"/>
            <a:ext cx="5269639" cy="671194"/>
          </a:xfrm>
          <a:prstGeom prst="rect">
            <a:avLst/>
          </a:prstGeom>
        </p:spPr>
        <p:txBody>
          <a:bodyPr/>
          <a:lstStyle>
            <a:lvl1pPr>
              <a:defRPr sz="3250" b="1" i="0" baseline="0">
                <a:solidFill>
                  <a:schemeClr val="tx1"/>
                </a:solidFill>
                <a:latin typeface="Muli" pitchFamily="2" charset="77"/>
              </a:defRPr>
            </a:lvl1pPr>
          </a:lstStyle>
          <a:p>
            <a:r>
              <a:rPr lang="nl-NL"/>
              <a:t>Titel</a:t>
            </a:r>
          </a:p>
        </p:txBody>
      </p:sp>
      <p:sp>
        <p:nvSpPr>
          <p:cNvPr id="6" name="Tijdelijke aanduiding voor tekst 5">
            <a:extLst>
              <a:ext uri="{FF2B5EF4-FFF2-40B4-BE49-F238E27FC236}">
                <a16:creationId xmlns:a16="http://schemas.microsoft.com/office/drawing/2014/main" id="{9AA42F94-D699-E9D9-B231-76E8C97498BF}"/>
              </a:ext>
            </a:extLst>
          </p:cNvPr>
          <p:cNvSpPr>
            <a:spLocks noGrp="1"/>
          </p:cNvSpPr>
          <p:nvPr>
            <p:ph type="body" sz="quarter" idx="10" hasCustomPrompt="1"/>
          </p:nvPr>
        </p:nvSpPr>
        <p:spPr>
          <a:xfrm>
            <a:off x="553674" y="1628457"/>
            <a:ext cx="8107807" cy="4472531"/>
          </a:xfrm>
          <a:prstGeom prst="rect">
            <a:avLst/>
          </a:prstGeom>
        </p:spPr>
        <p:txBody>
          <a:bodyPr/>
          <a:lstStyle>
            <a:lvl1pPr>
              <a:defRPr sz="2438" b="0" i="0" baseline="0">
                <a:solidFill>
                  <a:schemeClr val="tx1"/>
                </a:solidFill>
                <a:latin typeface="Muli" pitchFamily="2" charset="77"/>
              </a:defRPr>
            </a:lvl1pPr>
          </a:lstStyle>
          <a:p>
            <a:pPr lvl="0"/>
            <a:r>
              <a:rPr lang="nl-NL"/>
              <a:t>Bodytekst paginabreed, doorlopende alineatekst</a:t>
            </a:r>
          </a:p>
        </p:txBody>
      </p:sp>
    </p:spTree>
    <p:extLst>
      <p:ext uri="{BB962C8B-B14F-4D97-AF65-F5344CB8AC3E}">
        <p14:creationId xmlns:p14="http://schemas.microsoft.com/office/powerpoint/2010/main" val="419571062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52E0EC-300F-065C-4C73-030DAB5B479F}"/>
              </a:ext>
            </a:extLst>
          </p:cNvPr>
          <p:cNvSpPr>
            <a:spLocks noGrp="1"/>
          </p:cNvSpPr>
          <p:nvPr>
            <p:ph type="title" hasCustomPrompt="1"/>
          </p:nvPr>
        </p:nvSpPr>
        <p:spPr>
          <a:xfrm>
            <a:off x="553674" y="757012"/>
            <a:ext cx="5269639" cy="671194"/>
          </a:xfrm>
          <a:prstGeom prst="rect">
            <a:avLst/>
          </a:prstGeom>
        </p:spPr>
        <p:txBody>
          <a:bodyPr/>
          <a:lstStyle>
            <a:lvl1pPr>
              <a:defRPr sz="3250" b="1" i="0" baseline="0">
                <a:solidFill>
                  <a:schemeClr val="tx1"/>
                </a:solidFill>
                <a:latin typeface="Muli" pitchFamily="2" charset="77"/>
              </a:defRPr>
            </a:lvl1pPr>
          </a:lstStyle>
          <a:p>
            <a:r>
              <a:rPr lang="nl-NL"/>
              <a:t>Titel</a:t>
            </a:r>
          </a:p>
        </p:txBody>
      </p:sp>
      <p:sp>
        <p:nvSpPr>
          <p:cNvPr id="5" name="Tijdelijke aanduiding voor tekst 5">
            <a:extLst>
              <a:ext uri="{FF2B5EF4-FFF2-40B4-BE49-F238E27FC236}">
                <a16:creationId xmlns:a16="http://schemas.microsoft.com/office/drawing/2014/main" id="{FFAEF388-BCE9-53AE-F469-99524096FF2E}"/>
              </a:ext>
            </a:extLst>
          </p:cNvPr>
          <p:cNvSpPr>
            <a:spLocks noGrp="1"/>
          </p:cNvSpPr>
          <p:nvPr>
            <p:ph type="body" sz="quarter" idx="10" hasCustomPrompt="1"/>
          </p:nvPr>
        </p:nvSpPr>
        <p:spPr>
          <a:xfrm>
            <a:off x="553674" y="1628457"/>
            <a:ext cx="3979261" cy="4472531"/>
          </a:xfrm>
          <a:prstGeom prst="rect">
            <a:avLst/>
          </a:prstGeom>
        </p:spPr>
        <p:txBody>
          <a:bodyPr/>
          <a:lstStyle>
            <a:lvl1pPr marL="371475" indent="-371475">
              <a:buFontTx/>
              <a:buBlip>
                <a:blip r:embed="rId2"/>
              </a:buBlip>
              <a:defRPr sz="2438" b="0" i="0" baseline="0">
                <a:solidFill>
                  <a:schemeClr val="tx1"/>
                </a:solidFill>
                <a:latin typeface="Muli" pitchFamily="2" charset="77"/>
              </a:defRPr>
            </a:lvl1pPr>
          </a:lstStyle>
          <a:p>
            <a:pPr lvl="0"/>
            <a:r>
              <a:rPr lang="nl-NL"/>
              <a:t>Punt 1</a:t>
            </a:r>
          </a:p>
          <a:p>
            <a:pPr lvl="0"/>
            <a:r>
              <a:rPr lang="nl-NL"/>
              <a:t>Punt 2</a:t>
            </a:r>
          </a:p>
          <a:p>
            <a:pPr lvl="0"/>
            <a:r>
              <a:rPr lang="nl-NL"/>
              <a:t>Punt 3</a:t>
            </a:r>
          </a:p>
          <a:p>
            <a:pPr lvl="0"/>
            <a:r>
              <a:rPr lang="nl-NL"/>
              <a:t>Etc.</a:t>
            </a:r>
          </a:p>
        </p:txBody>
      </p:sp>
      <p:sp>
        <p:nvSpPr>
          <p:cNvPr id="6" name="Tijdelijke aanduiding voor tekst 5">
            <a:extLst>
              <a:ext uri="{FF2B5EF4-FFF2-40B4-BE49-F238E27FC236}">
                <a16:creationId xmlns:a16="http://schemas.microsoft.com/office/drawing/2014/main" id="{DFBCE0AD-D11B-92D1-DFB2-DFDDE00ED8BA}"/>
              </a:ext>
            </a:extLst>
          </p:cNvPr>
          <p:cNvSpPr>
            <a:spLocks noGrp="1"/>
          </p:cNvSpPr>
          <p:nvPr>
            <p:ph type="body" sz="quarter" idx="11" hasCustomPrompt="1"/>
          </p:nvPr>
        </p:nvSpPr>
        <p:spPr>
          <a:xfrm>
            <a:off x="4862470" y="1628457"/>
            <a:ext cx="3979261" cy="4472531"/>
          </a:xfrm>
          <a:prstGeom prst="rect">
            <a:avLst/>
          </a:prstGeom>
        </p:spPr>
        <p:txBody>
          <a:bodyPr/>
          <a:lstStyle>
            <a:lvl1pPr>
              <a:defRPr sz="2438" b="0" i="0" baseline="0">
                <a:solidFill>
                  <a:schemeClr val="tx1"/>
                </a:solidFill>
                <a:latin typeface="Muli" pitchFamily="2" charset="77"/>
              </a:defRPr>
            </a:lvl1pPr>
          </a:lstStyle>
          <a:p>
            <a:pPr lvl="0"/>
            <a:r>
              <a:rPr lang="nl-NL"/>
              <a:t>Bodytekst, doorlopende alineatekst, twee losse kolommen</a:t>
            </a:r>
          </a:p>
        </p:txBody>
      </p:sp>
    </p:spTree>
    <p:extLst>
      <p:ext uri="{BB962C8B-B14F-4D97-AF65-F5344CB8AC3E}">
        <p14:creationId xmlns:p14="http://schemas.microsoft.com/office/powerpoint/2010/main" val="228716773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ekst en klein beeld">
  <p:cSld name="Tekst en klein beeld">
    <p:spTree>
      <p:nvGrpSpPr>
        <p:cNvPr id="1" name="Shape 50"/>
        <p:cNvGrpSpPr/>
        <p:nvPr/>
      </p:nvGrpSpPr>
      <p:grpSpPr>
        <a:xfrm>
          <a:off x="0" y="0"/>
          <a:ext cx="0" cy="0"/>
          <a:chOff x="0" y="0"/>
          <a:chExt cx="0" cy="0"/>
        </a:xfrm>
      </p:grpSpPr>
      <p:sp>
        <p:nvSpPr>
          <p:cNvPr id="51" name="Google Shape;51;p6"/>
          <p:cNvSpPr txBox="1">
            <a:spLocks noGrp="1"/>
          </p:cNvSpPr>
          <p:nvPr>
            <p:ph type="title"/>
          </p:nvPr>
        </p:nvSpPr>
        <p:spPr>
          <a:xfrm>
            <a:off x="812602" y="698954"/>
            <a:ext cx="4078486" cy="54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accent1"/>
              </a:buClr>
              <a:buSzPts val="36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nl-NL"/>
              <a:t>Klik om stijl te bewerken</a:t>
            </a:r>
            <a:endParaRPr/>
          </a:p>
        </p:txBody>
      </p:sp>
      <p:sp>
        <p:nvSpPr>
          <p:cNvPr id="52" name="Google Shape;52;p6"/>
          <p:cNvSpPr txBox="1">
            <a:spLocks noGrp="1"/>
          </p:cNvSpPr>
          <p:nvPr>
            <p:ph type="sldNum" idx="12"/>
          </p:nvPr>
        </p:nvSpPr>
        <p:spPr>
          <a:xfrm>
            <a:off x="8712421" y="6461968"/>
            <a:ext cx="182341" cy="153888"/>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nl-NL"/>
              <a:pPr marL="0" lvl="0" indent="0" algn="r" rtl="0">
                <a:spcBef>
                  <a:spcPts val="0"/>
                </a:spcBef>
                <a:spcAft>
                  <a:spcPts val="0"/>
                </a:spcAft>
                <a:buNone/>
              </a:pPr>
              <a:t>‹nr.›</a:t>
            </a:fld>
            <a:endParaRPr/>
          </a:p>
        </p:txBody>
      </p:sp>
      <p:sp>
        <p:nvSpPr>
          <p:cNvPr id="53" name="Google Shape;53;p6"/>
          <p:cNvSpPr txBox="1">
            <a:spLocks noGrp="1"/>
          </p:cNvSpPr>
          <p:nvPr>
            <p:ph type="body" idx="1"/>
          </p:nvPr>
        </p:nvSpPr>
        <p:spPr>
          <a:xfrm>
            <a:off x="812602" y="1484313"/>
            <a:ext cx="4078486" cy="4284662"/>
          </a:xfrm>
          <a:prstGeom prst="rect">
            <a:avLst/>
          </a:prstGeom>
          <a:noFill/>
          <a:ln>
            <a:noFill/>
          </a:ln>
        </p:spPr>
        <p:txBody>
          <a:bodyPr spcFirstLastPara="1" wrap="square" lIns="0" tIns="0" rIns="0" bIns="0" anchor="t" anchorCtr="0">
            <a:noAutofit/>
          </a:bodyPr>
          <a:lstStyle>
            <a:lvl1pPr marL="371475" lvl="0" indent="-185738" algn="l">
              <a:lnSpc>
                <a:spcPct val="135000"/>
              </a:lnSpc>
              <a:spcBef>
                <a:spcPts val="0"/>
              </a:spcBef>
              <a:spcAft>
                <a:spcPts val="0"/>
              </a:spcAft>
              <a:buClr>
                <a:schemeClr val="accent6"/>
              </a:buClr>
              <a:buSzPts val="1800"/>
              <a:buNone/>
              <a:defRPr/>
            </a:lvl1pPr>
            <a:lvl2pPr marL="742950" lvl="1" indent="-282475" algn="l">
              <a:lnSpc>
                <a:spcPct val="135000"/>
              </a:lnSpc>
              <a:spcBef>
                <a:spcPts val="0"/>
              </a:spcBef>
              <a:spcAft>
                <a:spcPts val="0"/>
              </a:spcAft>
              <a:buClr>
                <a:schemeClr val="accent6"/>
              </a:buClr>
              <a:buSzPts val="1875"/>
              <a:buFont typeface="Arial"/>
              <a:buChar char="•"/>
              <a:defRPr sz="2031"/>
            </a:lvl2pPr>
            <a:lvl3pPr marL="1114425" lvl="2" indent="-278606" algn="l">
              <a:lnSpc>
                <a:spcPct val="135000"/>
              </a:lnSpc>
              <a:spcBef>
                <a:spcPts val="0"/>
              </a:spcBef>
              <a:spcAft>
                <a:spcPts val="0"/>
              </a:spcAft>
              <a:buClr>
                <a:schemeClr val="accent6"/>
              </a:buClr>
              <a:buSzPts val="1800"/>
              <a:buChar char="•"/>
              <a:defRPr/>
            </a:lvl3pPr>
            <a:lvl4pPr marL="1485900" lvl="3" indent="-278606" algn="l">
              <a:lnSpc>
                <a:spcPct val="135000"/>
              </a:lnSpc>
              <a:spcBef>
                <a:spcPts val="0"/>
              </a:spcBef>
              <a:spcAft>
                <a:spcPts val="0"/>
              </a:spcAft>
              <a:buClr>
                <a:schemeClr val="accent6"/>
              </a:buClr>
              <a:buSzPts val="1800"/>
              <a:buChar char="•"/>
              <a:defRPr/>
            </a:lvl4pPr>
            <a:lvl5pPr marL="1857375" lvl="4" indent="-278606" algn="l">
              <a:lnSpc>
                <a:spcPct val="135000"/>
              </a:lnSpc>
              <a:spcBef>
                <a:spcPts val="0"/>
              </a:spcBef>
              <a:spcAft>
                <a:spcPts val="0"/>
              </a:spcAft>
              <a:buClr>
                <a:schemeClr val="accent6"/>
              </a:buClr>
              <a:buSzPts val="1800"/>
              <a:buChar char="•"/>
              <a:defRPr/>
            </a:lvl5pPr>
            <a:lvl6pPr marL="2228850" lvl="5" indent="-278606" algn="l">
              <a:lnSpc>
                <a:spcPct val="90000"/>
              </a:lnSpc>
              <a:spcBef>
                <a:spcPts val="406"/>
              </a:spcBef>
              <a:spcAft>
                <a:spcPts val="0"/>
              </a:spcAft>
              <a:buClr>
                <a:schemeClr val="dk1"/>
              </a:buClr>
              <a:buSzPts val="1800"/>
              <a:buChar char="•"/>
              <a:defRPr/>
            </a:lvl6pPr>
            <a:lvl7pPr marL="2600325" lvl="6" indent="-278606" algn="l">
              <a:lnSpc>
                <a:spcPct val="90000"/>
              </a:lnSpc>
              <a:spcBef>
                <a:spcPts val="406"/>
              </a:spcBef>
              <a:spcAft>
                <a:spcPts val="0"/>
              </a:spcAft>
              <a:buClr>
                <a:schemeClr val="dk1"/>
              </a:buClr>
              <a:buSzPts val="1800"/>
              <a:buChar char="•"/>
              <a:defRPr/>
            </a:lvl7pPr>
            <a:lvl8pPr marL="2971800" lvl="7" indent="-278606" algn="l">
              <a:lnSpc>
                <a:spcPct val="90000"/>
              </a:lnSpc>
              <a:spcBef>
                <a:spcPts val="406"/>
              </a:spcBef>
              <a:spcAft>
                <a:spcPts val="0"/>
              </a:spcAft>
              <a:buClr>
                <a:schemeClr val="dk1"/>
              </a:buClr>
              <a:buSzPts val="1800"/>
              <a:buChar char="•"/>
              <a:defRPr/>
            </a:lvl8pPr>
            <a:lvl9pPr marL="3343275" lvl="8" indent="-278606" algn="l">
              <a:lnSpc>
                <a:spcPct val="90000"/>
              </a:lnSpc>
              <a:spcBef>
                <a:spcPts val="406"/>
              </a:spcBef>
              <a:spcAft>
                <a:spcPts val="0"/>
              </a:spcAft>
              <a:buClr>
                <a:schemeClr val="dk1"/>
              </a:buClr>
              <a:buSzPts val="1800"/>
              <a:buChar char="•"/>
              <a:defRPr/>
            </a:lvl9pPr>
          </a:lstStyle>
          <a:p>
            <a:pPr lvl="0"/>
            <a:r>
              <a:rPr lang="nl-NL"/>
              <a:t>Klikken om de tekststijl van het model te bewerken</a:t>
            </a:r>
          </a:p>
        </p:txBody>
      </p:sp>
      <p:sp>
        <p:nvSpPr>
          <p:cNvPr id="54" name="Google Shape;54;p6"/>
          <p:cNvSpPr>
            <a:spLocks noGrp="1"/>
          </p:cNvSpPr>
          <p:nvPr>
            <p:ph type="pic" idx="2"/>
          </p:nvPr>
        </p:nvSpPr>
        <p:spPr>
          <a:xfrm>
            <a:off x="5871703" y="1484314"/>
            <a:ext cx="3221697" cy="2320771"/>
          </a:xfrm>
          <a:prstGeom prst="rect">
            <a:avLst/>
          </a:prstGeom>
          <a:solidFill>
            <a:srgbClr val="F2F2F2"/>
          </a:solidFill>
          <a:ln>
            <a:noFill/>
          </a:ln>
        </p:spPr>
        <p:txBody>
          <a:bodyPr spcFirstLastPara="1" wrap="square" lIns="0" tIns="936000" rIns="0" bIns="0" anchor="ctr" anchorCtr="1">
            <a:noAutofit/>
          </a:bodyPr>
          <a:lstStyle>
            <a:lvl1pPr marR="0" lvl="0" algn="ctr" rtl="0">
              <a:lnSpc>
                <a:spcPct val="135000"/>
              </a:lnSpc>
              <a:spcBef>
                <a:spcPts val="0"/>
              </a:spcBef>
              <a:spcAft>
                <a:spcPts val="0"/>
              </a:spcAft>
              <a:buClr>
                <a:schemeClr val="accent6"/>
              </a:buClr>
              <a:buSzPts val="1200"/>
              <a:buFont typeface="Arial"/>
              <a:buNone/>
              <a:defRPr sz="975" b="0" i="0" u="none" strike="noStrike" cap="none">
                <a:solidFill>
                  <a:schemeClr val="accent6"/>
                </a:solidFill>
                <a:latin typeface="Arial"/>
                <a:ea typeface="Arial"/>
                <a:cs typeface="Arial"/>
                <a:sym typeface="Arial"/>
              </a:defRPr>
            </a:lvl1pPr>
            <a:lvl2pPr marR="0" lvl="1" algn="l" rtl="0">
              <a:lnSpc>
                <a:spcPct val="135000"/>
              </a:lnSpc>
              <a:spcBef>
                <a:spcPts val="0"/>
              </a:spcBef>
              <a:spcAft>
                <a:spcPts val="0"/>
              </a:spcAft>
              <a:buClr>
                <a:schemeClr val="accent6"/>
              </a:buClr>
              <a:buSzPts val="1575"/>
              <a:buFont typeface="Arial"/>
              <a:buChar char="•"/>
              <a:defRPr sz="1706" b="0" i="0" u="none" strike="noStrike" cap="none">
                <a:solidFill>
                  <a:schemeClr val="accent6"/>
                </a:solidFill>
                <a:latin typeface="Arial"/>
                <a:ea typeface="Arial"/>
                <a:cs typeface="Arial"/>
                <a:sym typeface="Arial"/>
              </a:defRPr>
            </a:lvl2pPr>
            <a:lvl3pPr marR="0" lvl="2"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3pPr>
            <a:lvl4pPr marR="0" lvl="3"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4pPr>
            <a:lvl5pPr marR="0" lvl="4" algn="l" rtl="0">
              <a:lnSpc>
                <a:spcPct val="135000"/>
              </a:lnSpc>
              <a:spcBef>
                <a:spcPts val="0"/>
              </a:spcBef>
              <a:spcAft>
                <a:spcPts val="0"/>
              </a:spcAft>
              <a:buClr>
                <a:schemeClr val="accent6"/>
              </a:buClr>
              <a:buSzPts val="2100"/>
              <a:buFont typeface="Arial"/>
              <a:buChar char="•"/>
              <a:defRPr sz="1706" b="0" i="0" u="none" strike="noStrike" cap="none">
                <a:solidFill>
                  <a:schemeClr val="accent6"/>
                </a:solidFill>
                <a:latin typeface="Arial"/>
                <a:ea typeface="Arial"/>
                <a:cs typeface="Arial"/>
                <a:sym typeface="Arial"/>
              </a:defRPr>
            </a:lvl5pPr>
            <a:lvl6pPr marR="0" lvl="5"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6pPr>
            <a:lvl7pPr marR="0" lvl="6"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7pPr>
            <a:lvl8pPr marR="0" lvl="7"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8pPr>
            <a:lvl9pPr marR="0" lvl="8" algn="l" rtl="0">
              <a:lnSpc>
                <a:spcPct val="90000"/>
              </a:lnSpc>
              <a:spcBef>
                <a:spcPts val="406"/>
              </a:spcBef>
              <a:spcAft>
                <a:spcPts val="0"/>
              </a:spcAft>
              <a:buClr>
                <a:schemeClr val="dk1"/>
              </a:buClr>
              <a:buSzPts val="1800"/>
              <a:buFont typeface="Arial"/>
              <a:buChar char="•"/>
              <a:defRPr sz="1463" b="0" i="0" u="none" strike="noStrike" cap="none">
                <a:solidFill>
                  <a:schemeClr val="dk1"/>
                </a:solidFill>
                <a:latin typeface="Arial"/>
                <a:ea typeface="Arial"/>
                <a:cs typeface="Arial"/>
                <a:sym typeface="Arial"/>
              </a:defRPr>
            </a:lvl9pPr>
          </a:lstStyle>
          <a:p>
            <a:r>
              <a:rPr lang="nl-NL"/>
              <a:t>Klik op het pictogram als u een afbeelding wilt toevoegen</a:t>
            </a:r>
            <a:endParaRPr/>
          </a:p>
        </p:txBody>
      </p:sp>
      <p:grpSp>
        <p:nvGrpSpPr>
          <p:cNvPr id="55" name="Google Shape;55;p6"/>
          <p:cNvGrpSpPr/>
          <p:nvPr/>
        </p:nvGrpSpPr>
        <p:grpSpPr>
          <a:xfrm>
            <a:off x="-1284684" y="1484315"/>
            <a:ext cx="1211163" cy="2721685"/>
            <a:chOff x="-1581150" y="1825625"/>
            <a:chExt cx="1490662" cy="2721685"/>
          </a:xfrm>
        </p:grpSpPr>
        <p:sp>
          <p:nvSpPr>
            <p:cNvPr id="56" name="Google Shape;56;p6"/>
            <p:cNvSpPr/>
            <p:nvPr/>
          </p:nvSpPr>
          <p:spPr>
            <a:xfrm>
              <a:off x="-1581150" y="1825625"/>
              <a:ext cx="1490662" cy="498791"/>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dk1"/>
                </a:buClr>
                <a:buSzPts val="1050"/>
                <a:buFont typeface="Karla"/>
                <a:buNone/>
              </a:pPr>
              <a:r>
                <a:rPr lang="nl-NL" sz="853">
                  <a:solidFill>
                    <a:schemeClr val="dk1"/>
                  </a:solidFill>
                  <a:latin typeface="Arial"/>
                  <a:ea typeface="Arial"/>
                  <a:cs typeface="Arial"/>
                  <a:sym typeface="Arial"/>
                </a:rPr>
                <a:t>Het eerste tekstniveau heeft geen bullet en springt niet in. </a:t>
              </a:r>
              <a:endParaRPr sz="1463"/>
            </a:p>
          </p:txBody>
        </p:sp>
        <p:pic>
          <p:nvPicPr>
            <p:cNvPr id="57" name="Google Shape;57;p6"/>
            <p:cNvPicPr preferRelativeResize="0"/>
            <p:nvPr/>
          </p:nvPicPr>
          <p:blipFill rotWithShape="1">
            <a:blip r:embed="rId2">
              <a:alphaModFix/>
            </a:blip>
            <a:srcRect/>
            <a:stretch/>
          </p:blipFill>
          <p:spPr>
            <a:xfrm>
              <a:off x="-1581150" y="2383997"/>
              <a:ext cx="1171575" cy="580360"/>
            </a:xfrm>
            <a:prstGeom prst="rect">
              <a:avLst/>
            </a:prstGeom>
            <a:solidFill>
              <a:schemeClr val="lt2"/>
            </a:solidFill>
            <a:ln>
              <a:noFill/>
            </a:ln>
            <a:effectLst>
              <a:outerShdw blurRad="50800" dist="38100" dir="2700000" algn="tl" rotWithShape="0">
                <a:srgbClr val="000000">
                  <a:alpha val="20000"/>
                </a:srgbClr>
              </a:outerShdw>
            </a:effectLst>
          </p:spPr>
        </p:pic>
        <p:grpSp>
          <p:nvGrpSpPr>
            <p:cNvPr id="58" name="Google Shape;58;p6"/>
            <p:cNvGrpSpPr/>
            <p:nvPr/>
          </p:nvGrpSpPr>
          <p:grpSpPr>
            <a:xfrm>
              <a:off x="-1581150" y="3751973"/>
              <a:ext cx="1245474" cy="795337"/>
              <a:chOff x="-1603261" y="3756031"/>
              <a:chExt cx="1245474" cy="795337"/>
            </a:xfrm>
          </p:grpSpPr>
          <p:pic>
            <p:nvPicPr>
              <p:cNvPr id="59" name="Google Shape;59;p6"/>
              <p:cNvPicPr preferRelativeResize="0"/>
              <p:nvPr/>
            </p:nvPicPr>
            <p:blipFill rotWithShape="1">
              <a:blip r:embed="rId3">
                <a:alphaModFix/>
              </a:blip>
              <a:srcRect b="6146"/>
              <a:stretch/>
            </p:blipFill>
            <p:spPr>
              <a:xfrm>
                <a:off x="-1603261" y="3935363"/>
                <a:ext cx="1007844" cy="616005"/>
              </a:xfrm>
              <a:prstGeom prst="rect">
                <a:avLst/>
              </a:prstGeom>
              <a:solidFill>
                <a:schemeClr val="lt2"/>
              </a:solidFill>
              <a:ln>
                <a:noFill/>
              </a:ln>
              <a:effectLst>
                <a:outerShdw blurRad="50800" dist="38100" dir="2700000" algn="tl" rotWithShape="0">
                  <a:srgbClr val="000000">
                    <a:alpha val="20000"/>
                  </a:srgbClr>
                </a:outerShdw>
              </a:effectLst>
            </p:spPr>
          </p:pic>
          <p:sp>
            <p:nvSpPr>
              <p:cNvPr id="60" name="Google Shape;60;p6"/>
              <p:cNvSpPr txBox="1"/>
              <p:nvPr/>
            </p:nvSpPr>
            <p:spPr>
              <a:xfrm>
                <a:off x="-1266854" y="4415637"/>
                <a:ext cx="291748" cy="123495"/>
              </a:xfrm>
              <a:prstGeom prst="rect">
                <a:avLst/>
              </a:prstGeom>
              <a:noFill/>
              <a:ln>
                <a:noFill/>
              </a:ln>
            </p:spPr>
            <p:txBody>
              <a:bodyPr spcFirstLastPara="1" wrap="square" lIns="0" tIns="0" rIns="0" bIns="0" anchor="t" anchorCtr="0">
                <a:noAutofit/>
              </a:bodyPr>
              <a:lstStyle/>
              <a:p>
                <a:pPr marL="0" marR="0" lvl="0" indent="0" algn="ctr" rtl="0">
                  <a:lnSpc>
                    <a:spcPct val="105000"/>
                  </a:lnSpc>
                  <a:spcBef>
                    <a:spcPts val="0"/>
                  </a:spcBef>
                  <a:spcAft>
                    <a:spcPts val="0"/>
                  </a:spcAft>
                  <a:buNone/>
                </a:pPr>
                <a:r>
                  <a:rPr lang="nl-NL" sz="650">
                    <a:solidFill>
                      <a:schemeClr val="dk2"/>
                    </a:solidFill>
                    <a:latin typeface="Arial"/>
                    <a:ea typeface="Arial"/>
                    <a:cs typeface="Arial"/>
                    <a:sym typeface="Arial"/>
                  </a:rPr>
                  <a:t>Alinea</a:t>
                </a:r>
                <a:endParaRPr sz="1463"/>
              </a:p>
            </p:txBody>
          </p:sp>
          <p:pic>
            <p:nvPicPr>
              <p:cNvPr id="61" name="Google Shape;61;p6" descr="Vergrootglas"/>
              <p:cNvPicPr preferRelativeResize="0"/>
              <p:nvPr/>
            </p:nvPicPr>
            <p:blipFill rotWithShape="1">
              <a:blip r:embed="rId4">
                <a:alphaModFix/>
              </a:blip>
              <a:srcRect/>
              <a:stretch/>
            </p:blipFill>
            <p:spPr>
              <a:xfrm>
                <a:off x="-1148362" y="3756031"/>
                <a:ext cx="790575" cy="790575"/>
              </a:xfrm>
              <a:prstGeom prst="rect">
                <a:avLst/>
              </a:prstGeom>
              <a:noFill/>
              <a:ln>
                <a:noFill/>
              </a:ln>
            </p:spPr>
          </p:pic>
        </p:grpSp>
        <p:sp>
          <p:nvSpPr>
            <p:cNvPr id="62" name="Google Shape;62;p6"/>
            <p:cNvSpPr/>
            <p:nvPr/>
          </p:nvSpPr>
          <p:spPr>
            <a:xfrm>
              <a:off x="-1581150" y="3023938"/>
              <a:ext cx="1490662" cy="668453"/>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chemeClr val="dk1"/>
                </a:buClr>
                <a:buSzPts val="1050"/>
                <a:buFont typeface="Karla"/>
                <a:buNone/>
              </a:pPr>
              <a:r>
                <a:rPr lang="nl-NL" sz="853">
                  <a:solidFill>
                    <a:schemeClr val="dk1"/>
                  </a:solidFill>
                  <a:latin typeface="Arial"/>
                  <a:ea typeface="Arial"/>
                  <a:cs typeface="Arial"/>
                  <a:sym typeface="Arial"/>
                </a:rPr>
                <a:t>Om een bullet lijst te starten, klik op ‘</a:t>
              </a:r>
              <a:r>
                <a:rPr lang="nl-NL" sz="853">
                  <a:solidFill>
                    <a:schemeClr val="accent3"/>
                  </a:solidFill>
                  <a:latin typeface="Arial"/>
                  <a:ea typeface="Arial"/>
                  <a:cs typeface="Arial"/>
                  <a:sym typeface="Arial"/>
                </a:rPr>
                <a:t>Lijstniveau verhogen</a:t>
              </a:r>
              <a:r>
                <a:rPr lang="nl-NL" sz="853">
                  <a:solidFill>
                    <a:schemeClr val="dk1"/>
                  </a:solidFill>
                  <a:latin typeface="Arial"/>
                  <a:ea typeface="Arial"/>
                  <a:cs typeface="Arial"/>
                  <a:sym typeface="Arial"/>
                </a:rPr>
                <a:t>’ op tabblad Start</a:t>
              </a:r>
              <a:endParaRPr sz="1463"/>
            </a:p>
          </p:txBody>
        </p:sp>
      </p:grpSp>
    </p:spTree>
    <p:extLst>
      <p:ext uri="{BB962C8B-B14F-4D97-AF65-F5344CB8AC3E}">
        <p14:creationId xmlns:p14="http://schemas.microsoft.com/office/powerpoint/2010/main" val="2470622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cSld name="Tussenpagina">
    <p:bg>
      <p:bgPr>
        <a:solidFill>
          <a:schemeClr val="accent1"/>
        </a:solidFill>
        <a:effectLst/>
      </p:bgPr>
    </p:bg>
    <p:spTree>
      <p:nvGrpSpPr>
        <p:cNvPr id="1" name=""/>
        <p:cNvGrpSpPr/>
        <p:nvPr/>
      </p:nvGrpSpPr>
      <p:grpSpPr>
        <a:xfrm>
          <a:off x="0" y="0"/>
          <a:ext cx="0" cy="0"/>
          <a:chOff x="0" y="0"/>
          <a:chExt cx="0" cy="0"/>
        </a:xfrm>
      </p:grpSpPr>
      <p:sp>
        <p:nvSpPr>
          <p:cNvPr id="17" name="Vrije vorm: vorm 16">
            <a:extLst>
              <a:ext uri="{FF2B5EF4-FFF2-40B4-BE49-F238E27FC236}">
                <a16:creationId xmlns:a16="http://schemas.microsoft.com/office/drawing/2014/main" id="{239D59E7-5F05-4E02-BF60-B87052A1126D}"/>
              </a:ext>
            </a:extLst>
          </p:cNvPr>
          <p:cNvSpPr>
            <a:spLocks/>
          </p:cNvSpPr>
          <p:nvPr userDrawn="1"/>
        </p:nvSpPr>
        <p:spPr bwMode="auto">
          <a:xfrm>
            <a:off x="7890464" y="2131590"/>
            <a:ext cx="2015536" cy="4726411"/>
          </a:xfrm>
          <a:custGeom>
            <a:avLst/>
            <a:gdLst>
              <a:gd name="connsiteX0" fmla="*/ 1857716 w 2480660"/>
              <a:gd name="connsiteY0" fmla="*/ 0 h 4726411"/>
              <a:gd name="connsiteX1" fmla="*/ 2480660 w 2480660"/>
              <a:gd name="connsiteY1" fmla="*/ 192663 h 4726411"/>
              <a:gd name="connsiteX2" fmla="*/ 2480660 w 2480660"/>
              <a:gd name="connsiteY2" fmla="*/ 4726411 h 4726411"/>
              <a:gd name="connsiteX3" fmla="*/ 0 w 2480660"/>
              <a:gd name="connsiteY3" fmla="*/ 4726411 h 4726411"/>
            </a:gdLst>
            <a:ahLst/>
            <a:cxnLst>
              <a:cxn ang="0">
                <a:pos x="connsiteX0" y="connsiteY0"/>
              </a:cxn>
              <a:cxn ang="0">
                <a:pos x="connsiteX1" y="connsiteY1"/>
              </a:cxn>
              <a:cxn ang="0">
                <a:pos x="connsiteX2" y="connsiteY2"/>
              </a:cxn>
              <a:cxn ang="0">
                <a:pos x="connsiteX3" y="connsiteY3"/>
              </a:cxn>
            </a:cxnLst>
            <a:rect l="l" t="t" r="r" b="b"/>
            <a:pathLst>
              <a:path w="2480660" h="4726411">
                <a:moveTo>
                  <a:pt x="1857716" y="0"/>
                </a:moveTo>
                <a:lnTo>
                  <a:pt x="2480660" y="192663"/>
                </a:lnTo>
                <a:lnTo>
                  <a:pt x="2480660" y="4726411"/>
                </a:lnTo>
                <a:lnTo>
                  <a:pt x="0" y="4726411"/>
                </a:lnTo>
                <a:close/>
              </a:path>
            </a:pathLst>
          </a:custGeom>
          <a:solidFill>
            <a:schemeClr val="accent3"/>
          </a:solidFill>
          <a:ln>
            <a:noFill/>
          </a:ln>
        </p:spPr>
        <p:txBody>
          <a:bodyPr vert="horz" wrap="square" lIns="74295" tIns="37148" rIns="74295" bIns="37148" numCol="1" anchor="t" anchorCtr="0" compatLnSpc="1">
            <a:prstTxWarp prst="textNoShape">
              <a:avLst/>
            </a:prstTxWarp>
            <a:noAutofit/>
          </a:bodyPr>
          <a:lstStyle/>
          <a:p>
            <a:endParaRPr lang="nl-NL" sz="1463"/>
          </a:p>
        </p:txBody>
      </p:sp>
      <p:sp>
        <p:nvSpPr>
          <p:cNvPr id="6" name="Tijdelijke aanduiding voor dianummer 5">
            <a:extLst>
              <a:ext uri="{FF2B5EF4-FFF2-40B4-BE49-F238E27FC236}">
                <a16:creationId xmlns:a16="http://schemas.microsoft.com/office/drawing/2014/main" id="{F5A34DB6-2A36-4E2B-816F-26B158667EAA}"/>
              </a:ext>
            </a:extLst>
          </p:cNvPr>
          <p:cNvSpPr>
            <a:spLocks noGrp="1"/>
          </p:cNvSpPr>
          <p:nvPr>
            <p:ph type="sldNum" sz="quarter" idx="12"/>
          </p:nvPr>
        </p:nvSpPr>
        <p:spPr/>
        <p:txBody>
          <a:bodyPr/>
          <a:lstStyle/>
          <a:p>
            <a:fld id="{C300B898-51E3-47C9-86FC-BCC74C80B2D5}" type="slidenum">
              <a:rPr lang="nl-NL" smtClean="0"/>
              <a:t>‹nr.›</a:t>
            </a:fld>
            <a:endParaRPr lang="nl-NL"/>
          </a:p>
        </p:txBody>
      </p:sp>
      <p:sp>
        <p:nvSpPr>
          <p:cNvPr id="2" name="Titel 1">
            <a:extLst>
              <a:ext uri="{FF2B5EF4-FFF2-40B4-BE49-F238E27FC236}">
                <a16:creationId xmlns:a16="http://schemas.microsoft.com/office/drawing/2014/main" id="{E47AA52C-6497-49BB-B88F-8B0009B99B25}"/>
              </a:ext>
            </a:extLst>
          </p:cNvPr>
          <p:cNvSpPr>
            <a:spLocks noGrp="1"/>
          </p:cNvSpPr>
          <p:nvPr>
            <p:ph type="title" hasCustomPrompt="1"/>
          </p:nvPr>
        </p:nvSpPr>
        <p:spPr>
          <a:xfrm>
            <a:off x="812602" y="2425359"/>
            <a:ext cx="7312500" cy="609398"/>
          </a:xfrm>
        </p:spPr>
        <p:txBody>
          <a:bodyPr anchor="b"/>
          <a:lstStyle>
            <a:lvl1pPr>
              <a:defRPr sz="3575">
                <a:solidFill>
                  <a:schemeClr val="bg1"/>
                </a:solidFill>
                <a:latin typeface="+mn-lt"/>
              </a:defRPr>
            </a:lvl1pPr>
          </a:lstStyle>
          <a:p>
            <a:r>
              <a:rPr lang="nl-NL"/>
              <a:t>Titel</a:t>
            </a:r>
          </a:p>
        </p:txBody>
      </p:sp>
      <p:sp>
        <p:nvSpPr>
          <p:cNvPr id="3" name="Tijdelijke aanduiding voor tekst 2">
            <a:extLst>
              <a:ext uri="{FF2B5EF4-FFF2-40B4-BE49-F238E27FC236}">
                <a16:creationId xmlns:a16="http://schemas.microsoft.com/office/drawing/2014/main" id="{DBEEBC94-7660-41F3-937A-FFE130FD1B47}"/>
              </a:ext>
            </a:extLst>
          </p:cNvPr>
          <p:cNvSpPr>
            <a:spLocks noGrp="1"/>
          </p:cNvSpPr>
          <p:nvPr>
            <p:ph type="body" idx="1" hasCustomPrompt="1"/>
          </p:nvPr>
        </p:nvSpPr>
        <p:spPr>
          <a:xfrm>
            <a:off x="812602" y="3112857"/>
            <a:ext cx="7312500" cy="447495"/>
          </a:xfrm>
        </p:spPr>
        <p:txBody>
          <a:bodyPr wrap="square">
            <a:noAutofit/>
          </a:bodyPr>
          <a:lstStyle>
            <a:lvl1pPr marL="0" indent="0">
              <a:buNone/>
              <a:defRPr sz="1950">
                <a:solidFill>
                  <a:schemeClr val="bg1"/>
                </a:solidFill>
                <a:latin typeface="+mn-lt"/>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nl-NL"/>
              <a:t>Subtitel</a:t>
            </a:r>
          </a:p>
        </p:txBody>
      </p:sp>
      <p:grpSp>
        <p:nvGrpSpPr>
          <p:cNvPr id="9" name="Groep 8">
            <a:extLst>
              <a:ext uri="{FF2B5EF4-FFF2-40B4-BE49-F238E27FC236}">
                <a16:creationId xmlns:a16="http://schemas.microsoft.com/office/drawing/2014/main" id="{14BFC5AE-BBA7-4022-891E-FDA842B624E7}"/>
              </a:ext>
            </a:extLst>
          </p:cNvPr>
          <p:cNvGrpSpPr/>
          <p:nvPr userDrawn="1"/>
        </p:nvGrpSpPr>
        <p:grpSpPr>
          <a:xfrm>
            <a:off x="0" y="6089650"/>
            <a:ext cx="9906000" cy="768350"/>
            <a:chOff x="0" y="6089650"/>
            <a:chExt cx="12192000" cy="768350"/>
          </a:xfrm>
        </p:grpSpPr>
        <p:sp>
          <p:nvSpPr>
            <p:cNvPr id="10" name="Freeform 5">
              <a:extLst>
                <a:ext uri="{FF2B5EF4-FFF2-40B4-BE49-F238E27FC236}">
                  <a16:creationId xmlns:a16="http://schemas.microsoft.com/office/drawing/2014/main" id="{2B7D37B5-6E1B-49C7-8BEA-57F0A7260423}"/>
                </a:ext>
              </a:extLst>
            </p:cNvPr>
            <p:cNvSpPr>
              <a:spLocks/>
            </p:cNvSpPr>
            <p:nvPr userDrawn="1"/>
          </p:nvSpPr>
          <p:spPr bwMode="auto">
            <a:xfrm>
              <a:off x="0" y="6332537"/>
              <a:ext cx="4279900" cy="525463"/>
            </a:xfrm>
            <a:custGeom>
              <a:avLst/>
              <a:gdLst>
                <a:gd name="T0" fmla="*/ 2696 w 2696"/>
                <a:gd name="T1" fmla="*/ 331 h 331"/>
                <a:gd name="T2" fmla="*/ 2348 w 2696"/>
                <a:gd name="T3" fmla="*/ 49 h 331"/>
                <a:gd name="T4" fmla="*/ 0 w 2696"/>
                <a:gd name="T5" fmla="*/ 0 h 331"/>
                <a:gd name="T6" fmla="*/ 0 w 2696"/>
                <a:gd name="T7" fmla="*/ 331 h 331"/>
                <a:gd name="T8" fmla="*/ 2696 w 2696"/>
                <a:gd name="T9" fmla="*/ 331 h 331"/>
              </a:gdLst>
              <a:ahLst/>
              <a:cxnLst>
                <a:cxn ang="0">
                  <a:pos x="T0" y="T1"/>
                </a:cxn>
                <a:cxn ang="0">
                  <a:pos x="T2" y="T3"/>
                </a:cxn>
                <a:cxn ang="0">
                  <a:pos x="T4" y="T5"/>
                </a:cxn>
                <a:cxn ang="0">
                  <a:pos x="T6" y="T7"/>
                </a:cxn>
                <a:cxn ang="0">
                  <a:pos x="T8" y="T9"/>
                </a:cxn>
              </a:cxnLst>
              <a:rect l="0" t="0" r="r" b="b"/>
              <a:pathLst>
                <a:path w="2696" h="331">
                  <a:moveTo>
                    <a:pt x="2696" y="331"/>
                  </a:moveTo>
                  <a:lnTo>
                    <a:pt x="2348" y="49"/>
                  </a:lnTo>
                  <a:lnTo>
                    <a:pt x="0" y="0"/>
                  </a:lnTo>
                  <a:lnTo>
                    <a:pt x="0" y="331"/>
                  </a:lnTo>
                  <a:lnTo>
                    <a:pt x="2696" y="33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nl-NL" sz="1463"/>
            </a:p>
          </p:txBody>
        </p:sp>
        <p:sp>
          <p:nvSpPr>
            <p:cNvPr id="11" name="Freeform 6">
              <a:extLst>
                <a:ext uri="{FF2B5EF4-FFF2-40B4-BE49-F238E27FC236}">
                  <a16:creationId xmlns:a16="http://schemas.microsoft.com/office/drawing/2014/main" id="{4E744938-16E8-4DA1-8399-0EFD27BE9257}"/>
                </a:ext>
              </a:extLst>
            </p:cNvPr>
            <p:cNvSpPr>
              <a:spLocks/>
            </p:cNvSpPr>
            <p:nvPr userDrawn="1"/>
          </p:nvSpPr>
          <p:spPr bwMode="auto">
            <a:xfrm>
              <a:off x="0" y="6089650"/>
              <a:ext cx="12192000" cy="768350"/>
            </a:xfrm>
            <a:custGeom>
              <a:avLst/>
              <a:gdLst>
                <a:gd name="T0" fmla="*/ 7680 w 7680"/>
                <a:gd name="T1" fmla="*/ 484 h 484"/>
                <a:gd name="T2" fmla="*/ 7680 w 7680"/>
                <a:gd name="T3" fmla="*/ 0 h 484"/>
                <a:gd name="T4" fmla="*/ 0 w 7680"/>
                <a:gd name="T5" fmla="*/ 290 h 484"/>
                <a:gd name="T6" fmla="*/ 0 w 7680"/>
                <a:gd name="T7" fmla="*/ 484 h 484"/>
                <a:gd name="T8" fmla="*/ 7680 w 7680"/>
                <a:gd name="T9" fmla="*/ 484 h 484"/>
              </a:gdLst>
              <a:ahLst/>
              <a:cxnLst>
                <a:cxn ang="0">
                  <a:pos x="T0" y="T1"/>
                </a:cxn>
                <a:cxn ang="0">
                  <a:pos x="T2" y="T3"/>
                </a:cxn>
                <a:cxn ang="0">
                  <a:pos x="T4" y="T5"/>
                </a:cxn>
                <a:cxn ang="0">
                  <a:pos x="T6" y="T7"/>
                </a:cxn>
                <a:cxn ang="0">
                  <a:pos x="T8" y="T9"/>
                </a:cxn>
              </a:cxnLst>
              <a:rect l="0" t="0" r="r" b="b"/>
              <a:pathLst>
                <a:path w="7680" h="484">
                  <a:moveTo>
                    <a:pt x="7680" y="484"/>
                  </a:moveTo>
                  <a:lnTo>
                    <a:pt x="7680" y="0"/>
                  </a:lnTo>
                  <a:lnTo>
                    <a:pt x="0" y="290"/>
                  </a:lnTo>
                  <a:lnTo>
                    <a:pt x="0" y="484"/>
                  </a:lnTo>
                  <a:lnTo>
                    <a:pt x="7680" y="48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nl-NL" sz="1463"/>
            </a:p>
          </p:txBody>
        </p:sp>
      </p:grpSp>
      <p:pic>
        <p:nvPicPr>
          <p:cNvPr id="12" name="Afbeelding 11">
            <a:extLst>
              <a:ext uri="{FF2B5EF4-FFF2-40B4-BE49-F238E27FC236}">
                <a16:creationId xmlns:a16="http://schemas.microsoft.com/office/drawing/2014/main" id="{BE0DC7DB-3FF4-4A02-9E29-EC575532B7C1}"/>
              </a:ext>
            </a:extLst>
          </p:cNvPr>
          <p:cNvPicPr>
            <a:picLocks noChangeAspect="1"/>
          </p:cNvPicPr>
          <p:nvPr userDrawn="1"/>
        </p:nvPicPr>
        <p:blipFill>
          <a:blip r:embed="rId2"/>
          <a:stretch>
            <a:fillRect/>
          </a:stretch>
        </p:blipFill>
        <p:spPr>
          <a:xfrm>
            <a:off x="9101139" y="5872681"/>
            <a:ext cx="558628" cy="690045"/>
          </a:xfrm>
          <a:prstGeom prst="rect">
            <a:avLst/>
          </a:prstGeom>
        </p:spPr>
      </p:pic>
    </p:spTree>
    <p:extLst>
      <p:ext uri="{BB962C8B-B14F-4D97-AF65-F5344CB8AC3E}">
        <p14:creationId xmlns:p14="http://schemas.microsoft.com/office/powerpoint/2010/main" val="3249291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Aangepaste indelin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7329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8.xml"/><Relationship Id="rId7" Type="http://schemas.openxmlformats.org/officeDocument/2006/relationships/image" Target="../media/image1.emf"/><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2" name="Afbeelding 1">
            <a:extLst>
              <a:ext uri="{FF2B5EF4-FFF2-40B4-BE49-F238E27FC236}">
                <a16:creationId xmlns:a16="http://schemas.microsoft.com/office/drawing/2014/main" id="{82E2F3DC-560B-1513-87D5-2B76F5AD6229}"/>
              </a:ext>
            </a:extLst>
          </p:cNvPr>
          <p:cNvPicPr>
            <a:picLocks noChangeAspect="1"/>
          </p:cNvPicPr>
          <p:nvPr userDrawn="1"/>
        </p:nvPicPr>
        <p:blipFill>
          <a:blip r:embed="rId7"/>
          <a:stretch>
            <a:fillRect/>
          </a:stretch>
        </p:blipFill>
        <p:spPr>
          <a:xfrm>
            <a:off x="7192171" y="6134100"/>
            <a:ext cx="2713831" cy="723900"/>
          </a:xfrm>
          <a:prstGeom prst="rect">
            <a:avLst/>
          </a:prstGeom>
        </p:spPr>
      </p:pic>
    </p:spTree>
    <p:extLst>
      <p:ext uri="{BB962C8B-B14F-4D97-AF65-F5344CB8AC3E}">
        <p14:creationId xmlns:p14="http://schemas.microsoft.com/office/powerpoint/2010/main" val="36765765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spd="med"/>
  <p:hf sldNum="0" hdr="0" ftr="0" dt="0"/>
  <p:txStyles>
    <p:titleStyle>
      <a:lvl1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1pPr>
      <a:lvl2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2pPr>
      <a:lvl3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3pPr>
      <a:lvl4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4pPr>
      <a:lvl5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5pPr>
      <a:lvl6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6pPr>
      <a:lvl7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7pPr>
      <a:lvl8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8pPr>
      <a:lvl9pPr marL="0" marR="0" indent="0" algn="l" defTabSz="914423" rtl="0" latinLnBrk="0">
        <a:lnSpc>
          <a:spcPct val="100000"/>
        </a:lnSpc>
        <a:spcBef>
          <a:spcPts val="0"/>
        </a:spcBef>
        <a:spcAft>
          <a:spcPts val="0"/>
        </a:spcAft>
        <a:buClrTx/>
        <a:buSzTx/>
        <a:buFontTx/>
        <a:buNone/>
        <a:tabLst/>
        <a:defRPr sz="15001" b="1" i="0" u="none" strike="noStrike" cap="none" spc="0" baseline="0">
          <a:solidFill>
            <a:srgbClr val="FFFFFF"/>
          </a:solidFill>
          <a:uFillTx/>
          <a:latin typeface="Muli ExtraBold"/>
          <a:ea typeface="Muli ExtraBold"/>
          <a:cs typeface="Muli ExtraBold"/>
          <a:sym typeface="Muli ExtraBold"/>
        </a:defRPr>
      </a:lvl9pPr>
    </p:titleStyle>
    <p:bodyStyle>
      <a:lvl1pPr marL="0" marR="0" indent="0" algn="l" defTabSz="914423" rtl="0" latinLnBrk="0">
        <a:lnSpc>
          <a:spcPct val="120000"/>
        </a:lnSpc>
        <a:spcBef>
          <a:spcPts val="0"/>
        </a:spcBef>
        <a:spcAft>
          <a:spcPts val="0"/>
        </a:spcAft>
        <a:buClrTx/>
        <a:buSzTx/>
        <a:buFontTx/>
        <a:buNone/>
        <a:tabLst/>
        <a:defRPr sz="2400" b="1" i="0" u="none" strike="noStrike" cap="none" spc="0" baseline="0">
          <a:solidFill>
            <a:srgbClr val="131B56"/>
          </a:solidFill>
          <a:uFillTx/>
          <a:latin typeface="Muli ExtraBold"/>
          <a:ea typeface="Muli ExtraBold"/>
          <a:cs typeface="Muli ExtraBold"/>
          <a:sym typeface="Muli ExtraBold"/>
        </a:defRPr>
      </a:lvl1pPr>
      <a:lvl2pPr marL="341385" marR="0" indent="-341385" algn="l" defTabSz="914423" rtl="0" latinLnBrk="0">
        <a:lnSpc>
          <a:spcPct val="120000"/>
        </a:lnSpc>
        <a:spcBef>
          <a:spcPts val="0"/>
        </a:spcBef>
        <a:spcAft>
          <a:spcPts val="0"/>
        </a:spcAft>
        <a:buClrTx/>
        <a:buSzPct val="75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2pPr>
      <a:lvl3pPr marL="778348" marR="0" indent="-435439" algn="l" defTabSz="914423" rtl="0" latinLnBrk="0">
        <a:lnSpc>
          <a:spcPct val="120000"/>
        </a:lnSpc>
        <a:spcBef>
          <a:spcPts val="0"/>
        </a:spcBef>
        <a:spcAft>
          <a:spcPts val="0"/>
        </a:spcAft>
        <a:buClrTx/>
        <a:buSzPct val="100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3pPr>
      <a:lvl4pPr marL="1130326" marR="0" indent="-406408" algn="l" defTabSz="914423" rtl="0" latinLnBrk="0">
        <a:lnSpc>
          <a:spcPct val="120000"/>
        </a:lnSpc>
        <a:spcBef>
          <a:spcPts val="0"/>
        </a:spcBef>
        <a:spcAft>
          <a:spcPts val="0"/>
        </a:spcAft>
        <a:buClrTx/>
        <a:buSzPct val="100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4pPr>
      <a:lvl5pPr marL="1485935" marR="0" indent="-406408" algn="l" defTabSz="914423" rtl="0" latinLnBrk="0">
        <a:lnSpc>
          <a:spcPct val="120000"/>
        </a:lnSpc>
        <a:spcBef>
          <a:spcPts val="0"/>
        </a:spcBef>
        <a:spcAft>
          <a:spcPts val="0"/>
        </a:spcAft>
        <a:buClrTx/>
        <a:buSzPct val="100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5pPr>
      <a:lvl6pPr marL="2590865" marR="0" indent="-304808" algn="l" defTabSz="914423"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6pPr>
      <a:lvl7pPr marL="3048076" marR="0" indent="-304808" algn="l" defTabSz="914423"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7pPr>
      <a:lvl8pPr marL="3505288" marR="0" indent="-304808" algn="l" defTabSz="914423"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8pPr>
      <a:lvl9pPr marL="3962499" marR="0" indent="-304808" algn="l" defTabSz="914423"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9pPr>
    </p:bodyStyle>
    <p:otherStyle>
      <a:lvl1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1pPr>
      <a:lvl2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2pPr>
      <a:lvl3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3pPr>
      <a:lvl4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4pPr>
      <a:lvl5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5pPr>
      <a:lvl6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6pPr>
      <a:lvl7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7pPr>
      <a:lvl8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8pPr>
      <a:lvl9pPr marL="0" marR="0" indent="0" algn="l" defTabSz="914423" latinLnBrk="0">
        <a:lnSpc>
          <a:spcPct val="110000"/>
        </a:lnSpc>
        <a:spcBef>
          <a:spcPts val="0"/>
        </a:spcBef>
        <a:spcAft>
          <a:spcPts val="0"/>
        </a:spcAft>
        <a:buClrTx/>
        <a:buSzTx/>
        <a:buFontTx/>
        <a:buNone/>
        <a:tabLst/>
        <a:defRPr sz="1001" b="1" i="0" u="none" strike="noStrike" cap="none" spc="0" baseline="0">
          <a:solidFill>
            <a:schemeClr val="tx1"/>
          </a:solidFill>
          <a:uFillTx/>
          <a:latin typeface="+mn-lt"/>
          <a:ea typeface="+mn-ea"/>
          <a:cs typeface="+mn-cs"/>
          <a:sym typeface="Muli-SemiBold"/>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2" name="Afbeelding 1">
            <a:extLst>
              <a:ext uri="{FF2B5EF4-FFF2-40B4-BE49-F238E27FC236}">
                <a16:creationId xmlns:a16="http://schemas.microsoft.com/office/drawing/2014/main" id="{82E2F3DC-560B-1513-87D5-2B76F5AD6229}"/>
              </a:ext>
            </a:extLst>
          </p:cNvPr>
          <p:cNvPicPr>
            <a:picLocks noChangeAspect="1"/>
          </p:cNvPicPr>
          <p:nvPr userDrawn="1"/>
        </p:nvPicPr>
        <p:blipFill>
          <a:blip r:embed="rId7"/>
          <a:stretch>
            <a:fillRect/>
          </a:stretch>
        </p:blipFill>
        <p:spPr>
          <a:xfrm>
            <a:off x="7192169" y="6134100"/>
            <a:ext cx="2713831" cy="723900"/>
          </a:xfrm>
          <a:prstGeom prst="rect">
            <a:avLst/>
          </a:prstGeom>
        </p:spPr>
      </p:pic>
    </p:spTree>
    <p:extLst>
      <p:ext uri="{BB962C8B-B14F-4D97-AF65-F5344CB8AC3E}">
        <p14:creationId xmlns:p14="http://schemas.microsoft.com/office/powerpoint/2010/main" val="115403061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ransition spd="med"/>
  <p:hf sldNum="0" hdr="0" ftr="0" dt="0"/>
  <p:txStyles>
    <p:titleStyle>
      <a:lvl1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1pPr>
      <a:lvl2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2pPr>
      <a:lvl3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3pPr>
      <a:lvl4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4pPr>
      <a:lvl5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5pPr>
      <a:lvl6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6pPr>
      <a:lvl7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7pPr>
      <a:lvl8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8pPr>
      <a:lvl9pPr marL="0" marR="0" indent="0" algn="l" defTabSz="914400" rtl="0" latinLnBrk="0">
        <a:lnSpc>
          <a:spcPct val="100000"/>
        </a:lnSpc>
        <a:spcBef>
          <a:spcPts val="0"/>
        </a:spcBef>
        <a:spcAft>
          <a:spcPts val="0"/>
        </a:spcAft>
        <a:buClrTx/>
        <a:buSzTx/>
        <a:buFontTx/>
        <a:buNone/>
        <a:tabLst/>
        <a:defRPr sz="15000" b="1" i="0" u="none" strike="noStrike" cap="none" spc="0" baseline="0">
          <a:solidFill>
            <a:srgbClr val="FFFFFF"/>
          </a:solidFill>
          <a:uFillTx/>
          <a:latin typeface="Muli ExtraBold"/>
          <a:ea typeface="Muli ExtraBold"/>
          <a:cs typeface="Muli ExtraBold"/>
          <a:sym typeface="Muli ExtraBold"/>
        </a:defRPr>
      </a:lvl9pPr>
    </p:titleStyle>
    <p:bodyStyle>
      <a:lvl1pPr marL="0" marR="0" indent="0" algn="l" defTabSz="914400" rtl="0" latinLnBrk="0">
        <a:lnSpc>
          <a:spcPct val="120000"/>
        </a:lnSpc>
        <a:spcBef>
          <a:spcPts val="0"/>
        </a:spcBef>
        <a:spcAft>
          <a:spcPts val="0"/>
        </a:spcAft>
        <a:buClrTx/>
        <a:buSzTx/>
        <a:buFontTx/>
        <a:buNone/>
        <a:tabLst/>
        <a:defRPr sz="2400" b="1" i="0" u="none" strike="noStrike" cap="none" spc="0" baseline="0">
          <a:solidFill>
            <a:srgbClr val="131B56"/>
          </a:solidFill>
          <a:uFillTx/>
          <a:latin typeface="Muli ExtraBold"/>
          <a:ea typeface="Muli ExtraBold"/>
          <a:cs typeface="Muli ExtraBold"/>
          <a:sym typeface="Muli ExtraBold"/>
        </a:defRPr>
      </a:lvl1pPr>
      <a:lvl2pPr marL="341376" marR="0" indent="-341376" algn="l" defTabSz="914400" rtl="0" latinLnBrk="0">
        <a:lnSpc>
          <a:spcPct val="120000"/>
        </a:lnSpc>
        <a:spcBef>
          <a:spcPts val="0"/>
        </a:spcBef>
        <a:spcAft>
          <a:spcPts val="0"/>
        </a:spcAft>
        <a:buClrTx/>
        <a:buSzPct val="75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2pPr>
      <a:lvl3pPr marL="778328" marR="0" indent="-435428" algn="l" defTabSz="914400" rtl="0" latinLnBrk="0">
        <a:lnSpc>
          <a:spcPct val="120000"/>
        </a:lnSpc>
        <a:spcBef>
          <a:spcPts val="0"/>
        </a:spcBef>
        <a:spcAft>
          <a:spcPts val="0"/>
        </a:spcAft>
        <a:buClrTx/>
        <a:buSzPct val="100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3pPr>
      <a:lvl4pPr marL="1130298" marR="0" indent="-406398" algn="l" defTabSz="914400" rtl="0" latinLnBrk="0">
        <a:lnSpc>
          <a:spcPct val="120000"/>
        </a:lnSpc>
        <a:spcBef>
          <a:spcPts val="0"/>
        </a:spcBef>
        <a:spcAft>
          <a:spcPts val="0"/>
        </a:spcAft>
        <a:buClrTx/>
        <a:buSzPct val="100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4pPr>
      <a:lvl5pPr marL="1485898" marR="0" indent="-406398" algn="l" defTabSz="914400" rtl="0" latinLnBrk="0">
        <a:lnSpc>
          <a:spcPct val="120000"/>
        </a:lnSpc>
        <a:spcBef>
          <a:spcPts val="0"/>
        </a:spcBef>
        <a:spcAft>
          <a:spcPts val="0"/>
        </a:spcAft>
        <a:buClrTx/>
        <a:buSzPct val="100000"/>
        <a:buFontTx/>
        <a:buBlip>
          <a:blip r:embed="rId8"/>
        </a:buBlip>
        <a:tabLst/>
        <a:defRPr sz="2400" b="1" i="0" u="none" strike="noStrike" cap="none" spc="0" baseline="0">
          <a:solidFill>
            <a:srgbClr val="131B56"/>
          </a:solidFill>
          <a:uFillTx/>
          <a:latin typeface="Muli ExtraBold"/>
          <a:ea typeface="Muli ExtraBold"/>
          <a:cs typeface="Muli ExtraBold"/>
          <a:sym typeface="Muli ExtraBold"/>
        </a:defRPr>
      </a:lvl5pPr>
      <a:lvl6pPr marL="2590800" marR="0" indent="-304800" algn="l" defTabSz="914400"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6pPr>
      <a:lvl7pPr marL="3048000" marR="0" indent="-304800" algn="l" defTabSz="914400"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7pPr>
      <a:lvl8pPr marL="3505200" marR="0" indent="-304800" algn="l" defTabSz="914400"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8pPr>
      <a:lvl9pPr marL="3962400" marR="0" indent="-304800" algn="l" defTabSz="914400" rtl="0" latinLnBrk="0">
        <a:lnSpc>
          <a:spcPct val="120000"/>
        </a:lnSpc>
        <a:spcBef>
          <a:spcPts val="0"/>
        </a:spcBef>
        <a:spcAft>
          <a:spcPts val="0"/>
        </a:spcAft>
        <a:buClrTx/>
        <a:buSzPct val="100000"/>
        <a:buFontTx/>
        <a:buChar char="•"/>
        <a:tabLst/>
        <a:defRPr sz="2400" b="1" i="0" u="none" strike="noStrike" cap="none" spc="0" baseline="0">
          <a:solidFill>
            <a:srgbClr val="131B56"/>
          </a:solidFill>
          <a:uFillTx/>
          <a:latin typeface="Muli ExtraBold"/>
          <a:ea typeface="Muli ExtraBold"/>
          <a:cs typeface="Muli ExtraBold"/>
          <a:sym typeface="Muli ExtraBold"/>
        </a:defRPr>
      </a:lvl9pPr>
    </p:bodyStyle>
    <p:otherStyle>
      <a:lvl1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1pPr>
      <a:lvl2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2pPr>
      <a:lvl3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3pPr>
      <a:lvl4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4pPr>
      <a:lvl5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5pPr>
      <a:lvl6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6pPr>
      <a:lvl7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7pPr>
      <a:lvl8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8pPr>
      <a:lvl9pPr marL="0" marR="0" indent="0" algn="l" defTabSz="914400" latinLnBrk="0">
        <a:lnSpc>
          <a:spcPct val="11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Muli-SemiBold"/>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4E76FD-EA8B-CA72-5FF4-BBEFDAB9E74C}"/>
              </a:ext>
            </a:extLst>
          </p:cNvPr>
          <p:cNvSpPr>
            <a:spLocks noGrp="1"/>
          </p:cNvSpPr>
          <p:nvPr>
            <p:ph type="title"/>
          </p:nvPr>
        </p:nvSpPr>
        <p:spPr>
          <a:xfrm>
            <a:off x="626454" y="352269"/>
            <a:ext cx="8777896" cy="545345"/>
          </a:xfrm>
        </p:spPr>
        <p:txBody>
          <a:bodyPr lIns="91440" tIns="45721" rIns="91440" bIns="45721" anchor="t"/>
          <a:lstStyle/>
          <a:p>
            <a:r>
              <a:rPr lang="nl-NL" sz="4000" dirty="0">
                <a:latin typeface="Muli"/>
              </a:rPr>
              <a:t>Autisme – Luisteren met regels</a:t>
            </a:r>
          </a:p>
        </p:txBody>
      </p:sp>
      <p:sp>
        <p:nvSpPr>
          <p:cNvPr id="8" name="Tijdelijke aanduiding voor tekst 5" descr="Bij het voeren van een gesprek hanteren we ongeschreven regels als elkaar aankijken, elkaar laten uitspreken, even wachten voordat je een antwoord geeft op een vraag. Voor mensen met een bepaalde vorm van autisme is dit niet vanzelfsprekend. Zij moeten deze regels geforceerd aanleren waardoor ze tijdens een gesprek zo bezig zijn met de regels dat zij de inhoud van het gesprek niet meer horen. Jij gaat dat nu zelf ervaren.">
            <a:extLst>
              <a:ext uri="{FF2B5EF4-FFF2-40B4-BE49-F238E27FC236}">
                <a16:creationId xmlns:a16="http://schemas.microsoft.com/office/drawing/2014/main" id="{ECAF4916-4B54-C4C9-45F1-3998D2A4F3D9}"/>
              </a:ext>
            </a:extLst>
          </p:cNvPr>
          <p:cNvSpPr txBox="1">
            <a:spLocks/>
          </p:cNvSpPr>
          <p:nvPr/>
        </p:nvSpPr>
        <p:spPr>
          <a:xfrm>
            <a:off x="626454" y="1082960"/>
            <a:ext cx="8113510" cy="1392042"/>
          </a:xfrm>
          <a:prstGeom prst="rect">
            <a:avLst/>
          </a:prstGeom>
        </p:spPr>
        <p:txBody>
          <a:bodyPr/>
          <a:lstStyle>
            <a:lvl1pPr marL="371475" marR="0" indent="-371475" algn="l" defTabSz="742950" rtl="0" latinLnBrk="0">
              <a:lnSpc>
                <a:spcPct val="120000"/>
              </a:lnSpc>
              <a:spcBef>
                <a:spcPts val="0"/>
              </a:spcBef>
              <a:spcAft>
                <a:spcPts val="0"/>
              </a:spcAft>
              <a:buClrTx/>
              <a:buSzTx/>
              <a:buFontTx/>
              <a:buBlip>
                <a:blip r:embed="rId3"/>
              </a:buBlip>
              <a:tabLst/>
              <a:defRPr sz="2438" b="0" i="0" u="none" strike="noStrike" cap="none" spc="0" baseline="0">
                <a:solidFill>
                  <a:schemeClr val="tx1"/>
                </a:solidFill>
                <a:uFillTx/>
                <a:latin typeface="Muli" pitchFamily="2" charset="77"/>
                <a:ea typeface="Muli ExtraBold"/>
                <a:cs typeface="Muli ExtraBold"/>
                <a:sym typeface="Muli ExtraBold"/>
              </a:defRPr>
            </a:lvl1pPr>
            <a:lvl2pPr marL="277368" marR="0" indent="-277368" algn="l" defTabSz="742950" rtl="0" latinLnBrk="0">
              <a:lnSpc>
                <a:spcPct val="120000"/>
              </a:lnSpc>
              <a:spcBef>
                <a:spcPts val="0"/>
              </a:spcBef>
              <a:spcAft>
                <a:spcPts val="0"/>
              </a:spcAft>
              <a:buClrTx/>
              <a:buSzPct val="75000"/>
              <a:buFontTx/>
              <a:buBlip>
                <a:blip r:embed="rId4"/>
              </a:buBlip>
              <a:tabLst/>
              <a:defRPr sz="1950" b="1" i="0" u="none" strike="noStrike" cap="none" spc="0" baseline="0">
                <a:solidFill>
                  <a:srgbClr val="131B56"/>
                </a:solidFill>
                <a:uFillTx/>
                <a:latin typeface="Muli ExtraBold"/>
                <a:ea typeface="Muli ExtraBold"/>
                <a:cs typeface="Muli ExtraBold"/>
                <a:sym typeface="Muli ExtraBold"/>
              </a:defRPr>
            </a:lvl2pPr>
            <a:lvl3pPr marL="632392" marR="0" indent="-353785" algn="l" defTabSz="742950" rtl="0" latinLnBrk="0">
              <a:lnSpc>
                <a:spcPct val="120000"/>
              </a:lnSpc>
              <a:spcBef>
                <a:spcPts val="0"/>
              </a:spcBef>
              <a:spcAft>
                <a:spcPts val="0"/>
              </a:spcAft>
              <a:buClrTx/>
              <a:buSzPct val="100000"/>
              <a:buFontTx/>
              <a:buBlip>
                <a:blip r:embed="rId4"/>
              </a:buBlip>
              <a:tabLst/>
              <a:defRPr sz="1950" b="1" i="0" u="none" strike="noStrike" cap="none" spc="0" baseline="0">
                <a:solidFill>
                  <a:srgbClr val="131B56"/>
                </a:solidFill>
                <a:uFillTx/>
                <a:latin typeface="Muli ExtraBold"/>
                <a:ea typeface="Muli ExtraBold"/>
                <a:cs typeface="Muli ExtraBold"/>
                <a:sym typeface="Muli ExtraBold"/>
              </a:defRPr>
            </a:lvl3pPr>
            <a:lvl4pPr marL="918367" marR="0" indent="-330198" algn="l" defTabSz="742950" rtl="0" latinLnBrk="0">
              <a:lnSpc>
                <a:spcPct val="120000"/>
              </a:lnSpc>
              <a:spcBef>
                <a:spcPts val="0"/>
              </a:spcBef>
              <a:spcAft>
                <a:spcPts val="0"/>
              </a:spcAft>
              <a:buClrTx/>
              <a:buSzPct val="100000"/>
              <a:buFontTx/>
              <a:buBlip>
                <a:blip r:embed="rId4"/>
              </a:buBlip>
              <a:tabLst/>
              <a:defRPr sz="1950" b="1" i="0" u="none" strike="noStrike" cap="none" spc="0" baseline="0">
                <a:solidFill>
                  <a:srgbClr val="131B56"/>
                </a:solidFill>
                <a:uFillTx/>
                <a:latin typeface="Muli ExtraBold"/>
                <a:ea typeface="Muli ExtraBold"/>
                <a:cs typeface="Muli ExtraBold"/>
                <a:sym typeface="Muli ExtraBold"/>
              </a:defRPr>
            </a:lvl4pPr>
            <a:lvl5pPr marL="1207292" marR="0" indent="-330198" algn="l" defTabSz="742950" rtl="0" latinLnBrk="0">
              <a:lnSpc>
                <a:spcPct val="120000"/>
              </a:lnSpc>
              <a:spcBef>
                <a:spcPts val="0"/>
              </a:spcBef>
              <a:spcAft>
                <a:spcPts val="0"/>
              </a:spcAft>
              <a:buClrTx/>
              <a:buSzPct val="100000"/>
              <a:buFontTx/>
              <a:buBlip>
                <a:blip r:embed="rId4"/>
              </a:buBlip>
              <a:tabLst/>
              <a:defRPr sz="1950" b="1" i="0" u="none" strike="noStrike" cap="none" spc="0" baseline="0">
                <a:solidFill>
                  <a:srgbClr val="131B56"/>
                </a:solidFill>
                <a:uFillTx/>
                <a:latin typeface="Muli ExtraBold"/>
                <a:ea typeface="Muli ExtraBold"/>
                <a:cs typeface="Muli ExtraBold"/>
                <a:sym typeface="Muli ExtraBold"/>
              </a:defRPr>
            </a:lvl5pPr>
            <a:lvl6pPr marL="2105025" marR="0" indent="-247650" algn="l" defTabSz="742950" rtl="0" latinLnBrk="0">
              <a:lnSpc>
                <a:spcPct val="120000"/>
              </a:lnSpc>
              <a:spcBef>
                <a:spcPts val="0"/>
              </a:spcBef>
              <a:spcAft>
                <a:spcPts val="0"/>
              </a:spcAft>
              <a:buClrTx/>
              <a:buSzPct val="100000"/>
              <a:buFontTx/>
              <a:buChar char="•"/>
              <a:tabLst/>
              <a:defRPr sz="1950" b="1" i="0" u="none" strike="noStrike" cap="none" spc="0" baseline="0">
                <a:solidFill>
                  <a:srgbClr val="131B56"/>
                </a:solidFill>
                <a:uFillTx/>
                <a:latin typeface="Muli ExtraBold"/>
                <a:ea typeface="Muli ExtraBold"/>
                <a:cs typeface="Muli ExtraBold"/>
                <a:sym typeface="Muli ExtraBold"/>
              </a:defRPr>
            </a:lvl6pPr>
            <a:lvl7pPr marL="2476500" marR="0" indent="-247650" algn="l" defTabSz="742950" rtl="0" latinLnBrk="0">
              <a:lnSpc>
                <a:spcPct val="120000"/>
              </a:lnSpc>
              <a:spcBef>
                <a:spcPts val="0"/>
              </a:spcBef>
              <a:spcAft>
                <a:spcPts val="0"/>
              </a:spcAft>
              <a:buClrTx/>
              <a:buSzPct val="100000"/>
              <a:buFontTx/>
              <a:buChar char="•"/>
              <a:tabLst/>
              <a:defRPr sz="1950" b="1" i="0" u="none" strike="noStrike" cap="none" spc="0" baseline="0">
                <a:solidFill>
                  <a:srgbClr val="131B56"/>
                </a:solidFill>
                <a:uFillTx/>
                <a:latin typeface="Muli ExtraBold"/>
                <a:ea typeface="Muli ExtraBold"/>
                <a:cs typeface="Muli ExtraBold"/>
                <a:sym typeface="Muli ExtraBold"/>
              </a:defRPr>
            </a:lvl7pPr>
            <a:lvl8pPr marL="2847975" marR="0" indent="-247650" algn="l" defTabSz="742950" rtl="0" latinLnBrk="0">
              <a:lnSpc>
                <a:spcPct val="120000"/>
              </a:lnSpc>
              <a:spcBef>
                <a:spcPts val="0"/>
              </a:spcBef>
              <a:spcAft>
                <a:spcPts val="0"/>
              </a:spcAft>
              <a:buClrTx/>
              <a:buSzPct val="100000"/>
              <a:buFontTx/>
              <a:buChar char="•"/>
              <a:tabLst/>
              <a:defRPr sz="1950" b="1" i="0" u="none" strike="noStrike" cap="none" spc="0" baseline="0">
                <a:solidFill>
                  <a:srgbClr val="131B56"/>
                </a:solidFill>
                <a:uFillTx/>
                <a:latin typeface="Muli ExtraBold"/>
                <a:ea typeface="Muli ExtraBold"/>
                <a:cs typeface="Muli ExtraBold"/>
                <a:sym typeface="Muli ExtraBold"/>
              </a:defRPr>
            </a:lvl8pPr>
            <a:lvl9pPr marL="3219450" marR="0" indent="-247650" algn="l" defTabSz="742950" rtl="0" latinLnBrk="0">
              <a:lnSpc>
                <a:spcPct val="120000"/>
              </a:lnSpc>
              <a:spcBef>
                <a:spcPts val="0"/>
              </a:spcBef>
              <a:spcAft>
                <a:spcPts val="0"/>
              </a:spcAft>
              <a:buClrTx/>
              <a:buSzPct val="100000"/>
              <a:buFontTx/>
              <a:buChar char="•"/>
              <a:tabLst/>
              <a:defRPr sz="1950" b="1" i="0" u="none" strike="noStrike" cap="none" spc="0" baseline="0">
                <a:solidFill>
                  <a:srgbClr val="131B56"/>
                </a:solidFill>
                <a:uFillTx/>
                <a:latin typeface="Muli ExtraBold"/>
                <a:ea typeface="Muli ExtraBold"/>
                <a:cs typeface="Muli ExtraBold"/>
                <a:sym typeface="Muli ExtraBold"/>
              </a:defRPr>
            </a:lvl9pPr>
          </a:lstStyle>
          <a:p>
            <a:pPr marL="0" indent="0">
              <a:lnSpc>
                <a:spcPct val="150000"/>
              </a:lnSpc>
              <a:buNone/>
            </a:pPr>
            <a:endParaRPr lang="en-GB" sz="1600" kern="0" dirty="0">
              <a:solidFill>
                <a:srgbClr val="131B56"/>
              </a:solidFill>
            </a:endParaRPr>
          </a:p>
        </p:txBody>
      </p:sp>
      <p:sp>
        <p:nvSpPr>
          <p:cNvPr id="4" name="Tekstvak 3">
            <a:extLst>
              <a:ext uri="{FF2B5EF4-FFF2-40B4-BE49-F238E27FC236}">
                <a16:creationId xmlns:a16="http://schemas.microsoft.com/office/drawing/2014/main" id="{B9FA9970-FE57-3B44-F226-172519E97A2E}"/>
              </a:ext>
            </a:extLst>
          </p:cNvPr>
          <p:cNvSpPr txBox="1"/>
          <p:nvPr/>
        </p:nvSpPr>
        <p:spPr>
          <a:xfrm>
            <a:off x="626454" y="1082960"/>
            <a:ext cx="8238340"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nl-NL" dirty="0"/>
              <a:t>Bij het voeren van een gesprek hanteren we ongeschreven regels als elkaar aankijken, elkaar laten uitspreken, even wachten voordat je een antwoord geeft op een vraag. Voor mensen met een bepaalde vorm van autisme is dit niet vanzelfsprekend. Zij moeten deze regels geforceerd aanleren waardoor ze tijdens een gesprek zo bezig zijn met de regels dat zij de inhoud van het gesprek niet meer horen. Jij gaat dat nu zelf ervaren.</a:t>
            </a:r>
          </a:p>
        </p:txBody>
      </p:sp>
      <p:sp>
        <p:nvSpPr>
          <p:cNvPr id="5" name="Tijdelijke aanduiding voor tekst 4">
            <a:extLst>
              <a:ext uri="{FF2B5EF4-FFF2-40B4-BE49-F238E27FC236}">
                <a16:creationId xmlns:a16="http://schemas.microsoft.com/office/drawing/2014/main" id="{69A7AFC6-3DB0-46B4-7F02-FC8B0B0974A5}"/>
              </a:ext>
            </a:extLst>
          </p:cNvPr>
          <p:cNvSpPr>
            <a:spLocks noGrp="1"/>
          </p:cNvSpPr>
          <p:nvPr>
            <p:ph type="body" sz="quarter" idx="10"/>
          </p:nvPr>
        </p:nvSpPr>
        <p:spPr>
          <a:xfrm>
            <a:off x="626454" y="2856700"/>
            <a:ext cx="9034077" cy="3425437"/>
          </a:xfrm>
        </p:spPr>
        <p:txBody>
          <a:bodyPr lIns="91440" tIns="45721" rIns="91440" bIns="45721" anchor="t"/>
          <a:lstStyle/>
          <a:p>
            <a:pPr marL="371475" indent="-371475" algn="l"/>
            <a:endParaRPr lang="nl-NL" sz="1500" dirty="0"/>
          </a:p>
          <a:p>
            <a:pPr marL="371475" indent="-371475" algn="l"/>
            <a:r>
              <a:rPr lang="nl-NL" sz="1500" dirty="0"/>
              <a:t>1 persoon leest het verhaal voor (voorlezer).</a:t>
            </a:r>
          </a:p>
          <a:p>
            <a:pPr marL="371475" indent="-371475" algn="l"/>
            <a:r>
              <a:rPr lang="nl-NL" sz="1500" dirty="0"/>
              <a:t>3 personen (luisteraars) nemen ieder een instructiekaartje. Op ieder kaartje staan een aantal regels waar je tijdens het luisteren naar het verhaal je aan moeten houden. Voer deze instructies uit.</a:t>
            </a:r>
          </a:p>
          <a:p>
            <a:pPr marL="371475" indent="-371475" algn="l"/>
            <a:r>
              <a:rPr lang="nl-NL" sz="1500" dirty="0"/>
              <a:t>Na het voorlezen van het verhaal stelt de voorlezer aan de luisteraars een aantal vragen over de inhoud van het verhaal.</a:t>
            </a:r>
          </a:p>
          <a:p>
            <a:pPr marL="371475" indent="-371475" algn="l"/>
            <a:endParaRPr lang="nl-NL" sz="1500" dirty="0"/>
          </a:p>
          <a:p>
            <a:pPr marL="371475" indent="-371475" algn="l"/>
            <a:r>
              <a:rPr lang="nl-NL" sz="1500" dirty="0"/>
              <a:t>Heb je goed kunnen luisteren? Hoeveel vragen kon je beantwoorden?</a:t>
            </a:r>
          </a:p>
        </p:txBody>
      </p:sp>
      <p:pic>
        <p:nvPicPr>
          <p:cNvPr id="6" name="Accessibility logo_transparant RGB.png" descr="Logo Accessibility onderdeel van Bartiméus">
            <a:extLst>
              <a:ext uri="{FF2B5EF4-FFF2-40B4-BE49-F238E27FC236}">
                <a16:creationId xmlns:a16="http://schemas.microsoft.com/office/drawing/2014/main" id="{9930F300-DFF5-054E-6DD0-3354915C76E5}"/>
              </a:ext>
            </a:extLst>
          </p:cNvPr>
          <p:cNvPicPr>
            <a:picLocks noChangeAspect="1"/>
          </p:cNvPicPr>
          <p:nvPr/>
        </p:nvPicPr>
        <p:blipFill>
          <a:blip r:embed="rId5"/>
          <a:stretch>
            <a:fillRect/>
          </a:stretch>
        </p:blipFill>
        <p:spPr>
          <a:xfrm>
            <a:off x="626454" y="6354000"/>
            <a:ext cx="2105166" cy="504000"/>
          </a:xfrm>
          <a:prstGeom prst="rect">
            <a:avLst/>
          </a:prstGeom>
          <a:ln w="12700">
            <a:miter lim="400000"/>
          </a:ln>
        </p:spPr>
      </p:pic>
    </p:spTree>
    <p:extLst>
      <p:ext uri="{BB962C8B-B14F-4D97-AF65-F5344CB8AC3E}">
        <p14:creationId xmlns:p14="http://schemas.microsoft.com/office/powerpoint/2010/main" val="191271953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60951C-0422-513B-B697-92A416A00127}"/>
              </a:ext>
            </a:extLst>
          </p:cNvPr>
          <p:cNvSpPr txBox="1">
            <a:spLocks noGrp="1"/>
          </p:cNvSpPr>
          <p:nvPr>
            <p:ph type="title" idx="4294967295"/>
          </p:nvPr>
        </p:nvSpPr>
        <p:spPr>
          <a:xfrm>
            <a:off x="3517900" y="1974850"/>
            <a:ext cx="2289088" cy="1218795"/>
          </a:xfrm>
          <a:prstGeom prst="rect">
            <a:avLst/>
          </a:prstGeom>
          <a:noFill/>
          <a:ln w="12700" cap="flat">
            <a:noFill/>
            <a:prstDash/>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fromWordArt="0" anchor="t" anchorCtr="0" forceAA="0" compatLnSpc="1">
            <a:prstTxWarp prst="textNoShape">
              <a:avLst/>
            </a:prstTxWarp>
            <a:spAutoFit/>
          </a:bodyPr>
          <a:lstStyle/>
          <a:p>
            <a:pPr marL="0" marR="0" lvl="0" indent="0" algn="ctr" defTabSz="914400" rtl="0" eaLnBrk="1" fontAlgn="auto" latinLnBrk="0" hangingPunct="0">
              <a:lnSpc>
                <a:spcPct val="110000"/>
              </a:lnSpc>
              <a:spcBef>
                <a:spcPts val="0"/>
              </a:spcBef>
              <a:spcAft>
                <a:spcPts val="0"/>
              </a:spcAft>
              <a:buClrTx/>
              <a:buSzTx/>
              <a:buFontTx/>
              <a:buNone/>
              <a:tabLst/>
              <a:defRPr/>
            </a:pPr>
            <a:r>
              <a:rPr kumimoji="0" lang="nl-NL" sz="24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rPr>
              <a:t>Het verhaal</a:t>
            </a:r>
          </a:p>
          <a:p>
            <a:pPr marL="0" marR="0" lvl="0" indent="0" algn="ctr" defTabSz="914400" rtl="0" eaLnBrk="1" fontAlgn="auto" latinLnBrk="0" hangingPunct="0">
              <a:lnSpc>
                <a:spcPct val="110000"/>
              </a:lnSpc>
              <a:spcBef>
                <a:spcPts val="0"/>
              </a:spcBef>
              <a:spcAft>
                <a:spcPts val="0"/>
              </a:spcAft>
              <a:buClrTx/>
              <a:buSzTx/>
              <a:buFontTx/>
              <a:buNone/>
              <a:tabLst/>
              <a:defRPr/>
            </a:pPr>
            <a:endParaRPr kumimoji="0" lang="nl-NL" sz="24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endParaRPr>
          </a:p>
          <a:p>
            <a:pPr marL="0" marR="0" lvl="0" indent="0" algn="ctr" defTabSz="914400" rtl="0" eaLnBrk="1" fontAlgn="auto" latinLnBrk="0" hangingPunct="0">
              <a:lnSpc>
                <a:spcPct val="110000"/>
              </a:lnSpc>
              <a:spcBef>
                <a:spcPts val="0"/>
              </a:spcBef>
              <a:spcAft>
                <a:spcPts val="0"/>
              </a:spcAft>
              <a:buClrTx/>
              <a:buSzTx/>
              <a:buFontTx/>
              <a:buNone/>
              <a:tabLst/>
              <a:defRPr/>
            </a:pPr>
            <a:r>
              <a:rPr kumimoji="0" lang="nl-NL" sz="2400" b="1" i="1" u="none" strike="noStrike" kern="1200" cap="none" spc="0" normalizeH="0" baseline="0" noProof="0" dirty="0">
                <a:ln>
                  <a:noFill/>
                </a:ln>
                <a:solidFill>
                  <a:srgbClr val="131B56"/>
                </a:solidFill>
                <a:effectLst/>
                <a:uLnTx/>
                <a:uFillTx/>
                <a:latin typeface="Muli-ExtraBold"/>
                <a:ea typeface="Muli-ExtraBold"/>
                <a:cs typeface="Muli-ExtraBold"/>
                <a:sym typeface="Muli-ExtraBold"/>
              </a:rPr>
              <a:t>voor de verteller</a:t>
            </a:r>
          </a:p>
        </p:txBody>
      </p:sp>
      <p:pic>
        <p:nvPicPr>
          <p:cNvPr id="3" name="Accessibility logo_transparant RGB.png">
            <a:extLst>
              <a:ext uri="{FF2B5EF4-FFF2-40B4-BE49-F238E27FC236}">
                <a16:creationId xmlns:a16="http://schemas.microsoft.com/office/drawing/2014/main" id="{D2878C93-7F5D-5841-E68E-FC1AB6743E8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6454" y="6354000"/>
            <a:ext cx="2105166" cy="504000"/>
          </a:xfrm>
          <a:prstGeom prst="rect">
            <a:avLst/>
          </a:prstGeom>
          <a:ln w="12700">
            <a:miter lim="400000"/>
          </a:ln>
        </p:spPr>
      </p:pic>
    </p:spTree>
    <p:extLst>
      <p:ext uri="{BB962C8B-B14F-4D97-AF65-F5344CB8AC3E}">
        <p14:creationId xmlns:p14="http://schemas.microsoft.com/office/powerpoint/2010/main" val="237306844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729E003A-962A-BDA0-FA59-F98845AF9FEC}"/>
              </a:ext>
            </a:extLst>
          </p:cNvPr>
          <p:cNvSpPr>
            <a:spLocks noGrp="1"/>
          </p:cNvSpPr>
          <p:nvPr>
            <p:ph type="title" idx="4294967295"/>
          </p:nvPr>
        </p:nvSpPr>
        <p:spPr>
          <a:xfrm>
            <a:off x="681038" y="-1325563"/>
            <a:ext cx="8543925" cy="1325563"/>
          </a:xfrm>
          <a:prstGeom prst="rect">
            <a:avLst/>
          </a:prstGeom>
        </p:spPr>
        <p:txBody>
          <a:bodyPr anchor="b"/>
          <a:lstStyle/>
          <a:p>
            <a:r>
              <a:rPr lang="nl-NL" dirty="0"/>
              <a:t>Het verhaal</a:t>
            </a:r>
          </a:p>
        </p:txBody>
      </p:sp>
      <p:sp>
        <p:nvSpPr>
          <p:cNvPr id="2" name="Tekstvak 1">
            <a:extLst>
              <a:ext uri="{FF2B5EF4-FFF2-40B4-BE49-F238E27FC236}">
                <a16:creationId xmlns:a16="http://schemas.microsoft.com/office/drawing/2014/main" id="{95EA4B13-3036-D33D-0326-73D10811319F}"/>
              </a:ext>
              <a:ext uri="{C183D7F6-B498-43B3-948B-1728B52AA6E4}">
                <adec:decorative xmlns:adec="http://schemas.microsoft.com/office/drawing/2017/decorative" val="0"/>
              </a:ext>
            </a:extLst>
          </p:cNvPr>
          <p:cNvSpPr txBox="1"/>
          <p:nvPr/>
        </p:nvSpPr>
        <p:spPr>
          <a:xfrm rot="16200000">
            <a:off x="2032725" y="-1288326"/>
            <a:ext cx="5840549" cy="87346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10000"/>
              </a:lnSpc>
              <a:spcBef>
                <a:spcPts val="0"/>
              </a:spcBef>
              <a:spcAft>
                <a:spcPts val="0"/>
              </a:spcAft>
              <a:buClrTx/>
              <a:buSzTx/>
              <a:buFontTx/>
              <a:buNone/>
              <a:tabLst/>
            </a:pPr>
            <a:r>
              <a:rPr lang="nl-NL" sz="1200" b="1" dirty="0">
                <a:solidFill>
                  <a:srgbClr val="131B56"/>
                </a:solidFill>
                <a:latin typeface="Muli-ExtraBold"/>
                <a:ea typeface="Muli-ExtraBold"/>
                <a:cs typeface="Muli-ExtraBold"/>
                <a:sym typeface="Muli-ExtraBold"/>
              </a:rPr>
              <a:t>Het is nog donker als de wekker gaat. Charlotte schrikt wakker. De wekker geeft aan dat het 6 uur is. Ze staat op en na een ontbijt met zwarte koffie gaat zij op weg naar haar werk in Amsterdam. </a:t>
            </a:r>
          </a:p>
          <a:p>
            <a:pPr marL="0" marR="0" indent="0" algn="l" defTabSz="914400" rtl="0" fontAlgn="auto" latinLnBrk="0" hangingPunct="0">
              <a:lnSpc>
                <a:spcPct val="110000"/>
              </a:lnSpc>
              <a:spcBef>
                <a:spcPts val="0"/>
              </a:spcBef>
              <a:spcAft>
                <a:spcPts val="0"/>
              </a:spcAft>
              <a:buClrTx/>
              <a:buSzTx/>
              <a:buFontTx/>
              <a:buNone/>
              <a:tabLst/>
            </a:pPr>
            <a:endParaRPr lang="nl-NL" sz="1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lang="nl-NL" sz="1200" b="1" dirty="0">
                <a:solidFill>
                  <a:srgbClr val="131B56"/>
                </a:solidFill>
                <a:latin typeface="Muli-ExtraBold"/>
                <a:ea typeface="Muli-ExtraBold"/>
                <a:cs typeface="Muli-ExtraBold"/>
                <a:sym typeface="Muli-ExtraBold"/>
              </a:rPr>
              <a:t>Bij het opstappen in Utrecht heeft de trein al een vertraging van 15 minuten. In de trein ontmoet zij haar collega Patrick. Opeens stopt de trein en blijft ergens in </a:t>
            </a:r>
            <a:r>
              <a:rPr lang="nl-NL" sz="1200" b="1" dirty="0" err="1">
                <a:solidFill>
                  <a:srgbClr val="131B56"/>
                </a:solidFill>
                <a:latin typeface="Muli-ExtraBold"/>
                <a:ea typeface="Muli-ExtraBold"/>
                <a:cs typeface="Muli-ExtraBold"/>
                <a:sym typeface="Muli-ExtraBold"/>
              </a:rPr>
              <a:t>the</a:t>
            </a:r>
            <a:r>
              <a:rPr lang="nl-NL" sz="1200" b="1" dirty="0">
                <a:solidFill>
                  <a:srgbClr val="131B56"/>
                </a:solidFill>
                <a:latin typeface="Muli-ExtraBold"/>
                <a:ea typeface="Muli-ExtraBold"/>
                <a:cs typeface="Muli-ExtraBold"/>
                <a:sym typeface="Muli-ExtraBold"/>
              </a:rPr>
              <a:t> </a:t>
            </a:r>
            <a:r>
              <a:rPr lang="nl-NL" sz="1200" b="1" dirty="0" err="1">
                <a:solidFill>
                  <a:srgbClr val="131B56"/>
                </a:solidFill>
                <a:latin typeface="Muli-ExtraBold"/>
                <a:ea typeface="Muli-ExtraBold"/>
                <a:cs typeface="Muli-ExtraBold"/>
                <a:sym typeface="Muli-ExtraBold"/>
              </a:rPr>
              <a:t>middle</a:t>
            </a:r>
            <a:r>
              <a:rPr lang="nl-NL" sz="1200" b="1" dirty="0">
                <a:solidFill>
                  <a:srgbClr val="131B56"/>
                </a:solidFill>
                <a:latin typeface="Muli-ExtraBold"/>
                <a:ea typeface="Muli-ExtraBold"/>
                <a:cs typeface="Muli-ExtraBold"/>
                <a:sym typeface="Muli-ExtraBold"/>
              </a:rPr>
              <a:t> of </a:t>
            </a:r>
            <a:r>
              <a:rPr lang="nl-NL" sz="1200" b="1" dirty="0" err="1">
                <a:solidFill>
                  <a:srgbClr val="131B56"/>
                </a:solidFill>
                <a:latin typeface="Muli-ExtraBold"/>
                <a:ea typeface="Muli-ExtraBold"/>
                <a:cs typeface="Muli-ExtraBold"/>
                <a:sym typeface="Muli-ExtraBold"/>
              </a:rPr>
              <a:t>nowhere</a:t>
            </a:r>
            <a:r>
              <a:rPr lang="nl-NL" sz="1200" b="1" dirty="0">
                <a:solidFill>
                  <a:srgbClr val="131B56"/>
                </a:solidFill>
                <a:latin typeface="Muli-ExtraBold"/>
                <a:ea typeface="Muli-ExtraBold"/>
                <a:cs typeface="Muli-ExtraBold"/>
                <a:sym typeface="Muli-ExtraBold"/>
              </a:rPr>
              <a:t> stil staan. Lange tijd is onduidelijk wat er gebeurd is. </a:t>
            </a:r>
          </a:p>
          <a:p>
            <a:pPr marL="0" marR="0" indent="0" algn="l" defTabSz="914400" rtl="0" fontAlgn="auto" latinLnBrk="0" hangingPunct="0">
              <a:lnSpc>
                <a:spcPct val="110000"/>
              </a:lnSpc>
              <a:spcBef>
                <a:spcPts val="0"/>
              </a:spcBef>
              <a:spcAft>
                <a:spcPts val="0"/>
              </a:spcAft>
              <a:buClrTx/>
              <a:buSzTx/>
              <a:buFontTx/>
              <a:buNone/>
              <a:tabLst/>
            </a:pPr>
            <a:endParaRPr lang="nl-NL" sz="1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lang="nl-NL" sz="1200" b="1" dirty="0">
                <a:solidFill>
                  <a:srgbClr val="131B56"/>
                </a:solidFill>
                <a:latin typeface="Muli-ExtraBold"/>
                <a:ea typeface="Muli-ExtraBold"/>
                <a:cs typeface="Muli-ExtraBold"/>
                <a:sym typeface="Muli-ExtraBold"/>
              </a:rPr>
              <a:t>Dan verschijnen er 4 mannen met groene bivak mutsen op en geweren in hun hand. Charlotte schrikt voor de 2</a:t>
            </a:r>
            <a:r>
              <a:rPr lang="nl-NL" sz="1200" b="1" baseline="30000" dirty="0">
                <a:solidFill>
                  <a:srgbClr val="131B56"/>
                </a:solidFill>
                <a:latin typeface="Muli-ExtraBold"/>
                <a:ea typeface="Muli-ExtraBold"/>
                <a:cs typeface="Muli-ExtraBold"/>
                <a:sym typeface="Muli-ExtraBold"/>
              </a:rPr>
              <a:t>e</a:t>
            </a:r>
            <a:r>
              <a:rPr lang="nl-NL" sz="1200" b="1" dirty="0">
                <a:solidFill>
                  <a:srgbClr val="131B56"/>
                </a:solidFill>
                <a:latin typeface="Muli-ExtraBold"/>
                <a:ea typeface="Muli-ExtraBold"/>
                <a:cs typeface="Muli-ExtraBold"/>
                <a:sym typeface="Muli-ExtraBold"/>
              </a:rPr>
              <a:t> keer die dag en grijpt Patrick vast. Via de intercom horen zij dat er een gijzeling aan de gang is, dat ze rustig moeten blijven en op hun plaats moeten blijven zitten. Maar de mensen om hun heen zijn in paniek en een vrouw voor hun staat op en begint te schreeuwen. Twee mannen pakken haar beet en dwingen haar te gaan zitten en haar mond te houden. De gijzelnemers reageren hier gelukkig vrij rustig op.</a:t>
            </a:r>
          </a:p>
          <a:p>
            <a:pPr marL="0" marR="0" indent="0" algn="l" defTabSz="914400" rtl="0" fontAlgn="auto" latinLnBrk="0" hangingPunct="0">
              <a:lnSpc>
                <a:spcPct val="110000"/>
              </a:lnSpc>
              <a:spcBef>
                <a:spcPts val="0"/>
              </a:spcBef>
              <a:spcAft>
                <a:spcPts val="0"/>
              </a:spcAft>
              <a:buClrTx/>
              <a:buSzTx/>
              <a:buFontTx/>
              <a:buNone/>
              <a:tabLst/>
            </a:pPr>
            <a:endParaRPr lang="nl-NL" sz="1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lang="nl-NL" sz="1200" b="1" dirty="0">
                <a:solidFill>
                  <a:srgbClr val="131B56"/>
                </a:solidFill>
                <a:latin typeface="Muli-ExtraBold"/>
                <a:ea typeface="Muli-ExtraBold"/>
                <a:cs typeface="Muli-ExtraBold"/>
                <a:sym typeface="Muli-ExtraBold"/>
              </a:rPr>
              <a:t>Twee van de gijzelnemers beginnen met het innemen van iedereen zijn telefoon. De twee anderen delen gekleurde stickers uit die mensen op hun voorhoofd moeten plakken. Patrick krijgt een rode sticker, Charlotte een blauwe. Het is inmiddels doodstil in de treinwagon. Wat is de betekenis van deze verschillende kleuren? De passagier die tegenover hun zit vraagt aan Charlotte of zij haar sticker wil ruilen voor een rode zodat zij bij elkaar kunnen blijven. Eén van de gijzelnemers ziet dit en komt kwaad op hun aflopen en geeft hun overbuurvrouw een klap in het gezicht.</a:t>
            </a:r>
          </a:p>
          <a:p>
            <a:pPr marL="0" marR="0" indent="0" algn="l" defTabSz="914400" rtl="0" fontAlgn="auto" latinLnBrk="0" hangingPunct="0">
              <a:lnSpc>
                <a:spcPct val="110000"/>
              </a:lnSpc>
              <a:spcBef>
                <a:spcPts val="0"/>
              </a:spcBef>
              <a:spcAft>
                <a:spcPts val="0"/>
              </a:spcAft>
              <a:buClrTx/>
              <a:buSzTx/>
              <a:buFontTx/>
              <a:buNone/>
              <a:tabLst/>
            </a:pPr>
            <a:endParaRPr lang="nl-NL" sz="1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lang="nl-NL" sz="1200" b="1" dirty="0">
                <a:solidFill>
                  <a:srgbClr val="131B56"/>
                </a:solidFill>
                <a:latin typeface="Muli-ExtraBold"/>
                <a:ea typeface="Muli-ExtraBold"/>
                <a:cs typeface="Muli-ExtraBold"/>
                <a:sym typeface="Muli-ExtraBold"/>
              </a:rPr>
              <a:t>Dan begint de trein opeens weer te rijden. Station Breukelen wordt gepasseerd zonder te stoppen. Via de intercom wordt de instructie gegeven dat mensen met een rode sticker zich moeten verplaatsen naar de eerste twee wagons. Mensen met een blauwe sticker moeten zich verplaatsen naar de achterste twee wagons. Er ontstaat een enorme verwarring. Ook raken er mensen in paniek. Na veel geduw, gehuil en getrek zitten alle mensen in de juiste wagon.</a:t>
            </a:r>
          </a:p>
          <a:p>
            <a:pPr marL="0" marR="0" indent="0" algn="l" defTabSz="914400" rtl="0" fontAlgn="auto" latinLnBrk="0" hangingPunct="0">
              <a:lnSpc>
                <a:spcPct val="110000"/>
              </a:lnSpc>
              <a:spcBef>
                <a:spcPts val="0"/>
              </a:spcBef>
              <a:spcAft>
                <a:spcPts val="0"/>
              </a:spcAft>
              <a:buClrTx/>
              <a:buSzTx/>
              <a:buFontTx/>
              <a:buNone/>
              <a:tabLst/>
            </a:pPr>
            <a:endParaRPr lang="nl-NL" sz="1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lang="nl-NL" sz="1200" b="1" dirty="0">
                <a:solidFill>
                  <a:srgbClr val="131B56"/>
                </a:solidFill>
                <a:latin typeface="Muli-ExtraBold"/>
                <a:ea typeface="Muli-ExtraBold"/>
                <a:cs typeface="Muli-ExtraBold"/>
                <a:sym typeface="Muli-ExtraBold"/>
              </a:rPr>
              <a:t>De trein komt weer tot stilstand en door de bewegingen begrijpen de passagiers dat de wagons ontkoppeld worden. De voorste wagons rijden door naar Amsterdam. De laatste wagons blijven stilstaan op het spoor. </a:t>
            </a:r>
          </a:p>
          <a:p>
            <a:pPr marL="0" marR="0" indent="0" algn="l" defTabSz="914400" rtl="0" fontAlgn="auto" latinLnBrk="0" hangingPunct="0">
              <a:lnSpc>
                <a:spcPct val="110000"/>
              </a:lnSpc>
              <a:spcBef>
                <a:spcPts val="0"/>
              </a:spcBef>
              <a:spcAft>
                <a:spcPts val="0"/>
              </a:spcAft>
              <a:buClrTx/>
              <a:buSzTx/>
              <a:buFontTx/>
              <a:buNone/>
              <a:tabLst/>
            </a:pPr>
            <a:endParaRPr lang="nl-NL" sz="1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lang="nl-NL" sz="1200" b="1" dirty="0">
                <a:solidFill>
                  <a:srgbClr val="131B56"/>
                </a:solidFill>
                <a:latin typeface="Muli-ExtraBold"/>
                <a:ea typeface="Muli-ExtraBold"/>
                <a:cs typeface="Muli-ExtraBold"/>
                <a:sym typeface="Muli-ExtraBold"/>
              </a:rPr>
              <a:t>Charlotte is op haar plaats blijven zitten en ziet hoe de vier gijzelnemers bij haar in de wagon blijven. Eén van de gijzelnemers komt naast haar zitten. Charlotte is zo moedig om hem te vragen wat de reden is van deze gijzeling. Het antwoord zullen wij nooit weten want op dat moment breekt de hel los en vallen mariniers de trein binnen.</a:t>
            </a:r>
          </a:p>
          <a:p>
            <a:pPr marL="0" marR="0" indent="0" algn="l" defTabSz="914400" rtl="0" fontAlgn="auto" latinLnBrk="0" hangingPunct="0">
              <a:lnSpc>
                <a:spcPct val="110000"/>
              </a:lnSpc>
              <a:spcBef>
                <a:spcPts val="0"/>
              </a:spcBef>
              <a:spcAft>
                <a:spcPts val="0"/>
              </a:spcAft>
              <a:buClrTx/>
              <a:buSzTx/>
              <a:buFontTx/>
              <a:buNone/>
              <a:tabLst/>
            </a:pPr>
            <a:endParaRPr lang="nl-NL" sz="1200" b="1" dirty="0">
              <a:solidFill>
                <a:srgbClr val="131B56"/>
              </a:solidFill>
              <a:latin typeface="Muli-ExtraBold"/>
              <a:ea typeface="Muli-ExtraBold"/>
              <a:cs typeface="Muli-ExtraBold"/>
              <a:sym typeface="Muli-ExtraBold"/>
            </a:endParaRPr>
          </a:p>
          <a:p>
            <a:pPr marL="0" marR="0" indent="0" algn="l" defTabSz="914400" rtl="0" fontAlgn="auto" latinLnBrk="0" hangingPunct="0">
              <a:lnSpc>
                <a:spcPct val="110000"/>
              </a:lnSpc>
              <a:spcBef>
                <a:spcPts val="0"/>
              </a:spcBef>
              <a:spcAft>
                <a:spcPts val="0"/>
              </a:spcAft>
              <a:buClrTx/>
              <a:buSzTx/>
              <a:buFontTx/>
              <a:buNone/>
              <a:tabLst/>
            </a:pPr>
            <a:r>
              <a:rPr lang="nl-NL" sz="1200" b="1" dirty="0">
                <a:solidFill>
                  <a:srgbClr val="131B56"/>
                </a:solidFill>
                <a:latin typeface="Muli-ExtraBold"/>
                <a:ea typeface="Muli-ExtraBold"/>
                <a:cs typeface="Muli-ExtraBold"/>
                <a:sym typeface="Muli-ExtraBold"/>
              </a:rPr>
              <a:t>Alle gijzelnemers worden gevangen genomen en de passagiers worden opgevangen door hulpverleners. Totaal van slag keert Charlotte rond drie uur terug in haar appartement in Utrecht. Als zij in de spiegel kijkt, ziet zij dat zij nog steeds de blauwe sticker op haar voorhoofd heeft.</a:t>
            </a:r>
            <a:endParaRPr kumimoji="0" lang="nl-NL" sz="1200" b="1" i="0" u="none" strike="noStrike" cap="none" spc="0" normalizeH="0" baseline="0" dirty="0">
              <a:ln>
                <a:noFill/>
              </a:ln>
              <a:solidFill>
                <a:srgbClr val="131B56"/>
              </a:solidFill>
              <a:effectLst/>
              <a:uFillTx/>
              <a:latin typeface="Muli-ExtraBold"/>
              <a:ea typeface="Muli-ExtraBold"/>
              <a:cs typeface="Muli-ExtraBold"/>
              <a:sym typeface="Muli-ExtraBold"/>
            </a:endParaRPr>
          </a:p>
        </p:txBody>
      </p:sp>
      <p:pic>
        <p:nvPicPr>
          <p:cNvPr id="3" name="Accessibility logo_transparant RGB.png">
            <a:extLst>
              <a:ext uri="{FF2B5EF4-FFF2-40B4-BE49-F238E27FC236}">
                <a16:creationId xmlns:a16="http://schemas.microsoft.com/office/drawing/2014/main" id="{06B648EC-F387-7DF1-65C8-92499293ECF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80951" y="6354000"/>
            <a:ext cx="2105166" cy="504000"/>
          </a:xfrm>
          <a:prstGeom prst="rect">
            <a:avLst/>
          </a:prstGeom>
          <a:ln w="12700">
            <a:miter lim="400000"/>
          </a:ln>
        </p:spPr>
      </p:pic>
    </p:spTree>
    <p:extLst>
      <p:ext uri="{BB962C8B-B14F-4D97-AF65-F5344CB8AC3E}">
        <p14:creationId xmlns:p14="http://schemas.microsoft.com/office/powerpoint/2010/main" val="198551265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46BBBA1E-5289-0F4A-0FA6-045502470613}"/>
              </a:ext>
            </a:extLst>
          </p:cNvPr>
          <p:cNvSpPr txBox="1">
            <a:spLocks noGrp="1"/>
          </p:cNvSpPr>
          <p:nvPr>
            <p:ph type="title" idx="4294967295"/>
          </p:nvPr>
        </p:nvSpPr>
        <p:spPr>
          <a:xfrm>
            <a:off x="935477" y="722221"/>
            <a:ext cx="7446524" cy="799899"/>
          </a:xfrm>
          <a:prstGeom prst="rect">
            <a:avLst/>
          </a:prstGeom>
          <a:noFill/>
          <a:ln w="12700" cap="flat">
            <a:noFill/>
            <a:prstDash/>
            <a:miter lim="400000"/>
          </a:ln>
          <a:effectLst/>
          <a:sp3d/>
        </p:spPr>
        <p:style>
          <a:lnRef idx="0">
            <a:scrgbClr r="0" g="0" b="0"/>
          </a:lnRef>
          <a:fillRef idx="0">
            <a:scrgbClr r="0" g="0" b="0"/>
          </a:fillRef>
          <a:effectRef idx="0">
            <a:scrgbClr r="0" g="0" b="0"/>
          </a:effectRef>
          <a:fontRef idx="none"/>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0">
              <a:lnSpc>
                <a:spcPct val="110000"/>
              </a:lnSpc>
              <a:spcBef>
                <a:spcPts val="0"/>
              </a:spcBef>
              <a:spcAft>
                <a:spcPts val="0"/>
              </a:spcAft>
              <a:buClrTx/>
              <a:buSzTx/>
              <a:buFontTx/>
              <a:buNone/>
              <a:tabLst/>
              <a:defRPr/>
            </a:pPr>
            <a:r>
              <a:rPr kumimoji="0" lang="nl-NL" sz="44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rPr>
              <a:t>Instructies - Luisteraar 1 </a:t>
            </a:r>
          </a:p>
        </p:txBody>
      </p:sp>
      <p:sp>
        <p:nvSpPr>
          <p:cNvPr id="2" name="Tekstvak 1">
            <a:extLst>
              <a:ext uri="{FF2B5EF4-FFF2-40B4-BE49-F238E27FC236}">
                <a16:creationId xmlns:a16="http://schemas.microsoft.com/office/drawing/2014/main" id="{86F8DA97-13A0-50B6-A077-5765A3C0F667}"/>
              </a:ext>
            </a:extLst>
          </p:cNvPr>
          <p:cNvSpPr txBox="1"/>
          <p:nvPr/>
        </p:nvSpPr>
        <p:spPr>
          <a:xfrm>
            <a:off x="1071153" y="2116183"/>
            <a:ext cx="8177349" cy="28438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10000"/>
              </a:lnSpc>
              <a:spcBef>
                <a:spcPts val="0"/>
              </a:spcBef>
              <a:spcAft>
                <a:spcPts val="0"/>
              </a:spcAft>
              <a:buClrTx/>
              <a:buSzTx/>
              <a:buFontTx/>
              <a:buNone/>
              <a:tabLst/>
            </a:pPr>
            <a:r>
              <a:rPr kumimoji="0" lang="nl-NL" sz="2400" b="1" i="0" u="none" strike="noStrike" cap="none" spc="0" normalizeH="0" baseline="0" dirty="0">
                <a:ln>
                  <a:noFill/>
                </a:ln>
                <a:solidFill>
                  <a:srgbClr val="131B56"/>
                </a:solidFill>
                <a:effectLst/>
                <a:uFillTx/>
                <a:latin typeface="Muli-ExtraBold"/>
                <a:ea typeface="Muli-ExtraBold"/>
                <a:cs typeface="Muli-ExtraBold"/>
                <a:sym typeface="Muli-ExtraBold"/>
              </a:rPr>
              <a:t>Als je straks luistert naar het verhaal houd je dan aan de volgende regels:</a:t>
            </a:r>
          </a:p>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dirty="0">
              <a:ln>
                <a:noFill/>
              </a:ln>
              <a:solidFill>
                <a:srgbClr val="131B56"/>
              </a:solidFill>
              <a:effectLst/>
              <a:uFillTx/>
              <a:latin typeface="Muli-ExtraBold"/>
              <a:ea typeface="Muli-ExtraBold"/>
              <a:cs typeface="Muli-ExtraBold"/>
              <a:sym typeface="Muli-ExtraBold"/>
            </a:endParaRPr>
          </a:p>
          <a:p>
            <a:pPr marL="457200" indent="-457200" hangingPunct="0">
              <a:lnSpc>
                <a:spcPct val="110000"/>
              </a:lnSpc>
              <a:buFont typeface="+mj-lt"/>
              <a:buAutoNum type="arabicPeriod"/>
            </a:pPr>
            <a:r>
              <a:rPr lang="nl-NL" sz="2400" b="1" dirty="0">
                <a:solidFill>
                  <a:srgbClr val="131B56"/>
                </a:solidFill>
                <a:latin typeface="Muli-ExtraBold"/>
                <a:ea typeface="Muli-ExtraBold"/>
                <a:cs typeface="Muli-ExtraBold"/>
                <a:sym typeface="Muli-ExtraBold"/>
              </a:rPr>
              <a:t>Als je een plaatsnaam hoort ga je staan en weer zitten</a:t>
            </a:r>
          </a:p>
          <a:p>
            <a:pPr marL="457200" indent="-457200" hangingPunct="0">
              <a:lnSpc>
                <a:spcPct val="110000"/>
              </a:lnSpc>
              <a:buFont typeface="+mj-lt"/>
              <a:buAutoNum type="arabicPeriod"/>
            </a:pPr>
            <a:r>
              <a:rPr lang="nl-NL" sz="2400" b="1" dirty="0">
                <a:solidFill>
                  <a:srgbClr val="131B56"/>
                </a:solidFill>
                <a:latin typeface="Muli-ExtraBold"/>
                <a:ea typeface="Muli-ExtraBold"/>
                <a:cs typeface="Muli-ExtraBold"/>
                <a:sym typeface="Muli-ExtraBold"/>
              </a:rPr>
              <a:t>Als je de naam van een persoon hoort draai je om op je stoel en weer terug</a:t>
            </a:r>
          </a:p>
          <a:p>
            <a:pPr marL="457200" indent="-457200" hangingPunct="0">
              <a:lnSpc>
                <a:spcPct val="110000"/>
              </a:lnSpc>
              <a:buFont typeface="+mj-lt"/>
              <a:buAutoNum type="arabicPeriod"/>
            </a:pPr>
            <a:r>
              <a:rPr lang="nl-NL" sz="2400" b="1" dirty="0">
                <a:solidFill>
                  <a:srgbClr val="131B56"/>
                </a:solidFill>
                <a:latin typeface="Muli-ExtraBold"/>
                <a:ea typeface="Muli-ExtraBold"/>
                <a:cs typeface="Muli-ExtraBold"/>
                <a:sym typeface="Muli-ExtraBold"/>
              </a:rPr>
              <a:t>Als een kleur hoort geef je met je hand een klap op de tafel</a:t>
            </a:r>
          </a:p>
        </p:txBody>
      </p:sp>
      <p:pic>
        <p:nvPicPr>
          <p:cNvPr id="3" name="Accessibility logo_transparant RGB.png">
            <a:extLst>
              <a:ext uri="{FF2B5EF4-FFF2-40B4-BE49-F238E27FC236}">
                <a16:creationId xmlns:a16="http://schemas.microsoft.com/office/drawing/2014/main" id="{E7148FC3-1962-B95F-194E-E140C0B5C554}"/>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6454" y="6354000"/>
            <a:ext cx="2105166" cy="504000"/>
          </a:xfrm>
          <a:prstGeom prst="rect">
            <a:avLst/>
          </a:prstGeom>
          <a:ln w="12700">
            <a:miter lim="400000"/>
          </a:ln>
        </p:spPr>
      </p:pic>
    </p:spTree>
    <p:extLst>
      <p:ext uri="{BB962C8B-B14F-4D97-AF65-F5344CB8AC3E}">
        <p14:creationId xmlns:p14="http://schemas.microsoft.com/office/powerpoint/2010/main" val="96852926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A315C20-4A39-F22C-84A3-2BFEFB33AECB}"/>
              </a:ext>
            </a:extLst>
          </p:cNvPr>
          <p:cNvSpPr txBox="1">
            <a:spLocks noGrp="1"/>
          </p:cNvSpPr>
          <p:nvPr>
            <p:ph type="title" idx="4294967295"/>
          </p:nvPr>
        </p:nvSpPr>
        <p:spPr>
          <a:xfrm>
            <a:off x="1384663" y="770709"/>
            <a:ext cx="6041572" cy="799899"/>
          </a:xfrm>
          <a:prstGeom prst="rect">
            <a:avLst/>
          </a:prstGeom>
          <a:noFill/>
          <a:ln w="12700" cap="flat">
            <a:noFill/>
            <a:prstDash/>
            <a:miter lim="400000"/>
          </a:ln>
          <a:effectLst/>
          <a:sp3d/>
        </p:spPr>
        <p:style>
          <a:lnRef idx="0">
            <a:scrgbClr r="0" g="0" b="0"/>
          </a:lnRef>
          <a:fillRef idx="0">
            <a:scrgbClr r="0" g="0" b="0"/>
          </a:fillRef>
          <a:effectRef idx="0">
            <a:scrgbClr r="0" g="0" b="0"/>
          </a:effectRef>
          <a:fontRef idx="none"/>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0">
              <a:lnSpc>
                <a:spcPct val="110000"/>
              </a:lnSpc>
              <a:spcBef>
                <a:spcPts val="0"/>
              </a:spcBef>
              <a:spcAft>
                <a:spcPts val="0"/>
              </a:spcAft>
              <a:buClrTx/>
              <a:buSzTx/>
              <a:buFontTx/>
              <a:buNone/>
              <a:tabLst/>
              <a:defRPr/>
            </a:pPr>
            <a:r>
              <a:rPr kumimoji="0" lang="nl-NL" sz="44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rPr>
              <a:t>Instructies - Luisteraar 2 </a:t>
            </a:r>
          </a:p>
        </p:txBody>
      </p:sp>
      <p:sp>
        <p:nvSpPr>
          <p:cNvPr id="2" name="Tekstvak 1">
            <a:extLst>
              <a:ext uri="{FF2B5EF4-FFF2-40B4-BE49-F238E27FC236}">
                <a16:creationId xmlns:a16="http://schemas.microsoft.com/office/drawing/2014/main" id="{86F8DA97-13A0-50B6-A077-5765A3C0F667}"/>
              </a:ext>
            </a:extLst>
          </p:cNvPr>
          <p:cNvSpPr txBox="1"/>
          <p:nvPr/>
        </p:nvSpPr>
        <p:spPr>
          <a:xfrm>
            <a:off x="1110342" y="2076994"/>
            <a:ext cx="7981407" cy="2437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10000"/>
              </a:lnSpc>
              <a:spcBef>
                <a:spcPts val="0"/>
              </a:spcBef>
              <a:spcAft>
                <a:spcPts val="0"/>
              </a:spcAft>
              <a:buClrTx/>
              <a:buSzTx/>
              <a:buFontTx/>
              <a:buNone/>
              <a:tabLst/>
            </a:pPr>
            <a:r>
              <a:rPr kumimoji="0" lang="nl-NL" sz="2400" b="1" i="0" u="none" strike="noStrike" cap="none" spc="0" normalizeH="0" baseline="0" dirty="0">
                <a:ln>
                  <a:noFill/>
                </a:ln>
                <a:solidFill>
                  <a:srgbClr val="131B56"/>
                </a:solidFill>
                <a:effectLst/>
                <a:uFillTx/>
                <a:latin typeface="Muli-ExtraBold"/>
                <a:ea typeface="Muli-ExtraBold"/>
                <a:cs typeface="Muli-ExtraBold"/>
                <a:sym typeface="Muli-ExtraBold"/>
              </a:rPr>
              <a:t>Als je straks luistert naar het verhaal houd je dan aan de volgende regels:</a:t>
            </a:r>
          </a:p>
          <a:p>
            <a:pPr marL="0" marR="0" indent="0" algn="l" defTabSz="914400" rtl="0" fontAlgn="auto" latinLnBrk="0" hangingPunct="0">
              <a:lnSpc>
                <a:spcPct val="110000"/>
              </a:lnSpc>
              <a:spcBef>
                <a:spcPts val="0"/>
              </a:spcBef>
              <a:spcAft>
                <a:spcPts val="0"/>
              </a:spcAft>
              <a:buClrTx/>
              <a:buSzTx/>
              <a:buFontTx/>
              <a:buNone/>
              <a:tabLst/>
            </a:pPr>
            <a:endParaRPr kumimoji="0" lang="nl-NL" sz="2400" b="1" i="0" u="none" strike="noStrike" cap="none" spc="0" normalizeH="0" baseline="0" dirty="0">
              <a:ln>
                <a:noFill/>
              </a:ln>
              <a:solidFill>
                <a:srgbClr val="131B56"/>
              </a:solidFill>
              <a:effectLst/>
              <a:uFillTx/>
              <a:latin typeface="Muli-ExtraBold"/>
              <a:ea typeface="Muli-ExtraBold"/>
              <a:cs typeface="Muli-ExtraBold"/>
              <a:sym typeface="Muli-ExtraBold"/>
            </a:endParaRPr>
          </a:p>
          <a:p>
            <a:pPr marL="457200" marR="0" indent="-457200" algn="l" defTabSz="914400" rtl="0" fontAlgn="auto" latinLnBrk="0" hangingPunct="0">
              <a:lnSpc>
                <a:spcPct val="110000"/>
              </a:lnSpc>
              <a:spcBef>
                <a:spcPts val="0"/>
              </a:spcBef>
              <a:spcAft>
                <a:spcPts val="0"/>
              </a:spcAft>
              <a:buClrTx/>
              <a:buSzTx/>
              <a:buFont typeface="+mj-lt"/>
              <a:buAutoNum type="arabicPeriod"/>
              <a:tabLst/>
            </a:pPr>
            <a:r>
              <a:rPr kumimoji="0" lang="nl-NL" sz="2400" b="1" i="0" u="none" strike="noStrike" cap="none" spc="0" normalizeH="0" baseline="0" dirty="0">
                <a:ln>
                  <a:noFill/>
                </a:ln>
                <a:solidFill>
                  <a:srgbClr val="131B56"/>
                </a:solidFill>
                <a:effectLst/>
                <a:uFillTx/>
                <a:latin typeface="Muli-ExtraBold"/>
                <a:ea typeface="Muli-ExtraBold"/>
                <a:cs typeface="Muli-ExtraBold"/>
                <a:sym typeface="Muli-ExtraBold"/>
              </a:rPr>
              <a:t>Als je een plaatsnaam hoort klap je in je handen</a:t>
            </a:r>
            <a:r>
              <a:rPr lang="nl-NL" sz="2400" b="1" dirty="0">
                <a:solidFill>
                  <a:srgbClr val="131B56"/>
                </a:solidFill>
                <a:latin typeface="Muli-ExtraBold"/>
                <a:ea typeface="Muli-ExtraBold"/>
                <a:cs typeface="Muli-ExtraBold"/>
                <a:sym typeface="Muli-ExtraBold"/>
              </a:rPr>
              <a:t>.</a:t>
            </a:r>
            <a:endParaRPr lang="nl-NL" sz="2400" b="1" i="0" u="none" strike="noStrike" cap="none" spc="0" normalizeH="0" baseline="0" dirty="0">
              <a:ln>
                <a:noFill/>
              </a:ln>
              <a:solidFill>
                <a:srgbClr val="131B56"/>
              </a:solidFill>
              <a:effectLst/>
              <a:uFillTx/>
              <a:latin typeface="Muli-ExtraBold"/>
              <a:ea typeface="Muli-ExtraBold"/>
              <a:cs typeface="Muli-ExtraBold"/>
            </a:endParaRPr>
          </a:p>
          <a:p>
            <a:pPr marL="457200" indent="-457200" hangingPunct="0">
              <a:lnSpc>
                <a:spcPct val="110000"/>
              </a:lnSpc>
              <a:buFont typeface="+mj-lt"/>
              <a:buAutoNum type="arabicPeriod"/>
            </a:pPr>
            <a:r>
              <a:rPr lang="nl-NL" sz="2400" b="1" dirty="0">
                <a:solidFill>
                  <a:srgbClr val="131B56"/>
                </a:solidFill>
                <a:latin typeface="Muli-ExtraBold"/>
                <a:ea typeface="Muli-ExtraBold"/>
                <a:cs typeface="Muli-ExtraBold"/>
                <a:sym typeface="Muli-ExtraBold"/>
              </a:rPr>
              <a:t>Als je een kleur hoort geef je met je hand een klap op tafel.</a:t>
            </a:r>
            <a:endParaRPr lang="nl-NL" sz="2400" b="1" dirty="0">
              <a:solidFill>
                <a:srgbClr val="131B56"/>
              </a:solidFill>
              <a:latin typeface="Muli-ExtraBold"/>
              <a:ea typeface="Muli-ExtraBold"/>
              <a:cs typeface="Muli-ExtraBold"/>
            </a:endParaRPr>
          </a:p>
          <a:p>
            <a:pPr marL="457200" indent="-457200" hangingPunct="0">
              <a:lnSpc>
                <a:spcPct val="110000"/>
              </a:lnSpc>
              <a:buFont typeface="+mj-lt"/>
              <a:buAutoNum type="arabicPeriod"/>
            </a:pPr>
            <a:r>
              <a:rPr lang="nl-NL" sz="2400" b="1" dirty="0">
                <a:solidFill>
                  <a:srgbClr val="131B56"/>
                </a:solidFill>
                <a:latin typeface="Muli-ExtraBold"/>
                <a:ea typeface="Muli-ExtraBold"/>
                <a:cs typeface="Muli-ExtraBold"/>
                <a:sym typeface="Muli-ExtraBold"/>
              </a:rPr>
              <a:t>Als een getal hoort roep je "ja."</a:t>
            </a:r>
            <a:endParaRPr lang="nl-NL" sz="2400" b="1" dirty="0">
              <a:solidFill>
                <a:srgbClr val="131B56"/>
              </a:solidFill>
              <a:latin typeface="Muli-ExtraBold"/>
              <a:ea typeface="Muli-ExtraBold"/>
              <a:cs typeface="Muli-ExtraBold"/>
            </a:endParaRPr>
          </a:p>
        </p:txBody>
      </p:sp>
      <p:pic>
        <p:nvPicPr>
          <p:cNvPr id="3" name="Accessibility logo_transparant RGB.png">
            <a:extLst>
              <a:ext uri="{FF2B5EF4-FFF2-40B4-BE49-F238E27FC236}">
                <a16:creationId xmlns:a16="http://schemas.microsoft.com/office/drawing/2014/main" id="{E7148FC3-1962-B95F-194E-E140C0B5C554}"/>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6454" y="6354000"/>
            <a:ext cx="2105166" cy="504000"/>
          </a:xfrm>
          <a:prstGeom prst="rect">
            <a:avLst/>
          </a:prstGeom>
          <a:ln w="12700">
            <a:miter lim="400000"/>
          </a:ln>
        </p:spPr>
      </p:pic>
    </p:spTree>
    <p:extLst>
      <p:ext uri="{BB962C8B-B14F-4D97-AF65-F5344CB8AC3E}">
        <p14:creationId xmlns:p14="http://schemas.microsoft.com/office/powerpoint/2010/main" val="131760497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EB7FAB72-B6DD-A400-00D6-3F794BB0AD9A}"/>
              </a:ext>
            </a:extLst>
          </p:cNvPr>
          <p:cNvSpPr txBox="1">
            <a:spLocks noGrp="1"/>
          </p:cNvSpPr>
          <p:nvPr>
            <p:ph type="title" idx="4294967295"/>
          </p:nvPr>
        </p:nvSpPr>
        <p:spPr>
          <a:xfrm>
            <a:off x="1371600" y="756611"/>
            <a:ext cx="6370321" cy="799899"/>
          </a:xfrm>
          <a:prstGeom prst="rect">
            <a:avLst/>
          </a:prstGeom>
          <a:noFill/>
          <a:ln w="12700" cap="flat">
            <a:noFill/>
            <a:prstDash/>
            <a:miter lim="400000"/>
          </a:ln>
          <a:effectLst/>
          <a:sp3d/>
        </p:spPr>
        <p:style>
          <a:lnRef idx="0">
            <a:scrgbClr r="0" g="0" b="0"/>
          </a:lnRef>
          <a:fillRef idx="0">
            <a:scrgbClr r="0" g="0" b="0"/>
          </a:fillRef>
          <a:effectRef idx="0">
            <a:scrgbClr r="0" g="0" b="0"/>
          </a:effectRef>
          <a:fontRef idx="none"/>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0">
              <a:lnSpc>
                <a:spcPct val="110000"/>
              </a:lnSpc>
              <a:spcBef>
                <a:spcPts val="0"/>
              </a:spcBef>
              <a:spcAft>
                <a:spcPts val="0"/>
              </a:spcAft>
              <a:buClrTx/>
              <a:buSzTx/>
              <a:buFontTx/>
              <a:buNone/>
              <a:tabLst/>
              <a:defRPr/>
            </a:pPr>
            <a:r>
              <a:rPr kumimoji="0" lang="nl-NL" sz="44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rPr>
              <a:t>Instructies - Luisteraar 3 </a:t>
            </a:r>
          </a:p>
        </p:txBody>
      </p:sp>
      <p:sp>
        <p:nvSpPr>
          <p:cNvPr id="2" name="Tekstvak 1">
            <a:extLst>
              <a:ext uri="{FF2B5EF4-FFF2-40B4-BE49-F238E27FC236}">
                <a16:creationId xmlns:a16="http://schemas.microsoft.com/office/drawing/2014/main" id="{86F8DA97-13A0-50B6-A077-5765A3C0F667}"/>
              </a:ext>
            </a:extLst>
          </p:cNvPr>
          <p:cNvSpPr txBox="1">
            <a:spLocks/>
          </p:cNvSpPr>
          <p:nvPr/>
        </p:nvSpPr>
        <p:spPr>
          <a:xfrm>
            <a:off x="1031966" y="2103121"/>
            <a:ext cx="7219407" cy="284385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lvl="0" indent="0" algn="l" defTabSz="914400" rtl="0" eaLnBrk="1" fontAlgn="auto" latinLnBrk="0" hangingPunct="0">
              <a:lnSpc>
                <a:spcPct val="110000"/>
              </a:lnSpc>
              <a:spcBef>
                <a:spcPts val="0"/>
              </a:spcBef>
              <a:spcAft>
                <a:spcPts val="0"/>
              </a:spcAft>
              <a:buClrTx/>
              <a:buSzTx/>
              <a:buFontTx/>
              <a:buNone/>
              <a:tabLst/>
              <a:defRPr/>
            </a:pPr>
            <a:r>
              <a:rPr kumimoji="0" lang="nl-NL" sz="24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rPr>
              <a:t>Als je straks luistert naar het verhaal houd je dan aan de volgende regels:</a:t>
            </a:r>
          </a:p>
          <a:p>
            <a:pPr marL="0" marR="0" lvl="0" indent="0" algn="l" defTabSz="914400" rtl="0" eaLnBrk="1" fontAlgn="auto" latinLnBrk="0" hangingPunct="0">
              <a:lnSpc>
                <a:spcPct val="110000"/>
              </a:lnSpc>
              <a:spcBef>
                <a:spcPts val="0"/>
              </a:spcBef>
              <a:spcAft>
                <a:spcPts val="0"/>
              </a:spcAft>
              <a:buClrTx/>
              <a:buSzTx/>
              <a:buFontTx/>
              <a:buNone/>
              <a:tabLst/>
              <a:defRPr/>
            </a:pPr>
            <a:endParaRPr kumimoji="0" lang="nl-NL" sz="24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endParaRPr>
          </a:p>
          <a:p>
            <a:pPr marL="457200" marR="0" lvl="0" indent="-457200" algn="l" defTabSz="914400" rtl="0" eaLnBrk="1" fontAlgn="auto" latinLnBrk="0" hangingPunct="0">
              <a:lnSpc>
                <a:spcPct val="110000"/>
              </a:lnSpc>
              <a:spcBef>
                <a:spcPts val="0"/>
              </a:spcBef>
              <a:spcAft>
                <a:spcPts val="0"/>
              </a:spcAft>
              <a:buClrTx/>
              <a:buSzTx/>
              <a:buFont typeface="+mj-lt"/>
              <a:buAutoNum type="arabicPeriod"/>
              <a:tabLst/>
              <a:defRPr/>
            </a:pPr>
            <a:r>
              <a:rPr kumimoji="0" lang="nl-NL" sz="24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rPr>
              <a:t>Als je een getal hoort klap je in je handen</a:t>
            </a:r>
          </a:p>
          <a:p>
            <a:pPr marL="457200" marR="0" lvl="0" indent="-457200" algn="l" defTabSz="914400" rtl="0" eaLnBrk="1" fontAlgn="auto" latinLnBrk="0" hangingPunct="0">
              <a:lnSpc>
                <a:spcPct val="110000"/>
              </a:lnSpc>
              <a:spcBef>
                <a:spcPts val="0"/>
              </a:spcBef>
              <a:spcAft>
                <a:spcPts val="0"/>
              </a:spcAft>
              <a:buClrTx/>
              <a:buSzTx/>
              <a:buFont typeface="+mj-lt"/>
              <a:buAutoNum type="arabicPeriod"/>
              <a:tabLst/>
              <a:defRPr/>
            </a:pPr>
            <a:r>
              <a:rPr kumimoji="0" lang="nl-NL" sz="24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rPr>
              <a:t>Als je de naam van een persoon hoort roep je "ja."</a:t>
            </a:r>
            <a:endParaRPr kumimoji="0" lang="nl-NL" sz="2400" b="1" i="0" u="none" strike="noStrike" kern="1200" cap="none" spc="0" normalizeH="0" baseline="0" noProof="0" dirty="0">
              <a:ln>
                <a:noFill/>
              </a:ln>
              <a:solidFill>
                <a:srgbClr val="131B56"/>
              </a:solidFill>
              <a:effectLst/>
              <a:uLnTx/>
              <a:uFillTx/>
              <a:latin typeface="Muli-ExtraBold"/>
              <a:ea typeface="Muli-ExtraBold"/>
              <a:cs typeface="Muli-ExtraBold"/>
            </a:endParaRPr>
          </a:p>
          <a:p>
            <a:pPr marL="457200" marR="0" lvl="0" indent="-457200" algn="l" defTabSz="914400" rtl="0" eaLnBrk="1" fontAlgn="auto" latinLnBrk="0" hangingPunct="0">
              <a:lnSpc>
                <a:spcPct val="110000"/>
              </a:lnSpc>
              <a:spcBef>
                <a:spcPts val="0"/>
              </a:spcBef>
              <a:spcAft>
                <a:spcPts val="0"/>
              </a:spcAft>
              <a:buClrTx/>
              <a:buSzTx/>
              <a:buFont typeface="+mj-lt"/>
              <a:buAutoNum type="arabicPeriod"/>
              <a:tabLst/>
              <a:defRPr/>
            </a:pPr>
            <a:r>
              <a:rPr kumimoji="0" lang="nl-NL" sz="2400" b="1" i="0" u="none" strike="noStrike" kern="1200" cap="none" spc="0" normalizeH="0" baseline="0" noProof="0" dirty="0">
                <a:ln>
                  <a:noFill/>
                </a:ln>
                <a:solidFill>
                  <a:srgbClr val="131B56"/>
                </a:solidFill>
                <a:effectLst/>
                <a:uLnTx/>
                <a:uFillTx/>
                <a:latin typeface="Muli-ExtraBold"/>
                <a:ea typeface="Muli-ExtraBold"/>
                <a:cs typeface="Muli-ExtraBold"/>
                <a:sym typeface="Muli-ExtraBold"/>
              </a:rPr>
              <a:t>Als een plaatsnaam hoort geef je met je hand een klap op de tafel</a:t>
            </a:r>
          </a:p>
        </p:txBody>
      </p:sp>
      <p:pic>
        <p:nvPicPr>
          <p:cNvPr id="3" name="Accessibility logo_transparant RGB.png">
            <a:extLst>
              <a:ext uri="{FF2B5EF4-FFF2-40B4-BE49-F238E27FC236}">
                <a16:creationId xmlns:a16="http://schemas.microsoft.com/office/drawing/2014/main" id="{E7148FC3-1962-B95F-194E-E140C0B5C554}"/>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26454" y="6354000"/>
            <a:ext cx="2105166" cy="504000"/>
          </a:xfrm>
          <a:prstGeom prst="rect">
            <a:avLst/>
          </a:prstGeom>
          <a:ln w="12700">
            <a:miter lim="400000"/>
          </a:ln>
        </p:spPr>
      </p:pic>
    </p:spTree>
    <p:extLst>
      <p:ext uri="{BB962C8B-B14F-4D97-AF65-F5344CB8AC3E}">
        <p14:creationId xmlns:p14="http://schemas.microsoft.com/office/powerpoint/2010/main" val="134132072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945B53-6D38-9617-6B11-5FDE9F7B12ED}"/>
              </a:ext>
            </a:extLst>
          </p:cNvPr>
          <p:cNvSpPr>
            <a:spLocks noGrp="1"/>
          </p:cNvSpPr>
          <p:nvPr>
            <p:ph type="title"/>
          </p:nvPr>
        </p:nvSpPr>
        <p:spPr/>
        <p:txBody>
          <a:bodyPr/>
          <a:lstStyle/>
          <a:p>
            <a:r>
              <a:rPr lang="nl-NL" dirty="0"/>
              <a:t>Vragen voor de verteller</a:t>
            </a:r>
          </a:p>
        </p:txBody>
      </p:sp>
      <p:sp>
        <p:nvSpPr>
          <p:cNvPr id="3" name="Tijdelijke aanduiding voor tekst 2">
            <a:extLst>
              <a:ext uri="{FF2B5EF4-FFF2-40B4-BE49-F238E27FC236}">
                <a16:creationId xmlns:a16="http://schemas.microsoft.com/office/drawing/2014/main" id="{216FF177-EB55-2117-2E5F-9AB7691A5DE0}"/>
              </a:ext>
            </a:extLst>
          </p:cNvPr>
          <p:cNvSpPr>
            <a:spLocks noGrp="1"/>
          </p:cNvSpPr>
          <p:nvPr>
            <p:ph type="body" sz="quarter" idx="10"/>
          </p:nvPr>
        </p:nvSpPr>
        <p:spPr>
          <a:xfrm>
            <a:off x="553674" y="1428206"/>
            <a:ext cx="8969635" cy="4841965"/>
          </a:xfrm>
        </p:spPr>
        <p:txBody>
          <a:bodyPr/>
          <a:lstStyle/>
          <a:p>
            <a:pPr lvl="1">
              <a:buSzPct val="100000"/>
            </a:pPr>
            <a:r>
              <a:rPr lang="nl-NL" sz="1600" dirty="0">
                <a:latin typeface="Muli" panose="00000500000000000000" pitchFamily="2" charset="0"/>
              </a:rPr>
              <a:t>Waar gaat het verhaal over in 1 korte zin?</a:t>
            </a:r>
          </a:p>
          <a:p>
            <a:pPr marL="694887" lvl="3" indent="0">
              <a:buNone/>
            </a:pPr>
            <a:r>
              <a:rPr lang="nl-NL" sz="1600" b="0" dirty="0">
                <a:latin typeface="Muli" panose="00000500000000000000" pitchFamily="2" charset="0"/>
              </a:rPr>
              <a:t>Charlotte die op weg naar haar werk gegijzeld wordt in de trein.</a:t>
            </a:r>
          </a:p>
          <a:p>
            <a:pPr lvl="1">
              <a:buSzPct val="100000"/>
            </a:pPr>
            <a:r>
              <a:rPr lang="nl-NL" sz="1600" dirty="0">
                <a:latin typeface="Muli" panose="00000500000000000000" pitchFamily="2" charset="0"/>
              </a:rPr>
              <a:t>Welk traject wil Charlotte afleggen met de trein?</a:t>
            </a:r>
          </a:p>
          <a:p>
            <a:pPr marL="694887" lvl="3" indent="0">
              <a:buNone/>
            </a:pPr>
            <a:r>
              <a:rPr lang="nl-NL" sz="1600" b="0" dirty="0">
                <a:latin typeface="Muli" panose="00000500000000000000" pitchFamily="2" charset="0"/>
              </a:rPr>
              <a:t>Van Utrecht naar Amsterdam</a:t>
            </a:r>
          </a:p>
          <a:p>
            <a:pPr lvl="1">
              <a:buSzPct val="100000"/>
            </a:pPr>
            <a:r>
              <a:rPr lang="nl-NL" sz="1600" dirty="0">
                <a:latin typeface="Muli" panose="00000500000000000000" pitchFamily="2" charset="0"/>
              </a:rPr>
              <a:t>Wat doen de gijzelnemers als er een vrouw begint te schreeuwen?</a:t>
            </a:r>
          </a:p>
          <a:p>
            <a:pPr marL="694887" lvl="3" indent="0">
              <a:buNone/>
            </a:pPr>
            <a:r>
              <a:rPr lang="nl-NL" sz="1600" b="0" dirty="0">
                <a:latin typeface="Muli" panose="00000500000000000000" pitchFamily="2" charset="0"/>
              </a:rPr>
              <a:t>Niets</a:t>
            </a:r>
          </a:p>
          <a:p>
            <a:pPr lvl="1">
              <a:buSzPct val="100000"/>
            </a:pPr>
            <a:r>
              <a:rPr lang="nl-NL" sz="1600" dirty="0">
                <a:latin typeface="Muli" panose="00000500000000000000" pitchFamily="2" charset="0"/>
              </a:rPr>
              <a:t>Welke kleur stickers worden uitgedeeld?</a:t>
            </a:r>
          </a:p>
          <a:p>
            <a:pPr marL="788941" lvl="3" indent="0">
              <a:buNone/>
            </a:pPr>
            <a:r>
              <a:rPr lang="nl-NL" sz="1600" b="0" dirty="0">
                <a:latin typeface="Muli" panose="00000500000000000000" pitchFamily="2" charset="0"/>
              </a:rPr>
              <a:t>Rood en blauw</a:t>
            </a:r>
          </a:p>
          <a:p>
            <a:pPr lvl="1">
              <a:buSzPct val="100000"/>
            </a:pPr>
            <a:r>
              <a:rPr lang="nl-NL" sz="1600" dirty="0">
                <a:latin typeface="Muli" panose="00000500000000000000" pitchFamily="2" charset="0"/>
              </a:rPr>
              <a:t>Hoe krijgen de passagiers te horen dat het om een gijzeling gaat?</a:t>
            </a:r>
          </a:p>
          <a:p>
            <a:pPr marL="694887" lvl="3" indent="0">
              <a:buNone/>
            </a:pPr>
            <a:r>
              <a:rPr lang="nl-NL" sz="1600" b="0" dirty="0">
                <a:latin typeface="Muli" panose="00000500000000000000" pitchFamily="2" charset="0"/>
              </a:rPr>
              <a:t>Via de intercom</a:t>
            </a:r>
          </a:p>
          <a:p>
            <a:pPr lvl="1">
              <a:buSzPct val="100000"/>
            </a:pPr>
            <a:r>
              <a:rPr lang="nl-NL" sz="1600" dirty="0">
                <a:latin typeface="Muli" panose="00000500000000000000" pitchFamily="2" charset="0"/>
              </a:rPr>
              <a:t>Waarom krijgt een mede passagier een klap in het gezicht?</a:t>
            </a:r>
          </a:p>
          <a:p>
            <a:pPr marL="694887" lvl="3" indent="0">
              <a:buNone/>
            </a:pPr>
            <a:r>
              <a:rPr lang="nl-NL" sz="1600" b="0" dirty="0">
                <a:latin typeface="Muli" panose="00000500000000000000" pitchFamily="2" charset="0"/>
              </a:rPr>
              <a:t>Omdat zij een sticker wil ruilen met Charlotte</a:t>
            </a:r>
          </a:p>
          <a:p>
            <a:pPr lvl="1">
              <a:buSzPct val="100000"/>
            </a:pPr>
            <a:r>
              <a:rPr lang="nl-NL" sz="1600" dirty="0">
                <a:latin typeface="Muli" panose="00000500000000000000" pitchFamily="2" charset="0"/>
              </a:rPr>
              <a:t>Wat is de reden van de gijzeling?</a:t>
            </a:r>
          </a:p>
          <a:p>
            <a:pPr marL="694887" lvl="3" indent="0">
              <a:buNone/>
            </a:pPr>
            <a:r>
              <a:rPr lang="nl-NL" sz="1600" b="0" dirty="0">
                <a:latin typeface="Muli" panose="00000500000000000000" pitchFamily="2" charset="0"/>
              </a:rPr>
              <a:t>Dat weten wij niet</a:t>
            </a:r>
          </a:p>
          <a:p>
            <a:pPr lvl="1">
              <a:buSzPct val="100000"/>
            </a:pPr>
            <a:r>
              <a:rPr lang="nl-NL" sz="1600" dirty="0">
                <a:latin typeface="Muli" panose="00000500000000000000" pitchFamily="2" charset="0"/>
              </a:rPr>
              <a:t>Hoe eindigt het verhaal?</a:t>
            </a:r>
          </a:p>
          <a:p>
            <a:pPr marL="694887" lvl="3" indent="0">
              <a:buNone/>
            </a:pPr>
            <a:r>
              <a:rPr lang="nl-NL" sz="1600" b="0" dirty="0">
                <a:latin typeface="Muli" panose="00000500000000000000" pitchFamily="2" charset="0"/>
              </a:rPr>
              <a:t>Charlotte staat voor de spiegel en ziet dat zij nog steeds de sticker op haar voorhoofd  heeft</a:t>
            </a:r>
          </a:p>
          <a:p>
            <a:pPr lvl="1">
              <a:buSzPct val="100000"/>
            </a:pPr>
            <a:endParaRPr lang="nl-NL" sz="1600" b="0" dirty="0">
              <a:latin typeface="Muli" panose="00000500000000000000" pitchFamily="2" charset="0"/>
            </a:endParaRPr>
          </a:p>
          <a:p>
            <a:pPr marL="0" lvl="1" indent="-94054">
              <a:buNone/>
            </a:pPr>
            <a:endParaRPr lang="nl-NL" sz="1600" b="0" dirty="0">
              <a:latin typeface="Muli" panose="00000500000000000000" pitchFamily="2" charset="0"/>
            </a:endParaRPr>
          </a:p>
        </p:txBody>
      </p:sp>
      <p:pic>
        <p:nvPicPr>
          <p:cNvPr id="4" name="Accessibility logo_transparant RGB.png">
            <a:extLst>
              <a:ext uri="{FF2B5EF4-FFF2-40B4-BE49-F238E27FC236}">
                <a16:creationId xmlns:a16="http://schemas.microsoft.com/office/drawing/2014/main" id="{0378A315-2EFA-CB0D-5C8B-DBB271C7B6B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18143" y="253012"/>
            <a:ext cx="2105166" cy="504000"/>
          </a:xfrm>
          <a:prstGeom prst="rect">
            <a:avLst/>
          </a:prstGeom>
          <a:ln w="12700">
            <a:miter lim="400000"/>
          </a:ln>
        </p:spPr>
      </p:pic>
    </p:spTree>
    <p:extLst>
      <p:ext uri="{BB962C8B-B14F-4D97-AF65-F5344CB8AC3E}">
        <p14:creationId xmlns:p14="http://schemas.microsoft.com/office/powerpoint/2010/main" val="1459375124"/>
      </p:ext>
    </p:extLst>
  </p:cSld>
  <p:clrMapOvr>
    <a:masterClrMapping/>
  </p:clrMapOvr>
  <p:transition spd="med"/>
</p:sld>
</file>

<file path=ppt/theme/theme1.xml><?xml version="1.0" encoding="utf-8"?>
<a:theme xmlns:a="http://schemas.openxmlformats.org/drawingml/2006/main" name="Bollen blanco">
  <a:themeElements>
    <a:clrScheme name="Accessibility kleurenpalet 1">
      <a:dk1>
        <a:srgbClr val="131B56"/>
      </a:dk1>
      <a:lt1>
        <a:srgbClr val="2B50EC"/>
      </a:lt1>
      <a:dk2>
        <a:srgbClr val="131B56"/>
      </a:dk2>
      <a:lt2>
        <a:srgbClr val="FFFFFF"/>
      </a:lt2>
      <a:accent1>
        <a:srgbClr val="108670"/>
      </a:accent1>
      <a:accent2>
        <a:srgbClr val="14B495"/>
      </a:accent2>
      <a:accent3>
        <a:srgbClr val="21CEA1"/>
      </a:accent3>
      <a:accent4>
        <a:srgbClr val="CC4C00"/>
      </a:accent4>
      <a:accent5>
        <a:srgbClr val="FF7C00"/>
      </a:accent5>
      <a:accent6>
        <a:srgbClr val="FFB800"/>
      </a:accent6>
      <a:hlink>
        <a:srgbClr val="2B50EC"/>
      </a:hlink>
      <a:folHlink>
        <a:srgbClr val="FE5302"/>
      </a:folHlink>
    </a:clrScheme>
    <a:fontScheme name="PowerPoint">
      <a:majorFont>
        <a:latin typeface="Helvetica"/>
        <a:ea typeface="Helvetica"/>
        <a:cs typeface="Helvetica"/>
      </a:majorFont>
      <a:minorFont>
        <a:latin typeface="Calibri"/>
        <a:ea typeface="Calibri"/>
        <a:cs typeface="Calibri"/>
      </a:minorFont>
    </a:fontScheme>
    <a:fmtScheme name="PowerPoi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5400" cap="flat">
          <a:solidFill>
            <a:schemeClr val="accent1"/>
          </a:solidFill>
          <a:prstDash val="solid"/>
          <a:round/>
        </a:ln>
        <a:effectLst/>
        <a:sp3d/>
      </a:spPr>
      <a:bodyPr rot="0" spcFirstLastPara="1" vertOverflow="overflow" horzOverflow="overflow" vert="horz" wrap="square" lIns="72000" tIns="72000" rIns="72000" bIns="72000" numCol="1" spcCol="38100" rtlCol="0" anchor="ctr">
        <a:spAutoFit/>
      </a:bodyPr>
      <a:lstStyle>
        <a:defPPr marL="0" marR="0" indent="0" algn="l" defTabSz="914400" rtl="0" fontAlgn="auto" latinLnBrk="0" hangingPunct="0">
          <a:lnSpc>
            <a:spcPct val="110000"/>
          </a:lnSpc>
          <a:spcBef>
            <a:spcPts val="0"/>
          </a:spcBef>
          <a:spcAft>
            <a:spcPts val="0"/>
          </a:spcAft>
          <a:buClrTx/>
          <a:buSzTx/>
          <a:buFontTx/>
          <a:buNone/>
          <a:tabLst/>
          <a:defRPr kumimoji="0" sz="2400" b="1" i="0" u="none" strike="noStrike" cap="none" spc="0" normalizeH="0" baseline="0">
            <a:ln>
              <a:noFill/>
            </a:ln>
            <a:solidFill>
              <a:srgbClr val="131B56"/>
            </a:solidFill>
            <a:effectLst/>
            <a:uFillTx/>
            <a:latin typeface="Muli-ExtraBold"/>
            <a:ea typeface="Muli-ExtraBold"/>
            <a:cs typeface="Muli-ExtraBold"/>
            <a:sym typeface="Muli-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10000"/>
          </a:lnSpc>
          <a:spcBef>
            <a:spcPts val="0"/>
          </a:spcBef>
          <a:spcAft>
            <a:spcPts val="0"/>
          </a:spcAft>
          <a:buClrTx/>
          <a:buSzTx/>
          <a:buFontTx/>
          <a:buNone/>
          <a:tabLst/>
          <a:defRPr kumimoji="0" sz="2400" b="1" i="0" u="none" strike="noStrike" cap="none" spc="0" normalizeH="0" baseline="0">
            <a:ln>
              <a:noFill/>
            </a:ln>
            <a:solidFill>
              <a:srgbClr val="131B56"/>
            </a:solidFill>
            <a:effectLst/>
            <a:uFillTx/>
            <a:latin typeface="Muli-ExtraBold"/>
            <a:ea typeface="Muli-ExtraBold"/>
            <a:cs typeface="Muli-ExtraBold"/>
            <a:sym typeface="Muli-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Accessibility_Powerpoint_basis_2023-08-18.potx  -  Alleen-lezen" id="{29BD1E3A-19E6-45CE-9ABD-C64F44292767}" vid="{A7C3B42C-4C5E-4CB4-B50C-24B2F81000E1}"/>
    </a:ext>
  </a:extLst>
</a:theme>
</file>

<file path=ppt/theme/theme2.xml><?xml version="1.0" encoding="utf-8"?>
<a:theme xmlns:a="http://schemas.openxmlformats.org/drawingml/2006/main" name="1_Bollen blanco">
  <a:themeElements>
    <a:clrScheme name="Accessibility kleurenpalet 1">
      <a:dk1>
        <a:srgbClr val="131B56"/>
      </a:dk1>
      <a:lt1>
        <a:srgbClr val="2B50EC"/>
      </a:lt1>
      <a:dk2>
        <a:srgbClr val="131B56"/>
      </a:dk2>
      <a:lt2>
        <a:srgbClr val="FFFFFF"/>
      </a:lt2>
      <a:accent1>
        <a:srgbClr val="108670"/>
      </a:accent1>
      <a:accent2>
        <a:srgbClr val="14B495"/>
      </a:accent2>
      <a:accent3>
        <a:srgbClr val="21CEA1"/>
      </a:accent3>
      <a:accent4>
        <a:srgbClr val="CC4C00"/>
      </a:accent4>
      <a:accent5>
        <a:srgbClr val="FF7C00"/>
      </a:accent5>
      <a:accent6>
        <a:srgbClr val="FFB800"/>
      </a:accent6>
      <a:hlink>
        <a:srgbClr val="2B50EC"/>
      </a:hlink>
      <a:folHlink>
        <a:srgbClr val="FE5302"/>
      </a:folHlink>
    </a:clrScheme>
    <a:fontScheme name="PowerPoint">
      <a:majorFont>
        <a:latin typeface="Helvetica"/>
        <a:ea typeface="Helvetica"/>
        <a:cs typeface="Helvetica"/>
      </a:majorFont>
      <a:minorFont>
        <a:latin typeface="Calibri"/>
        <a:ea typeface="Calibri"/>
        <a:cs typeface="Calibri"/>
      </a:minorFont>
    </a:fontScheme>
    <a:fmtScheme name="PowerPoin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5400" cap="flat">
          <a:solidFill>
            <a:schemeClr val="accent1"/>
          </a:solidFill>
          <a:prstDash val="solid"/>
          <a:round/>
        </a:ln>
        <a:effectLst/>
        <a:sp3d/>
      </a:spPr>
      <a:bodyPr rot="0" spcFirstLastPara="1" vertOverflow="overflow" horzOverflow="overflow" vert="horz" wrap="square" lIns="72000" tIns="72000" rIns="72000" bIns="72000" numCol="1" spcCol="38100" rtlCol="0" anchor="ctr">
        <a:spAutoFit/>
      </a:bodyPr>
      <a:lstStyle>
        <a:defPPr marL="0" marR="0" indent="0" algn="l" defTabSz="914400" rtl="0" fontAlgn="auto" latinLnBrk="0" hangingPunct="0">
          <a:lnSpc>
            <a:spcPct val="110000"/>
          </a:lnSpc>
          <a:spcBef>
            <a:spcPts val="0"/>
          </a:spcBef>
          <a:spcAft>
            <a:spcPts val="0"/>
          </a:spcAft>
          <a:buClrTx/>
          <a:buSzTx/>
          <a:buFontTx/>
          <a:buNone/>
          <a:tabLst/>
          <a:defRPr kumimoji="0" sz="2400" b="1" i="0" u="none" strike="noStrike" cap="none" spc="0" normalizeH="0" baseline="0">
            <a:ln>
              <a:noFill/>
            </a:ln>
            <a:solidFill>
              <a:srgbClr val="131B56"/>
            </a:solidFill>
            <a:effectLst/>
            <a:uFillTx/>
            <a:latin typeface="Muli-ExtraBold"/>
            <a:ea typeface="Muli-ExtraBold"/>
            <a:cs typeface="Muli-ExtraBold"/>
            <a:sym typeface="Muli-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10000"/>
          </a:lnSpc>
          <a:spcBef>
            <a:spcPts val="0"/>
          </a:spcBef>
          <a:spcAft>
            <a:spcPts val="0"/>
          </a:spcAft>
          <a:buClrTx/>
          <a:buSzTx/>
          <a:buFontTx/>
          <a:buNone/>
          <a:tabLst/>
          <a:defRPr kumimoji="0" sz="2400" b="1" i="0" u="none" strike="noStrike" cap="none" spc="0" normalizeH="0" baseline="0">
            <a:ln>
              <a:noFill/>
            </a:ln>
            <a:solidFill>
              <a:srgbClr val="131B56"/>
            </a:solidFill>
            <a:effectLst/>
            <a:uFillTx/>
            <a:latin typeface="Muli-ExtraBold"/>
            <a:ea typeface="Muli-ExtraBold"/>
            <a:cs typeface="Muli-ExtraBold"/>
            <a:sym typeface="Muli-Extra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Accessibility_Powerpoint_basis_2023-08-18.potx  -  Alleen-lezen" id="{29BD1E3A-19E6-45CE-9ABD-C64F44292767}" vid="{A7C3B42C-4C5E-4CB4-B50C-24B2F81000E1}"/>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b6572fc-fa2b-4547-9ddf-896420785c3e" xsi:nil="true"/>
    <_Flow_SignoffStatus xmlns="1263c341-9713-4178-8275-9acf484fd0e5" xsi:nil="true"/>
    <lcf76f155ced4ddcb4097134ff3c332f xmlns="1263c341-9713-4178-8275-9acf484fd0e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A5016CD21C50F4FA2E6D6D6A3B87310" ma:contentTypeVersion="20" ma:contentTypeDescription="Een nieuw document maken." ma:contentTypeScope="" ma:versionID="7bfd37b2d57a4243013b283cf1475283">
  <xsd:schema xmlns:xsd="http://www.w3.org/2001/XMLSchema" xmlns:xs="http://www.w3.org/2001/XMLSchema" xmlns:p="http://schemas.microsoft.com/office/2006/metadata/properties" xmlns:ns2="c943f701-3070-4014-93cc-e1a70bea7440" xmlns:ns3="1263c341-9713-4178-8275-9acf484fd0e5" xmlns:ns4="9b6572fc-fa2b-4547-9ddf-896420785c3e" targetNamespace="http://schemas.microsoft.com/office/2006/metadata/properties" ma:root="true" ma:fieldsID="0eea935bc52ce7f49403aa1a59bfbae3" ns2:_="" ns3:_="" ns4:_="">
    <xsd:import namespace="c943f701-3070-4014-93cc-e1a70bea7440"/>
    <xsd:import namespace="1263c341-9713-4178-8275-9acf484fd0e5"/>
    <xsd:import namespace="9b6572fc-fa2b-4547-9ddf-896420785c3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AutoKeyPoints" minOccurs="0"/>
                <xsd:element ref="ns3:MediaServiceKeyPoints" minOccurs="0"/>
                <xsd:element ref="ns3:MediaServiceLocation" minOccurs="0"/>
                <xsd:element ref="ns3:lcf76f155ced4ddcb4097134ff3c332f" minOccurs="0"/>
                <xsd:element ref="ns4:TaxCatchAll" minOccurs="0"/>
                <xsd:element ref="ns3:_Flow_SignoffStatus"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43f701-3070-4014-93cc-e1a70bea7440"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63c341-9713-4178-8275-9acf484fd0e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Afbeeldingtags" ma:readOnly="false" ma:fieldId="{5cf76f15-5ced-4ddc-b409-7134ff3c332f}" ma:taxonomyMulti="true" ma:sspId="1ed76d20-58a8-4b1f-9877-7679a2579ca8" ma:termSetId="09814cd3-568e-fe90-9814-8d621ff8fb84" ma:anchorId="fba54fb3-c3e1-fe81-a776-ca4b69148c4d" ma:open="true" ma:isKeyword="false">
      <xsd:complexType>
        <xsd:sequence>
          <xsd:element ref="pc:Terms" minOccurs="0" maxOccurs="1"/>
        </xsd:sequence>
      </xsd:complexType>
    </xsd:element>
    <xsd:element name="_Flow_SignoffStatus" ma:index="24" nillable="true" ma:displayName="Afmeldingsstatus" ma:internalName="Afmeldingsstatus">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b6572fc-fa2b-4547-9ddf-896420785c3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2a0826c7-b843-4584-8746-1a60857b3873}" ma:internalName="TaxCatchAll" ma:showField="CatchAllData" ma:web="c943f701-3070-4014-93cc-e1a70bea74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4096348-261B-4513-BDE9-C20BA50A13DC}">
  <ds:schemaRefs>
    <ds:schemaRef ds:uri="http://schemas.microsoft.com/office/2006/documentManagement/types"/>
    <ds:schemaRef ds:uri="http://purl.org/dc/dcmitype/"/>
    <ds:schemaRef ds:uri="http://purl.org/dc/elements/1.1/"/>
    <ds:schemaRef ds:uri="http://schemas.microsoft.com/office/infopath/2007/PartnerControls"/>
    <ds:schemaRef ds:uri="http://schemas.microsoft.com/office/2006/metadata/properties"/>
    <ds:schemaRef ds:uri="http://www.w3.org/XML/1998/namespace"/>
    <ds:schemaRef ds:uri="9b6572fc-fa2b-4547-9ddf-896420785c3e"/>
    <ds:schemaRef ds:uri="http://schemas.openxmlformats.org/package/2006/metadata/core-properties"/>
    <ds:schemaRef ds:uri="1263c341-9713-4178-8275-9acf484fd0e5"/>
    <ds:schemaRef ds:uri="c943f701-3070-4014-93cc-e1a70bea7440"/>
    <ds:schemaRef ds:uri="http://purl.org/dc/terms/"/>
  </ds:schemaRefs>
</ds:datastoreItem>
</file>

<file path=customXml/itemProps2.xml><?xml version="1.0" encoding="utf-8"?>
<ds:datastoreItem xmlns:ds="http://schemas.openxmlformats.org/officeDocument/2006/customXml" ds:itemID="{39285921-59C7-4FE5-82B7-D90F0B7E22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43f701-3070-4014-93cc-e1a70bea7440"/>
    <ds:schemaRef ds:uri="1263c341-9713-4178-8275-9acf484fd0e5"/>
    <ds:schemaRef ds:uri="9b6572fc-fa2b-4547-9ddf-896420785c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13219B-A312-4437-8F70-F7A9CE6F0D4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427</TotalTime>
  <Words>998</Words>
  <Application>Microsoft Office PowerPoint</Application>
  <PresentationFormat>A4 (210 x 297 mm)</PresentationFormat>
  <Paragraphs>63</Paragraphs>
  <Slides>7</Slides>
  <Notes>2</Notes>
  <HiddenSlides>1</HiddenSlides>
  <MMClips>0</MMClips>
  <ScaleCrop>false</ScaleCrop>
  <HeadingPairs>
    <vt:vector size="6" baseType="variant">
      <vt:variant>
        <vt:lpstr>Gebruikte lettertypen</vt:lpstr>
      </vt:variant>
      <vt:variant>
        <vt:i4>6</vt:i4>
      </vt:variant>
      <vt:variant>
        <vt:lpstr>Thema</vt:lpstr>
      </vt:variant>
      <vt:variant>
        <vt:i4>2</vt:i4>
      </vt:variant>
      <vt:variant>
        <vt:lpstr>Diatitels</vt:lpstr>
      </vt:variant>
      <vt:variant>
        <vt:i4>7</vt:i4>
      </vt:variant>
    </vt:vector>
  </HeadingPairs>
  <TitlesOfParts>
    <vt:vector size="15" baseType="lpstr">
      <vt:lpstr>Aptos</vt:lpstr>
      <vt:lpstr>Arial</vt:lpstr>
      <vt:lpstr>Karla</vt:lpstr>
      <vt:lpstr>Muli</vt:lpstr>
      <vt:lpstr>Muli ExtraBold</vt:lpstr>
      <vt:lpstr>Muli-ExtraBold</vt:lpstr>
      <vt:lpstr>Bollen blanco</vt:lpstr>
      <vt:lpstr>1_Bollen blanco</vt:lpstr>
      <vt:lpstr>Autisme – Luisteren met regels</vt:lpstr>
      <vt:lpstr>Het verhaal  voor de verteller</vt:lpstr>
      <vt:lpstr>Het verhaal</vt:lpstr>
      <vt:lpstr>Instructies - Luisteraar 1 </vt:lpstr>
      <vt:lpstr>Instructies - Luisteraar 2 </vt:lpstr>
      <vt:lpstr>Instructies - Luisteraar 3 </vt:lpstr>
      <vt:lpstr>Vragen voor de verteller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 blind Lego building</dc:title>
  <dc:creator>Hootsmans, Eva</dc:creator>
  <cp:lastModifiedBy>Moreno Hidalgo, Ana Julia</cp:lastModifiedBy>
  <cp:revision>26</cp:revision>
  <cp:lastPrinted>2025-01-21T15:02:22Z</cp:lastPrinted>
  <dcterms:created xsi:type="dcterms:W3CDTF">2024-05-29T09:18:25Z</dcterms:created>
  <dcterms:modified xsi:type="dcterms:W3CDTF">2026-06-09T12:01:15Z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0x0101006A5016CD21C50F4FA2E6D6D6A3B87310</vt:lpwstr>
  </property>
  <property fmtid="{D5CDD505-2E9C-101B-9397-08002B2CF9AE}" pid="3" name="MediaServiceImageTags">
    <vt:lpwstr/>
  </property>
</Properties>
</file>