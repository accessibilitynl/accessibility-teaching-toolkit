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1114" r:id="rId5"/>
  </p:sldIdLst>
  <p:sldSz cx="9906000" cy="6858000" type="A4"/>
  <p:notesSz cx="6858000" cy="9926638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5242019-0CEB-D4EE-3E3D-019A696B4642}" name="Hootsmans, Eva" initials="EH" userId="S::ehootsmans@accessibility.nl::847a4d53-5687-4b02-9bc3-f49c1cfbb88e" providerId="AD"/>
  <p188:author id="{B0CB14E8-7E47-8667-885D-37F2BC144289}" name="Sewalt, Kilian" initials="KS" userId="S::ksewalt@accessibility.nl::5e92bfb6-041f-4a64-b479-5b6d03868df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0D"/>
    <a:srgbClr val="131B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reno Hidalgo, Ana Julia" userId="86045df5-2826-4e0a-a611-ac63bd869f36" providerId="ADAL" clId="{8A9577EC-938E-40A6-8C5F-F44CA8D3340E}"/>
    <pc:docChg chg="delSld modSld">
      <pc:chgData name="Moreno Hidalgo, Ana Julia" userId="86045df5-2826-4e0a-a611-ac63bd869f36" providerId="ADAL" clId="{8A9577EC-938E-40A6-8C5F-F44CA8D3340E}" dt="2026-06-09T12:15:09.325" v="71" actId="13244"/>
      <pc:docMkLst>
        <pc:docMk/>
      </pc:docMkLst>
      <pc:sldChg chg="modSp mod">
        <pc:chgData name="Moreno Hidalgo, Ana Julia" userId="86045df5-2826-4e0a-a611-ac63bd869f36" providerId="ADAL" clId="{8A9577EC-938E-40A6-8C5F-F44CA8D3340E}" dt="2026-06-09T12:15:09.325" v="71" actId="13244"/>
        <pc:sldMkLst>
          <pc:docMk/>
          <pc:sldMk cId="2623175929" sldId="1114"/>
        </pc:sldMkLst>
        <pc:spChg chg="mod ord">
          <ac:chgData name="Moreno Hidalgo, Ana Julia" userId="86045df5-2826-4e0a-a611-ac63bd869f36" providerId="ADAL" clId="{8A9577EC-938E-40A6-8C5F-F44CA8D3340E}" dt="2026-06-09T12:15:04.764" v="70" actId="13244"/>
          <ac:spMkLst>
            <pc:docMk/>
            <pc:sldMk cId="2623175929" sldId="1114"/>
            <ac:spMk id="3" creationId="{DC0A31B3-DF9A-E81A-1C09-CB2D40ECECFB}"/>
          </ac:spMkLst>
        </pc:spChg>
        <pc:spChg chg="ord">
          <ac:chgData name="Moreno Hidalgo, Ana Julia" userId="86045df5-2826-4e0a-a611-ac63bd869f36" providerId="ADAL" clId="{8A9577EC-938E-40A6-8C5F-F44CA8D3340E}" dt="2026-06-09T12:15:09.325" v="71" actId="13244"/>
          <ac:spMkLst>
            <pc:docMk/>
            <pc:sldMk cId="2623175929" sldId="1114"/>
            <ac:spMk id="4" creationId="{0188F77F-4765-FCC8-F5DD-B362B75D07B3}"/>
          </ac:spMkLst>
        </pc:spChg>
        <pc:picChg chg="mod">
          <ac:chgData name="Moreno Hidalgo, Ana Julia" userId="86045df5-2826-4e0a-a611-ac63bd869f36" providerId="ADAL" clId="{8A9577EC-938E-40A6-8C5F-F44CA8D3340E}" dt="2026-06-09T12:14:51.157" v="69" actId="962"/>
          <ac:picMkLst>
            <pc:docMk/>
            <pc:sldMk cId="2623175929" sldId="1114"/>
            <ac:picMk id="2" creationId="{50148CF5-57AA-DC33-ABA7-20F648565B97}"/>
          </ac:picMkLst>
        </pc:picChg>
      </pc:sldChg>
      <pc:sldChg chg="del">
        <pc:chgData name="Moreno Hidalgo, Ana Julia" userId="86045df5-2826-4e0a-a611-ac63bd869f36" providerId="ADAL" clId="{8A9577EC-938E-40A6-8C5F-F44CA8D3340E}" dt="2026-06-09T12:14:25.368" v="1" actId="47"/>
        <pc:sldMkLst>
          <pc:docMk/>
          <pc:sldMk cId="3706592973" sldId="11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D426C-FDBA-48C6-A973-7301054D3489}" type="datetimeFigureOut">
              <a:rPr lang="nl-NL" smtClean="0"/>
              <a:t>9-6-2026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009650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6DF75-F4C6-4E88-87AA-0DCA37312A9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6950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Oefening 1 - voorkant</a:t>
            </a:r>
          </a:p>
        </p:txBody>
      </p:sp>
    </p:spTree>
    <p:extLst>
      <p:ext uri="{BB962C8B-B14F-4D97-AF65-F5344CB8AC3E}">
        <p14:creationId xmlns:p14="http://schemas.microsoft.com/office/powerpoint/2010/main" val="3545240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6A8F47-3D81-CB14-152C-5EE0DB637E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674" y="757012"/>
            <a:ext cx="5269639" cy="671194"/>
          </a:xfrm>
          <a:prstGeom prst="rect">
            <a:avLst/>
          </a:prstGeom>
        </p:spPr>
        <p:txBody>
          <a:bodyPr/>
          <a:lstStyle>
            <a:lvl1pPr>
              <a:defRPr sz="3250" b="1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r>
              <a:rPr lang="nl-NL"/>
              <a:t>Titel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9AA42F94-D699-E9D9-B231-76E8C97498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3674" y="1628457"/>
            <a:ext cx="8107807" cy="4472531"/>
          </a:xfrm>
          <a:prstGeom prst="rect">
            <a:avLst/>
          </a:prstGeom>
        </p:spPr>
        <p:txBody>
          <a:bodyPr/>
          <a:lstStyle>
            <a:lvl1pPr>
              <a:defRPr sz="2438" b="0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pPr lvl="0"/>
            <a:r>
              <a:rPr lang="nl-NL"/>
              <a:t>Bodytekst paginabreed, doorlopende alineatekst</a:t>
            </a:r>
          </a:p>
        </p:txBody>
      </p:sp>
    </p:spTree>
    <p:extLst>
      <p:ext uri="{BB962C8B-B14F-4D97-AF65-F5344CB8AC3E}">
        <p14:creationId xmlns:p14="http://schemas.microsoft.com/office/powerpoint/2010/main" val="2375167331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52E0EC-300F-065C-4C73-030DAB5B4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674" y="757012"/>
            <a:ext cx="5269639" cy="671194"/>
          </a:xfrm>
          <a:prstGeom prst="rect">
            <a:avLst/>
          </a:prstGeom>
        </p:spPr>
        <p:txBody>
          <a:bodyPr/>
          <a:lstStyle>
            <a:lvl1pPr>
              <a:defRPr sz="3250" b="1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r>
              <a:rPr lang="nl-NL"/>
              <a:t>Titel</a:t>
            </a:r>
          </a:p>
        </p:txBody>
      </p:sp>
      <p:sp>
        <p:nvSpPr>
          <p:cNvPr id="5" name="Tijdelijke aanduiding voor tekst 5">
            <a:extLst>
              <a:ext uri="{FF2B5EF4-FFF2-40B4-BE49-F238E27FC236}">
                <a16:creationId xmlns:a16="http://schemas.microsoft.com/office/drawing/2014/main" id="{FFAEF388-BCE9-53AE-F469-99524096FF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3674" y="1628457"/>
            <a:ext cx="3979261" cy="4472531"/>
          </a:xfrm>
          <a:prstGeom prst="rect">
            <a:avLst/>
          </a:prstGeom>
        </p:spPr>
        <p:txBody>
          <a:bodyPr/>
          <a:lstStyle>
            <a:lvl1pPr marL="371475" indent="-371475">
              <a:buFontTx/>
              <a:buBlip>
                <a:blip r:embed="rId2"/>
              </a:buBlip>
              <a:defRPr sz="2438" b="0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pPr lvl="0"/>
            <a:r>
              <a:rPr lang="nl-NL"/>
              <a:t>Punt 1</a:t>
            </a:r>
          </a:p>
          <a:p>
            <a:pPr lvl="0"/>
            <a:r>
              <a:rPr lang="nl-NL"/>
              <a:t>Punt 2</a:t>
            </a:r>
          </a:p>
          <a:p>
            <a:pPr lvl="0"/>
            <a:r>
              <a:rPr lang="nl-NL"/>
              <a:t>Punt 3</a:t>
            </a:r>
          </a:p>
          <a:p>
            <a:pPr lvl="0"/>
            <a:r>
              <a:rPr lang="nl-NL"/>
              <a:t>Etc.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DFBCE0AD-D11B-92D1-DFB2-DFDDE00ED8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2470" y="1628457"/>
            <a:ext cx="3979261" cy="4472531"/>
          </a:xfrm>
          <a:prstGeom prst="rect">
            <a:avLst/>
          </a:prstGeom>
        </p:spPr>
        <p:txBody>
          <a:bodyPr/>
          <a:lstStyle>
            <a:lvl1pPr>
              <a:defRPr sz="2438" b="0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pPr lvl="0"/>
            <a:r>
              <a:rPr lang="nl-NL"/>
              <a:t>Bodytekst, doorlopende alineatekst, twee losse kolommen</a:t>
            </a:r>
          </a:p>
        </p:txBody>
      </p:sp>
    </p:spTree>
    <p:extLst>
      <p:ext uri="{BB962C8B-B14F-4D97-AF65-F5344CB8AC3E}">
        <p14:creationId xmlns:p14="http://schemas.microsoft.com/office/powerpoint/2010/main" val="159946533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kst en klein beeld">
  <p:cSld name="Tekst en klein beeld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 txBox="1">
            <a:spLocks noGrp="1"/>
          </p:cNvSpPr>
          <p:nvPr>
            <p:ph type="title"/>
          </p:nvPr>
        </p:nvSpPr>
        <p:spPr>
          <a:xfrm>
            <a:off x="812602" y="698954"/>
            <a:ext cx="4078486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nl-NL"/>
              <a:t>Klik om stijl te bewerken</a:t>
            </a:r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8712421" y="6461968"/>
            <a:ext cx="182341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‹nr.›</a:t>
            </a:fld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body" idx="1"/>
          </p:nvPr>
        </p:nvSpPr>
        <p:spPr>
          <a:xfrm>
            <a:off x="812602" y="1484313"/>
            <a:ext cx="4078486" cy="4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71475" lvl="0" indent="-18573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/>
            </a:lvl1pPr>
            <a:lvl2pPr marL="742950" lvl="1" indent="-28247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75"/>
              <a:buFont typeface="Arial"/>
              <a:buChar char="•"/>
              <a:defRPr sz="2031"/>
            </a:lvl2pPr>
            <a:lvl3pPr marL="1114425" lvl="2" indent="-27860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485900" lvl="3" indent="-27860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1857375" lvl="4" indent="-27860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228850" lvl="5" indent="-27860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600325" lvl="6" indent="-27860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971800" lvl="7" indent="-27860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343275" lvl="8" indent="-27860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4" name="Google Shape;54;p6"/>
          <p:cNvSpPr>
            <a:spLocks noGrp="1"/>
          </p:cNvSpPr>
          <p:nvPr>
            <p:ph type="pic" idx="2"/>
          </p:nvPr>
        </p:nvSpPr>
        <p:spPr>
          <a:xfrm>
            <a:off x="5871703" y="1484314"/>
            <a:ext cx="3221697" cy="23207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936000" rIns="0" bIns="0" anchor="ctr" anchorCtr="1">
            <a:noAutofit/>
          </a:bodyPr>
          <a:lstStyle>
            <a:lvl1pPr marR="0" lvl="0" algn="ctr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None/>
              <a:defRPr sz="975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75"/>
              <a:buFont typeface="Arial"/>
              <a:buChar char="•"/>
              <a:defRPr sz="1706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•"/>
              <a:defRPr sz="1706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•"/>
              <a:defRPr sz="1706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•"/>
              <a:defRPr sz="1706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nl-NL"/>
              <a:t>Klik op het pictogram als u een afbeelding wilt toevoegen</a:t>
            </a:r>
            <a:endParaRPr/>
          </a:p>
        </p:txBody>
      </p:sp>
      <p:grpSp>
        <p:nvGrpSpPr>
          <p:cNvPr id="55" name="Google Shape;55;p6"/>
          <p:cNvGrpSpPr/>
          <p:nvPr/>
        </p:nvGrpSpPr>
        <p:grpSpPr>
          <a:xfrm>
            <a:off x="-1284684" y="1484315"/>
            <a:ext cx="1211163" cy="2721685"/>
            <a:chOff x="-1581150" y="1825625"/>
            <a:chExt cx="1490662" cy="2721685"/>
          </a:xfrm>
        </p:grpSpPr>
        <p:sp>
          <p:nvSpPr>
            <p:cNvPr id="56" name="Google Shape;56;p6"/>
            <p:cNvSpPr/>
            <p:nvPr/>
          </p:nvSpPr>
          <p:spPr>
            <a:xfrm>
              <a:off x="-1581150" y="1825625"/>
              <a:ext cx="1490662" cy="4987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Karla"/>
                <a:buNone/>
              </a:pPr>
              <a:r>
                <a:rPr lang="nl-NL" sz="853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Het eerste tekstniveau heeft geen bullet en springt niet in. </a:t>
              </a:r>
              <a:endParaRPr sz="1463"/>
            </a:p>
          </p:txBody>
        </p:sp>
        <p:pic>
          <p:nvPicPr>
            <p:cNvPr id="57" name="Google Shape;57;p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1581150" y="2383997"/>
              <a:ext cx="1171575" cy="580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20000"/>
                </a:srgbClr>
              </a:outerShdw>
            </a:effectLst>
          </p:spPr>
        </p:pic>
        <p:grpSp>
          <p:nvGrpSpPr>
            <p:cNvPr id="58" name="Google Shape;58;p6"/>
            <p:cNvGrpSpPr/>
            <p:nvPr/>
          </p:nvGrpSpPr>
          <p:grpSpPr>
            <a:xfrm>
              <a:off x="-1581150" y="3751973"/>
              <a:ext cx="1245474" cy="795337"/>
              <a:chOff x="-1603261" y="3756031"/>
              <a:chExt cx="1245474" cy="795337"/>
            </a:xfrm>
          </p:grpSpPr>
          <p:pic>
            <p:nvPicPr>
              <p:cNvPr id="59" name="Google Shape;59;p6"/>
              <p:cNvPicPr preferRelativeResize="0"/>
              <p:nvPr/>
            </p:nvPicPr>
            <p:blipFill rotWithShape="1">
              <a:blip r:embed="rId3">
                <a:alphaModFix/>
              </a:blip>
              <a:srcRect b="6146"/>
              <a:stretch/>
            </p:blipFill>
            <p:spPr>
              <a:xfrm>
                <a:off x="-1603261" y="3935363"/>
                <a:ext cx="1007844" cy="616005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20000"/>
                  </a:srgbClr>
                </a:outerShdw>
              </a:effectLst>
            </p:spPr>
          </p:pic>
          <p:sp>
            <p:nvSpPr>
              <p:cNvPr id="60" name="Google Shape;60;p6"/>
              <p:cNvSpPr txBox="1"/>
              <p:nvPr/>
            </p:nvSpPr>
            <p:spPr>
              <a:xfrm>
                <a:off x="-1266854" y="4415637"/>
                <a:ext cx="291748" cy="123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nl-NL" sz="650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Alinea</a:t>
                </a:r>
                <a:endParaRPr sz="1463"/>
              </a:p>
            </p:txBody>
          </p:sp>
          <p:pic>
            <p:nvPicPr>
              <p:cNvPr id="61" name="Google Shape;61;p6" descr="Vergrootglas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-1148362" y="3756031"/>
                <a:ext cx="790575" cy="7905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2" name="Google Shape;62;p6"/>
            <p:cNvSpPr/>
            <p:nvPr/>
          </p:nvSpPr>
          <p:spPr>
            <a:xfrm>
              <a:off x="-1581150" y="3023938"/>
              <a:ext cx="1490662" cy="6684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Karla"/>
                <a:buNone/>
              </a:pPr>
              <a:r>
                <a:rPr lang="nl-NL" sz="853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Om een bullet lijst te starten, klik op ‘</a:t>
              </a:r>
              <a:r>
                <a:rPr lang="nl-NL" sz="853">
                  <a:solidFill>
                    <a:schemeClr val="accent3"/>
                  </a:solidFill>
                  <a:latin typeface="Arial"/>
                  <a:ea typeface="Arial"/>
                  <a:cs typeface="Arial"/>
                  <a:sym typeface="Arial"/>
                </a:rPr>
                <a:t>Lijstniveau verhogen</a:t>
              </a:r>
              <a:r>
                <a:rPr lang="nl-NL" sz="853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’ op tabblad Start</a:t>
              </a:r>
              <a:endParaRPr sz="1463"/>
            </a:p>
          </p:txBody>
        </p:sp>
      </p:grpSp>
    </p:spTree>
    <p:extLst>
      <p:ext uri="{BB962C8B-B14F-4D97-AF65-F5344CB8AC3E}">
        <p14:creationId xmlns:p14="http://schemas.microsoft.com/office/powerpoint/2010/main" val="1877146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Tussenpagin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239D59E7-5F05-4E02-BF60-B87052A1126D}"/>
              </a:ext>
            </a:extLst>
          </p:cNvPr>
          <p:cNvSpPr>
            <a:spLocks/>
          </p:cNvSpPr>
          <p:nvPr userDrawn="1"/>
        </p:nvSpPr>
        <p:spPr bwMode="auto">
          <a:xfrm>
            <a:off x="7890464" y="2131590"/>
            <a:ext cx="2015536" cy="4726411"/>
          </a:xfrm>
          <a:custGeom>
            <a:avLst/>
            <a:gdLst>
              <a:gd name="connsiteX0" fmla="*/ 1857716 w 2480660"/>
              <a:gd name="connsiteY0" fmla="*/ 0 h 4726411"/>
              <a:gd name="connsiteX1" fmla="*/ 2480660 w 2480660"/>
              <a:gd name="connsiteY1" fmla="*/ 192663 h 4726411"/>
              <a:gd name="connsiteX2" fmla="*/ 2480660 w 2480660"/>
              <a:gd name="connsiteY2" fmla="*/ 4726411 h 4726411"/>
              <a:gd name="connsiteX3" fmla="*/ 0 w 2480660"/>
              <a:gd name="connsiteY3" fmla="*/ 4726411 h 4726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0660" h="4726411">
                <a:moveTo>
                  <a:pt x="1857716" y="0"/>
                </a:moveTo>
                <a:lnTo>
                  <a:pt x="2480660" y="192663"/>
                </a:lnTo>
                <a:lnTo>
                  <a:pt x="2480660" y="4726411"/>
                </a:lnTo>
                <a:lnTo>
                  <a:pt x="0" y="47264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74295" tIns="37148" rIns="74295" bIns="37148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sz="1463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5A34DB6-2A36-4E2B-816F-26B158667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B898-51E3-47C9-86FC-BCC74C80B2D5}" type="slidenum">
              <a:rPr lang="nl-NL" smtClean="0"/>
              <a:t>‹nr.›</a:t>
            </a:fld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47AA52C-6497-49BB-B88F-8B0009B99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602" y="2425359"/>
            <a:ext cx="7312500" cy="609398"/>
          </a:xfrm>
        </p:spPr>
        <p:txBody>
          <a:bodyPr anchor="b"/>
          <a:lstStyle>
            <a:lvl1pPr>
              <a:defRPr sz="3575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nl-NL"/>
              <a:t>Titel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BEEBC94-7660-41F3-937A-FFE130FD1B4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2602" y="3112857"/>
            <a:ext cx="7312500" cy="447495"/>
          </a:xfrm>
        </p:spPr>
        <p:txBody>
          <a:bodyPr wrap="square">
            <a:noAutofit/>
          </a:bodyPr>
          <a:lstStyle>
            <a:lvl1pPr marL="0" indent="0">
              <a:buNone/>
              <a:defRPr sz="1950">
                <a:solidFill>
                  <a:schemeClr val="bg1"/>
                </a:solidFill>
                <a:latin typeface="+mn-lt"/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Subtitel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14BFC5AE-BBA7-4022-891E-FDA842B624E7}"/>
              </a:ext>
            </a:extLst>
          </p:cNvPr>
          <p:cNvGrpSpPr/>
          <p:nvPr userDrawn="1"/>
        </p:nvGrpSpPr>
        <p:grpSpPr>
          <a:xfrm>
            <a:off x="0" y="6089650"/>
            <a:ext cx="9906000" cy="768350"/>
            <a:chOff x="0" y="6089650"/>
            <a:chExt cx="12192000" cy="768350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B7D37B5-6E1B-49C7-8BEA-57F0A72604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6332537"/>
              <a:ext cx="4279900" cy="525463"/>
            </a:xfrm>
            <a:custGeom>
              <a:avLst/>
              <a:gdLst>
                <a:gd name="T0" fmla="*/ 2696 w 2696"/>
                <a:gd name="T1" fmla="*/ 331 h 331"/>
                <a:gd name="T2" fmla="*/ 2348 w 2696"/>
                <a:gd name="T3" fmla="*/ 49 h 331"/>
                <a:gd name="T4" fmla="*/ 0 w 2696"/>
                <a:gd name="T5" fmla="*/ 0 h 331"/>
                <a:gd name="T6" fmla="*/ 0 w 2696"/>
                <a:gd name="T7" fmla="*/ 331 h 331"/>
                <a:gd name="T8" fmla="*/ 2696 w 2696"/>
                <a:gd name="T9" fmla="*/ 331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96" h="331">
                  <a:moveTo>
                    <a:pt x="2696" y="331"/>
                  </a:moveTo>
                  <a:lnTo>
                    <a:pt x="2348" y="49"/>
                  </a:lnTo>
                  <a:lnTo>
                    <a:pt x="0" y="0"/>
                  </a:lnTo>
                  <a:lnTo>
                    <a:pt x="0" y="331"/>
                  </a:lnTo>
                  <a:lnTo>
                    <a:pt x="2696" y="33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sz="1463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E744938-16E8-4DA1-8399-0EFD27BE92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6089650"/>
              <a:ext cx="12192000" cy="768350"/>
            </a:xfrm>
            <a:custGeom>
              <a:avLst/>
              <a:gdLst>
                <a:gd name="T0" fmla="*/ 7680 w 7680"/>
                <a:gd name="T1" fmla="*/ 484 h 484"/>
                <a:gd name="T2" fmla="*/ 7680 w 7680"/>
                <a:gd name="T3" fmla="*/ 0 h 484"/>
                <a:gd name="T4" fmla="*/ 0 w 7680"/>
                <a:gd name="T5" fmla="*/ 290 h 484"/>
                <a:gd name="T6" fmla="*/ 0 w 7680"/>
                <a:gd name="T7" fmla="*/ 484 h 484"/>
                <a:gd name="T8" fmla="*/ 7680 w 7680"/>
                <a:gd name="T9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0" h="484">
                  <a:moveTo>
                    <a:pt x="7680" y="484"/>
                  </a:moveTo>
                  <a:lnTo>
                    <a:pt x="7680" y="0"/>
                  </a:lnTo>
                  <a:lnTo>
                    <a:pt x="0" y="290"/>
                  </a:lnTo>
                  <a:lnTo>
                    <a:pt x="0" y="484"/>
                  </a:lnTo>
                  <a:lnTo>
                    <a:pt x="7680" y="48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sz="1463"/>
            </a:p>
          </p:txBody>
        </p:sp>
      </p:grp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BE0DC7DB-3FF4-4A02-9E29-EC575532B7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01139" y="5872681"/>
            <a:ext cx="558628" cy="69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82E2F3DC-560B-1513-87D5-2B76F5AD622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192169" y="6134100"/>
            <a:ext cx="2713831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398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ransition spd="med"/>
  <p:hf sldNum="0"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9pPr>
    </p:titleStyle>
    <p:bodyStyle>
      <a:lvl1pPr marL="0" marR="0" indent="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1pPr>
      <a:lvl2pPr marL="341376" marR="0" indent="-341376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75000"/>
        <a:buFontTx/>
        <a:buBlip>
          <a:blip r:embed="rId7"/>
        </a:buBlip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2pPr>
      <a:lvl3pPr marL="778328" marR="0" indent="-435428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Blip>
          <a:blip r:embed="rId7"/>
        </a:buBlip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3pPr>
      <a:lvl4pPr marL="1130298" marR="0" indent="-406398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Blip>
          <a:blip r:embed="rId7"/>
        </a:buBlip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4pPr>
      <a:lvl5pPr marL="1485898" marR="0" indent="-406398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Blip>
          <a:blip r:embed="rId7"/>
        </a:buBlip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5pPr>
      <a:lvl6pPr marL="2590800" marR="0" indent="-30480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6pPr>
      <a:lvl7pPr marL="3048000" marR="0" indent="-30480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7pPr>
      <a:lvl8pPr marL="3505200" marR="0" indent="-30480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8pPr>
      <a:lvl9pPr marL="3962400" marR="0" indent="-30480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9pPr>
    </p:bodyStyle>
    <p:otherStyle>
      <a:lvl1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1pPr>
      <a:lvl2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2pPr>
      <a:lvl3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3pPr>
      <a:lvl4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4pPr>
      <a:lvl5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5pPr>
      <a:lvl6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6pPr>
      <a:lvl7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7pPr>
      <a:lvl8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8pPr>
      <a:lvl9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4">
            <a:extLst>
              <a:ext uri="{FF2B5EF4-FFF2-40B4-BE49-F238E27FC236}">
                <a16:creationId xmlns:a16="http://schemas.microsoft.com/office/drawing/2014/main" id="{DC0A31B3-DF9A-E81A-1C09-CB2D40ECECF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53674" y="757012"/>
            <a:ext cx="7069870" cy="67119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50" b="1" i="0" u="none" strike="noStrike" cap="none" spc="0" baseline="0">
                <a:solidFill>
                  <a:schemeClr val="tx1"/>
                </a:solidFill>
                <a:uFillTx/>
                <a:latin typeface="Muli" pitchFamily="2" charset="77"/>
                <a:ea typeface="Muli ExtraBold"/>
                <a:cs typeface="Muli ExtraBold"/>
                <a:sym typeface="Muli ExtraBold"/>
              </a:defRPr>
            </a:lvl1pPr>
            <a:lvl2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2pPr>
            <a:lvl3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3pPr>
            <a:lvl4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4pPr>
            <a:lvl5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5pPr>
            <a:lvl6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6pPr>
            <a:lvl7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7pPr>
            <a:lvl8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8pPr>
            <a:lvl9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9pPr>
          </a:lstStyle>
          <a:p>
            <a:pPr marL="0" marR="0" lvl="0" indent="0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" pitchFamily="2" charset="77"/>
                <a:ea typeface="Muli ExtraBold"/>
                <a:cs typeface="Muli ExtraBold"/>
                <a:sym typeface="Muli ExtraBold"/>
              </a:rPr>
              <a:t>Kleurenblind met Lego bouwen</a:t>
            </a:r>
            <a:endParaRPr kumimoji="0" lang="nl-NL" sz="4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uli" pitchFamily="2" charset="77"/>
              <a:ea typeface="Muli ExtraBold"/>
              <a:cs typeface="Muli ExtraBold"/>
              <a:sym typeface="Muli ExtraBold"/>
            </a:endParaRPr>
          </a:p>
        </p:txBody>
      </p:sp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0188F77F-4765-FCC8-F5DD-B362B75D07B3}"/>
              </a:ext>
            </a:extLst>
          </p:cNvPr>
          <p:cNvSpPr txBox="1">
            <a:spLocks/>
          </p:cNvSpPr>
          <p:nvPr/>
        </p:nvSpPr>
        <p:spPr>
          <a:xfrm>
            <a:off x="626453" y="1473848"/>
            <a:ext cx="8113510" cy="912738"/>
          </a:xfrm>
          <a:prstGeom prst="rect">
            <a:avLst/>
          </a:prstGeom>
        </p:spPr>
        <p:txBody>
          <a:bodyPr/>
          <a:lstStyle>
            <a:lvl1pPr marL="371475" marR="0" indent="-371475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 sz="2438" b="0" i="0" u="none" strike="noStrike" cap="none" spc="0" baseline="0">
                <a:solidFill>
                  <a:schemeClr val="tx1"/>
                </a:solidFill>
                <a:uFillTx/>
                <a:latin typeface="Muli" pitchFamily="2" charset="77"/>
                <a:ea typeface="Muli ExtraBold"/>
                <a:cs typeface="Muli ExtraBold"/>
                <a:sym typeface="Muli ExtraBold"/>
              </a:defRPr>
            </a:lvl1pPr>
            <a:lvl2pPr marL="277368" marR="0" indent="-277368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Blip>
                <a:blip r:embed="rId4"/>
              </a:buBlip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2pPr>
            <a:lvl3pPr marL="632392" marR="0" indent="-353785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Blip>
                <a:blip r:embed="rId4"/>
              </a:buBlip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3pPr>
            <a:lvl4pPr marL="918367" marR="0" indent="-330198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Blip>
                <a:blip r:embed="rId4"/>
              </a:buBlip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4pPr>
            <a:lvl5pPr marL="1207292" marR="0" indent="-330198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Blip>
                <a:blip r:embed="rId4"/>
              </a:buBlip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5pPr>
            <a:lvl6pPr marL="2105025" marR="0" indent="-247650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6pPr>
            <a:lvl7pPr marL="2476500" marR="0" indent="-247650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7pPr>
            <a:lvl8pPr marL="2847975" marR="0" indent="-247650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8pPr>
            <a:lvl9pPr marL="3219450" marR="0" indent="-247650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nl-NL" sz="1800" kern="0" dirty="0"/>
              <a:t>Je gaat ervaren hoe moeilijk het is om kleuren van elkaar te onderscheiden als je kleurenblind bent.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9A7AFC6-3DB0-46B4-7F02-FC8B0B0974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3674" y="2467057"/>
            <a:ext cx="8292615" cy="3633931"/>
          </a:xfrm>
        </p:spPr>
        <p:txBody>
          <a:bodyPr lIns="91440" tIns="45720" rIns="91440" bIns="45720" anchor="t"/>
          <a:lstStyle/>
          <a:p>
            <a:pPr>
              <a:lnSpc>
                <a:spcPct val="150000"/>
              </a:lnSpc>
            </a:pPr>
            <a:r>
              <a:rPr lang="nl-NL" sz="1800" dirty="0">
                <a:latin typeface="Muli"/>
              </a:rPr>
              <a:t>Vorm duo’s. De een zet een blauwe bril op, de ander een rode.  </a:t>
            </a:r>
            <a:endParaRPr lang="nl-NL" sz="1800" dirty="0"/>
          </a:p>
          <a:p>
            <a:pPr>
              <a:lnSpc>
                <a:spcPct val="150000"/>
              </a:lnSpc>
            </a:pPr>
            <a:r>
              <a:rPr lang="nl-NL" sz="1800" dirty="0">
                <a:latin typeface="Muli"/>
              </a:rPr>
              <a:t>Bouw samen de voorgevel van een huis dat voldoet aan de volgende kenmerken:</a:t>
            </a:r>
          </a:p>
          <a:p>
            <a:pPr marL="1129665" lvl="3" indent="-3714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dirty="0"/>
              <a:t>Muur van bruine stenen</a:t>
            </a:r>
          </a:p>
          <a:p>
            <a:pPr marL="1129665" lvl="3" indent="-3714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dirty="0"/>
              <a:t>Groen puntdak</a:t>
            </a:r>
          </a:p>
          <a:p>
            <a:pPr marL="1129665" lvl="3" indent="-3714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dirty="0"/>
              <a:t>Blauwe deur </a:t>
            </a:r>
          </a:p>
          <a:p>
            <a:pPr marL="1129665" lvl="3" indent="-3714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dirty="0"/>
              <a:t>Klein groen raam beneden</a:t>
            </a:r>
          </a:p>
          <a:p>
            <a:pPr marL="1129665" lvl="3" indent="-3714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dirty="0"/>
              <a:t>Twee rode ramen boven</a:t>
            </a:r>
          </a:p>
          <a:p>
            <a:pPr marL="1129665" lvl="3" indent="-3714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dirty="0"/>
              <a:t>Blauwe schoorsteen</a:t>
            </a:r>
          </a:p>
          <a:p>
            <a:pPr marL="1129665" lvl="3" indent="-3714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dirty="0"/>
              <a:t>Naast het huis staat een boom met een bruine stam en groene naalden.</a:t>
            </a:r>
          </a:p>
          <a:p>
            <a:pPr>
              <a:lnSpc>
                <a:spcPct val="150000"/>
              </a:lnSpc>
            </a:pPr>
            <a:endParaRPr lang="nl-NL" sz="1800" dirty="0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D4F188EA-BAED-0073-4C62-744C5152CF72}"/>
              </a:ext>
            </a:extLst>
          </p:cNvPr>
          <p:cNvSpPr/>
          <p:nvPr/>
        </p:nvSpPr>
        <p:spPr>
          <a:xfrm>
            <a:off x="6066975" y="3818685"/>
            <a:ext cx="2339053" cy="930673"/>
          </a:xfrm>
          <a:prstGeom prst="rect">
            <a:avLst/>
          </a:prstGeom>
          <a:solidFill>
            <a:schemeClr val="accent5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8500" tIns="58500" rIns="58500" bIns="58500" numCol="1" spcCol="38100" rtlCol="0" anchor="ctr">
            <a:spAutoFit/>
          </a:bodyPr>
          <a:lstStyle/>
          <a:p>
            <a:pPr algn="ctr" defTabSz="742950" hangingPunct="0">
              <a:lnSpc>
                <a:spcPct val="110000"/>
              </a:lnSpc>
              <a:defRPr/>
            </a:pPr>
            <a:r>
              <a:rPr lang="nl-NL" sz="1600" b="1" dirty="0">
                <a:solidFill>
                  <a:srgbClr val="0D0D0D"/>
                </a:solidFill>
                <a:latin typeface="Muli"/>
                <a:sym typeface="Muli-ExtraBold"/>
              </a:rPr>
              <a:t>NB: </a:t>
            </a:r>
            <a:r>
              <a:rPr lang="nl-NL" sz="1600" dirty="0">
                <a:solidFill>
                  <a:srgbClr val="0D0D0D"/>
                </a:solidFill>
                <a:latin typeface="Muli"/>
                <a:sym typeface="Muli-ExtraBold"/>
              </a:rPr>
              <a:t>Bekijk de legoblokjes pas </a:t>
            </a:r>
            <a:r>
              <a:rPr lang="nl-NL" sz="1600" b="1" u="sng" dirty="0">
                <a:solidFill>
                  <a:srgbClr val="0D0D0D"/>
                </a:solidFill>
                <a:latin typeface="Muli"/>
                <a:sym typeface="Muli-ExtraBold"/>
              </a:rPr>
              <a:t>nadat</a:t>
            </a:r>
            <a:r>
              <a:rPr lang="nl-NL" sz="1600" dirty="0">
                <a:solidFill>
                  <a:srgbClr val="0D0D0D"/>
                </a:solidFill>
                <a:latin typeface="Muli"/>
                <a:sym typeface="Muli-ExtraBold"/>
              </a:rPr>
              <a:t> je een blauwe of rode bril op hebt gezet.</a:t>
            </a:r>
            <a:endParaRPr lang="en-US" sz="1600" dirty="0">
              <a:solidFill>
                <a:srgbClr val="0D0D0D"/>
              </a:solidFill>
              <a:latin typeface="Muli"/>
            </a:endParaRPr>
          </a:p>
        </p:txBody>
      </p:sp>
      <p:pic>
        <p:nvPicPr>
          <p:cNvPr id="2" name="Picture 1" descr="Logo Accessibility onderdeel van Bartiméus ">
            <a:extLst>
              <a:ext uri="{FF2B5EF4-FFF2-40B4-BE49-F238E27FC236}">
                <a16:creationId xmlns:a16="http://schemas.microsoft.com/office/drawing/2014/main" id="{50148CF5-57AA-DC33-ABA7-20F648565B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847" y="6354379"/>
            <a:ext cx="2113657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17592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Bollen blanco">
  <a:themeElements>
    <a:clrScheme name="Accessibility kleurenpalet 1">
      <a:dk1>
        <a:srgbClr val="131B56"/>
      </a:dk1>
      <a:lt1>
        <a:srgbClr val="2B50EC"/>
      </a:lt1>
      <a:dk2>
        <a:srgbClr val="131B56"/>
      </a:dk2>
      <a:lt2>
        <a:srgbClr val="FFFFFF"/>
      </a:lt2>
      <a:accent1>
        <a:srgbClr val="108670"/>
      </a:accent1>
      <a:accent2>
        <a:srgbClr val="14B495"/>
      </a:accent2>
      <a:accent3>
        <a:srgbClr val="21CEA1"/>
      </a:accent3>
      <a:accent4>
        <a:srgbClr val="CC4C00"/>
      </a:accent4>
      <a:accent5>
        <a:srgbClr val="FF7C00"/>
      </a:accent5>
      <a:accent6>
        <a:srgbClr val="FFB800"/>
      </a:accent6>
      <a:hlink>
        <a:srgbClr val="2B50EC"/>
      </a:hlink>
      <a:folHlink>
        <a:srgbClr val="FE5302"/>
      </a:folHlink>
    </a:clrScheme>
    <a:fontScheme name="PowerPoint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PowerPoi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72000" tIns="72000" rIns="72000" bIns="72000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1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131B56"/>
            </a:solidFill>
            <a:effectLst/>
            <a:uFillTx/>
            <a:latin typeface="Muli-ExtraBold"/>
            <a:ea typeface="Muli-ExtraBold"/>
            <a:cs typeface="Muli-ExtraBold"/>
            <a:sym typeface="Muli-Extra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1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131B56"/>
            </a:solidFill>
            <a:effectLst/>
            <a:uFillTx/>
            <a:latin typeface="Muli-ExtraBold"/>
            <a:ea typeface="Muli-ExtraBold"/>
            <a:cs typeface="Muli-ExtraBold"/>
            <a:sym typeface="Muli-Extra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Accessibility_Powerpoint_basis_2023-08-18.potx  -  Alleen-lezen" id="{29BD1E3A-19E6-45CE-9ABD-C64F44292767}" vid="{A7C3B42C-4C5E-4CB4-B50C-24B2F81000E1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5016CD21C50F4FA2E6D6D6A3B87310" ma:contentTypeVersion="20" ma:contentTypeDescription="Een nieuw document maken." ma:contentTypeScope="" ma:versionID="7bfd37b2d57a4243013b283cf1475283">
  <xsd:schema xmlns:xsd="http://www.w3.org/2001/XMLSchema" xmlns:xs="http://www.w3.org/2001/XMLSchema" xmlns:p="http://schemas.microsoft.com/office/2006/metadata/properties" xmlns:ns2="c943f701-3070-4014-93cc-e1a70bea7440" xmlns:ns3="1263c341-9713-4178-8275-9acf484fd0e5" xmlns:ns4="9b6572fc-fa2b-4547-9ddf-896420785c3e" targetNamespace="http://schemas.microsoft.com/office/2006/metadata/properties" ma:root="true" ma:fieldsID="0eea935bc52ce7f49403aa1a59bfbae3" ns2:_="" ns3:_="" ns4:_="">
    <xsd:import namespace="c943f701-3070-4014-93cc-e1a70bea7440"/>
    <xsd:import namespace="1263c341-9713-4178-8275-9acf484fd0e5"/>
    <xsd:import namespace="9b6572fc-fa2b-4547-9ddf-896420785c3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4:TaxCatchAll" minOccurs="0"/>
                <xsd:element ref="ns3:_Flow_SignoffStatus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43f701-3070-4014-93cc-e1a70bea744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63c341-9713-4178-8275-9acf484fd0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Afbeeldingtags" ma:readOnly="false" ma:fieldId="{5cf76f15-5ced-4ddc-b409-7134ff3c332f}" ma:taxonomyMulti="true" ma:sspId="1ed76d20-58a8-4b1f-9877-7679a2579c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Afmeldingsstatus" ma:internalName="Afmeldings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6572fc-fa2b-4547-9ddf-896420785c3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2a0826c7-b843-4584-8746-1a60857b3873}" ma:internalName="TaxCatchAll" ma:showField="CatchAllData" ma:web="c943f701-3070-4014-93cc-e1a70bea74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b6572fc-fa2b-4547-9ddf-896420785c3e" xsi:nil="true"/>
    <_Flow_SignoffStatus xmlns="1263c341-9713-4178-8275-9acf484fd0e5" xsi:nil="true"/>
    <lcf76f155ced4ddcb4097134ff3c332f xmlns="1263c341-9713-4178-8275-9acf484fd0e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8E50732-A168-4898-B59E-BA2BD4D46C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43f701-3070-4014-93cc-e1a70bea7440"/>
    <ds:schemaRef ds:uri="1263c341-9713-4178-8275-9acf484fd0e5"/>
    <ds:schemaRef ds:uri="9b6572fc-fa2b-4547-9ddf-896420785c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F664920-DC48-4859-85DF-FF577E76FC05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www.w3.org/XML/1998/namespace"/>
    <ds:schemaRef ds:uri="http://purl.org/dc/elements/1.1/"/>
    <ds:schemaRef ds:uri="c943f701-3070-4014-93cc-e1a70bea7440"/>
    <ds:schemaRef ds:uri="http://schemas.openxmlformats.org/package/2006/metadata/core-properties"/>
    <ds:schemaRef ds:uri="9b6572fc-fa2b-4547-9ddf-896420785c3e"/>
    <ds:schemaRef ds:uri="1263c341-9713-4178-8275-9acf484fd0e5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748AC56-2643-40E9-A7D4-2E569DBE846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388233e-eab9-4bfa-ba11-cc67e80f819e}" enabled="0" method="" siteId="{6388233e-eab9-4bfa-ba11-cc67e80f819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105</Words>
  <Application>Microsoft Office PowerPoint</Application>
  <PresentationFormat>A4 (210 x 297 mm)</PresentationFormat>
  <Paragraphs>13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7" baseType="lpstr">
      <vt:lpstr>Aptos</vt:lpstr>
      <vt:lpstr>Arial</vt:lpstr>
      <vt:lpstr>Karla</vt:lpstr>
      <vt:lpstr>Muli</vt:lpstr>
      <vt:lpstr>Muli ExtraBold</vt:lpstr>
      <vt:lpstr>Bollen blanco</vt:lpstr>
      <vt:lpstr>Kleurenblind met Lego bouwen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 blind Lego</dc:title>
  <dc:creator>Hootsmans, Eva</dc:creator>
  <cp:lastModifiedBy>Moreno Hidalgo, Ana Julia</cp:lastModifiedBy>
  <cp:revision>43</cp:revision>
  <cp:lastPrinted>2024-06-11T10:33:45Z</cp:lastPrinted>
  <dcterms:created xsi:type="dcterms:W3CDTF">2024-03-18T14:48:03Z</dcterms:created>
  <dcterms:modified xsi:type="dcterms:W3CDTF">2026-06-09T12:15:09Z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0x0101006A5016CD21C50F4FA2E6D6D6A3B87310</vt:lpwstr>
  </property>
  <property fmtid="{D5CDD505-2E9C-101B-9397-08002B2CF9AE}" pid="3" name="MediaServiceImageTags">
    <vt:lpwstr/>
  </property>
</Properties>
</file>