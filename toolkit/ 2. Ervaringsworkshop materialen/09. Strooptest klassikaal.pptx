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8"/>
  </p:notesMasterIdLst>
  <p:sldIdLst>
    <p:sldId id="1149" r:id="rId5"/>
    <p:sldId id="1141" r:id="rId6"/>
    <p:sldId id="1148" r:id="rId7"/>
  </p:sldIdLst>
  <p:sldSz cx="12192000" cy="6858000"/>
  <p:notesSz cx="6858000" cy="9144000"/>
  <p:embeddedFontLst>
    <p:embeddedFont>
      <p:font typeface="Verdana" panose="020B0604030504040204" pitchFamily="34" charset="0"/>
      <p:regular r:id="rId9"/>
      <p:bold r:id="rId10"/>
      <p:italic r:id="rId11"/>
      <p:boldItalic r:id="rId12"/>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BA2777-CDA3-4866-B9B0-05F3A247F5CB}" v="1" dt="2026-06-09T15:33:16.960"/>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73" autoAdjust="0"/>
  </p:normalViewPr>
  <p:slideViewPr>
    <p:cSldViewPr showGuides="1">
      <p:cViewPr>
        <p:scale>
          <a:sx n="100" d="100"/>
          <a:sy n="100" d="100"/>
        </p:scale>
        <p:origin x="228" y="6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font" Target="fonts/font4.fntdata"/><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AE4BC-C27D-4718-BE02-13E663D39A88}" type="datetimeFigureOut">
              <a:rPr lang="nl-NL" smtClean="0"/>
              <a:t>9-6-2026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DCDBF-DF07-42E1-A6C5-1ACF461A284A}" type="slidenum">
              <a:rPr lang="nl-NL" smtClean="0"/>
              <a:t>‹nr.›</a:t>
            </a:fld>
            <a:endParaRPr lang="nl-NL"/>
          </a:p>
        </p:txBody>
      </p:sp>
    </p:spTree>
    <p:extLst>
      <p:ext uri="{BB962C8B-B14F-4D97-AF65-F5344CB8AC3E}">
        <p14:creationId xmlns:p14="http://schemas.microsoft.com/office/powerpoint/2010/main" val="278655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nl-NL" sz="1200" dirty="0"/>
              <a:t>Benoem de woorden</a:t>
            </a:r>
          </a:p>
          <a:p>
            <a:endParaRPr lang="nl-NL" dirty="0"/>
          </a:p>
        </p:txBody>
      </p:sp>
    </p:spTree>
    <p:extLst>
      <p:ext uri="{BB962C8B-B14F-4D97-AF65-F5344CB8AC3E}">
        <p14:creationId xmlns:p14="http://schemas.microsoft.com/office/powerpoint/2010/main" val="1480983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nl-NL" sz="1200" dirty="0"/>
              <a:t>Benoem de woorden</a:t>
            </a:r>
          </a:p>
          <a:p>
            <a:endParaRPr lang="nl-NL" dirty="0"/>
          </a:p>
        </p:txBody>
      </p:sp>
    </p:spTree>
    <p:extLst>
      <p:ext uri="{BB962C8B-B14F-4D97-AF65-F5344CB8AC3E}">
        <p14:creationId xmlns:p14="http://schemas.microsoft.com/office/powerpoint/2010/main" val="3968714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Uitleg bij sjabloon">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B6A7F-0A45-D1D3-7DD6-5A2F916049DF}"/>
              </a:ext>
            </a:extLst>
          </p:cNvPr>
          <p:cNvSpPr>
            <a:spLocks noGrp="1"/>
          </p:cNvSpPr>
          <p:nvPr>
            <p:ph type="title" hasCustomPrompt="1"/>
          </p:nvPr>
        </p:nvSpPr>
        <p:spPr>
          <a:xfrm>
            <a:off x="344466" y="56368"/>
            <a:ext cx="11505156" cy="237994"/>
          </a:xfrm>
        </p:spPr>
        <p:txBody>
          <a:bodyPr/>
          <a:lstStyle>
            <a:lvl1pPr>
              <a:defRPr sz="1600"/>
            </a:lvl1pPr>
          </a:lstStyle>
          <a:p>
            <a:r>
              <a:rPr lang="nl-NL" dirty="0"/>
              <a:t>Uitleg bij PowerPoint-sjabloon</a:t>
            </a:r>
          </a:p>
        </p:txBody>
      </p:sp>
      <p:sp>
        <p:nvSpPr>
          <p:cNvPr id="7" name="Tijdelijke aanduiding voor tekst 6">
            <a:extLst>
              <a:ext uri="{FF2B5EF4-FFF2-40B4-BE49-F238E27FC236}">
                <a16:creationId xmlns:a16="http://schemas.microsoft.com/office/drawing/2014/main" id="{5A5571EE-E33F-6538-1A35-8293725ADC33}"/>
              </a:ext>
            </a:extLst>
          </p:cNvPr>
          <p:cNvSpPr>
            <a:spLocks noGrp="1"/>
          </p:cNvSpPr>
          <p:nvPr>
            <p:ph type="body" sz="quarter" idx="13" hasCustomPrompt="1"/>
          </p:nvPr>
        </p:nvSpPr>
        <p:spPr>
          <a:xfrm>
            <a:off x="342378" y="413359"/>
            <a:ext cx="11505156" cy="566195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lang="nl-NL" sz="1200" smtClean="0">
                <a:effectLst/>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sz="1100" kern="100" dirty="0">
                <a:effectLst/>
                <a:latin typeface="Aptos" panose="020B0004020202020204" pitchFamily="34" charset="0"/>
                <a:ea typeface="Aptos" panose="020B0004020202020204" pitchFamily="34" charset="0"/>
                <a:cs typeface="Times New Roman" panose="02020603050405020304" pitchFamily="18" charset="0"/>
              </a:rPr>
              <a:t>Alle slides in huisstijl zijn te vinden onder ‘dia’s’ en dan ‘nieuwe dia’s’. De eerste zes tekstslides geven een toelichting op deze PowerPoint-sjabloon, zoals huisstijl, afbeeldingen, tabellen en grafieken. Raadpleeg deze instructie!</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Wat is er veranderd, veelal door ontoegankelijkheid of door technische problemen?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De slides met blauwe balk en ons beeldmerk zijn komen te vervallen.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Ons beeldmerk als opsommingsteken is vervangen door het standaardteken.</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Er is nu nog geen </a:t>
            </a:r>
            <a:r>
              <a:rPr lang="nl-NL" sz="1100" dirty="0" err="1">
                <a:effectLst/>
                <a:latin typeface="Aptos" panose="020B0004020202020204" pitchFamily="34" charset="0"/>
                <a:ea typeface="Aptos" panose="020B0004020202020204" pitchFamily="34" charset="0"/>
                <a:cs typeface="Times New Roman" panose="02020603050405020304" pitchFamily="18" charset="0"/>
              </a:rPr>
              <a:t>SmartArt</a:t>
            </a:r>
            <a:r>
              <a:rPr lang="nl-NL" sz="1100" dirty="0">
                <a:effectLst/>
                <a:latin typeface="Aptos" panose="020B0004020202020204" pitchFamily="34" charset="0"/>
                <a:ea typeface="Aptos" panose="020B0004020202020204" pitchFamily="34" charset="0"/>
                <a:cs typeface="Times New Roman" panose="02020603050405020304" pitchFamily="18" charset="0"/>
              </a:rPr>
              <a:t> opgenomen.</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De drie halve bollen zijn vervangen voor de drie domeinbollen.</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Er zijn meerdere slides toegevoegd om meer variatie mogelijk te maken gebaseerd op presentaties van verschillende teams. En de slides met afbeeldingen voor de pauze-slide worden nog gemaakt. Gebruik voorlopig even een slide met een afbeelding rechts voor de pauze.</a:t>
            </a:r>
            <a:br>
              <a:rPr lang="nl-NL" sz="1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Zelf invoegen in verband met toegankelijkheid:</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Op de slide met onze adresgegevens moet je zelf het adres intypen. Alleen dan is de tekst beschikbaar voor een screenreader. Dat geldt ook voor het logo op het voorblad en op de </a:t>
            </a:r>
            <a:r>
              <a:rPr lang="nl-NL" sz="1100" kern="100" dirty="0" err="1">
                <a:effectLst/>
                <a:latin typeface="Aptos" panose="020B0004020202020204" pitchFamily="34" charset="0"/>
                <a:ea typeface="Aptos" panose="020B0004020202020204" pitchFamily="34" charset="0"/>
                <a:cs typeface="Times New Roman" panose="02020603050405020304" pitchFamily="18" charset="0"/>
              </a:rPr>
              <a:t>sectiescheidingslide</a:t>
            </a:r>
            <a:r>
              <a:rPr lang="nl-NL" sz="1100" kern="100" dirty="0">
                <a:effectLst/>
                <a:latin typeface="Aptos" panose="020B0004020202020204" pitchFamily="34" charset="0"/>
                <a:ea typeface="Aptos" panose="020B0004020202020204" pitchFamily="34" charset="0"/>
                <a:cs typeface="Times New Roman" panose="02020603050405020304" pitchFamily="18" charset="0"/>
              </a:rPr>
              <a:t>. Die moet je er zelf in zetten met alt-tekst. Op de “Accessibility Game” slide moet ook de hele tekst worden geplaatst omdat het anders niet toegankelijk is.</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Koppen: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Ook de slides met afbeeldingen hebben een titel. Koppen zijn verplicht dus ook op de slide met 1 grote afbeelding. Gebruik een van de twee varianten die voor je klaar staan.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Oude presentaties omzetten: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Kopieer alleen de inhoud naar de nieuwe PowerPoint. Voeg geen slides toe uit oude presentaties. Dat draagt niet bij aan de toegankelijkheid.</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kern="100" dirty="0">
                <a:effectLst/>
                <a:latin typeface="Aptos" panose="020B0004020202020204" pitchFamily="34" charset="0"/>
                <a:ea typeface="Aptos" panose="020B0004020202020204" pitchFamily="34" charset="0"/>
                <a:cs typeface="Times New Roman" panose="02020603050405020304" pitchFamily="18" charset="0"/>
              </a:rPr>
              <a:t>Aanvullende wensen:</a:t>
            </a:r>
            <a:br>
              <a:rPr lang="nl-NL" sz="1100" kern="100" dirty="0">
                <a:effectLst/>
                <a:latin typeface="Aptos" panose="020B0004020202020204" pitchFamily="34" charset="0"/>
                <a:ea typeface="Aptos" panose="020B0004020202020204" pitchFamily="34" charset="0"/>
                <a:cs typeface="Times New Roman" panose="02020603050405020304" pitchFamily="18" charset="0"/>
              </a:rPr>
            </a:br>
            <a:r>
              <a:rPr lang="nl-NL" sz="1100" dirty="0">
                <a:effectLst/>
                <a:latin typeface="Aptos" panose="020B0004020202020204" pitchFamily="34" charset="0"/>
                <a:ea typeface="Aptos" panose="020B0004020202020204" pitchFamily="34" charset="0"/>
                <a:cs typeface="Times New Roman" panose="02020603050405020304" pitchFamily="18" charset="0"/>
              </a:rPr>
              <a:t>Mis je een bepaalde opmaak of zie je onvolkomenheden? Klop dan aan bij Catherine Reijers of Joke Hoogeduin.</a:t>
            </a:r>
            <a:endParaRPr lang="nl-NL" dirty="0"/>
          </a:p>
        </p:txBody>
      </p:sp>
      <p:sp>
        <p:nvSpPr>
          <p:cNvPr id="3" name="Tekstvak 2">
            <a:extLst>
              <a:ext uri="{FF2B5EF4-FFF2-40B4-BE49-F238E27FC236}">
                <a16:creationId xmlns:a16="http://schemas.microsoft.com/office/drawing/2014/main" id="{5520EC8A-D349-5618-7B23-DE6E72E900C9}"/>
              </a:ext>
            </a:extLst>
          </p:cNvPr>
          <p:cNvSpPr txBox="1"/>
          <p:nvPr userDrawn="1"/>
        </p:nvSpPr>
        <p:spPr>
          <a:xfrm>
            <a:off x="342378" y="6075309"/>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296093129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Uitleg bij de slid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152637"/>
            <a:ext cx="11505156" cy="216023"/>
          </a:xfrm>
        </p:spPr>
        <p:txBody>
          <a:bodyPr/>
          <a:lstStyle>
            <a:lvl1pPr>
              <a:defRPr sz="1400"/>
            </a:lvl1pPr>
          </a:lstStyle>
          <a:p>
            <a:r>
              <a:rPr lang="nl-NL" dirty="0"/>
              <a:t>Uitleg bij de huisstijl</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512677"/>
            <a:ext cx="11505156" cy="5526324"/>
          </a:xfrm>
        </p:spPr>
        <p:txBody>
          <a:bodyPr/>
          <a:lstStyle>
            <a:lvl1pPr marL="0" indent="0">
              <a:buNone/>
              <a:defRPr sz="1200"/>
            </a:lvl1pPr>
          </a:lstStyle>
          <a:p>
            <a:pPr lvl="0"/>
            <a:r>
              <a:rPr lang="nl-NL" dirty="0"/>
              <a:t>De huisstijl bestaat uit kleuren, afbeeldingen en lay-out.</a:t>
            </a:r>
            <a:br>
              <a:rPr lang="nl-NL" dirty="0"/>
            </a:br>
            <a:r>
              <a:rPr lang="nl-NL" dirty="0"/>
              <a:t>Kleuren en lettertype niet wijzigen. De kleur van de tekst is donkerblauw.</a:t>
            </a:r>
            <a:br>
              <a:rPr lang="nl-NL" dirty="0"/>
            </a:br>
            <a:r>
              <a:rPr lang="nl-NL" dirty="0"/>
              <a:t>Je start met een voorblad. Elk team heeft zijn eigen exemplaar, indien gewenst.</a:t>
            </a:r>
            <a:br>
              <a:rPr lang="nl-NL" dirty="0"/>
            </a:br>
            <a:r>
              <a:rPr lang="nl-NL" dirty="0"/>
              <a:t>We gebruiken geen vetgedrukte tekst voor koppen.</a:t>
            </a:r>
            <a:br>
              <a:rPr lang="nl-NL" dirty="0"/>
            </a:br>
            <a:r>
              <a:rPr lang="nl-NL" dirty="0"/>
              <a:t>Tekst groter of kleiner maken doe je door de tekst te selecteren en dan Ctrl-Shift met het plus- of minteken. Of via tabblad Start, in het onderdeel Lettertype met A^ of Aˇ. Je hele tekst wordt groter of kleiner met behoud van verschillen tussen niveaus.</a:t>
            </a:r>
            <a:br>
              <a:rPr lang="nl-NL" dirty="0"/>
            </a:br>
            <a:r>
              <a:rPr lang="nl-NL" dirty="0"/>
              <a:t>Het opsommingsteken is een bolletje, niet meer ons eigen beeldmerk.</a:t>
            </a:r>
            <a:br>
              <a:rPr lang="nl-NL" dirty="0"/>
            </a:br>
            <a:r>
              <a:rPr lang="nl-NL" dirty="0"/>
              <a:t>Ga niet schuiven met de onderdelen op de slides. De vorm en indeling is ook huisstijl.</a:t>
            </a:r>
            <a:br>
              <a:rPr lang="nl-NL" dirty="0"/>
            </a:br>
            <a:r>
              <a:rPr lang="nl-NL" dirty="0"/>
              <a:t>De accentkleuren zijn aangepast aan het gebruik in grafieken en diagrammen.</a:t>
            </a:r>
            <a:br>
              <a:rPr lang="nl-NL" dirty="0"/>
            </a:br>
            <a:r>
              <a:rPr lang="nl-NL" dirty="0"/>
              <a:t>Een nieuw hoofdstuk kun je aangeven door een sectieslide in te voegen. Gebruik hier geen andere slides voor!</a:t>
            </a:r>
            <a:br>
              <a:rPr lang="nl-NL" dirty="0"/>
            </a:br>
            <a:r>
              <a:rPr lang="nl-NL" dirty="0"/>
              <a:t>Ondertitels mag je weglaten, titels nooit!</a:t>
            </a:r>
            <a:br>
              <a:rPr lang="nl-NL" dirty="0"/>
            </a:br>
            <a:r>
              <a:rPr lang="nl-NL" dirty="0"/>
              <a:t>Titels worden door PowerPoint automatisch omgezet naar Kop1 of Kop 2. De sectieslides zijn Kop1, net zoals het voorblad. De rest is Kop2. Voor het gemak staat dat al op de slide als voorbeeldtekst zodat je weet hoe slides passen in de koppenstructuur.</a:t>
            </a:r>
            <a:br>
              <a:rPr lang="nl-NL" dirty="0"/>
            </a:br>
            <a:r>
              <a:rPr lang="nl-NL" dirty="0"/>
              <a:t>Slides die zijn opgemaakt in de huisstijl kunnen vervolgens gemakkelijk in een andere presentatie die ook is opgemaakt in de huisstijl geschoven worden.</a:t>
            </a:r>
          </a:p>
        </p:txBody>
      </p:sp>
      <p:sp>
        <p:nvSpPr>
          <p:cNvPr id="3" name="Tekstvak 2">
            <a:extLst>
              <a:ext uri="{FF2B5EF4-FFF2-40B4-BE49-F238E27FC236}">
                <a16:creationId xmlns:a16="http://schemas.microsoft.com/office/drawing/2014/main" id="{8377EDD3-7779-E8E7-944F-4B62C5A2C8AE}"/>
              </a:ext>
            </a:extLst>
          </p:cNvPr>
          <p:cNvSpPr txBox="1"/>
          <p:nvPr userDrawn="1"/>
        </p:nvSpPr>
        <p:spPr>
          <a:xfrm>
            <a:off x="587388" y="6237312"/>
            <a:ext cx="5400600"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249690036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oegankelijkheid controleren in PowerPoi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244259"/>
            <a:ext cx="11505156" cy="275571"/>
          </a:xfrm>
        </p:spPr>
        <p:txBody>
          <a:bodyPr/>
          <a:lstStyle>
            <a:lvl1pPr>
              <a:defRPr sz="1400"/>
            </a:lvl1pPr>
          </a:lstStyle>
          <a:p>
            <a:r>
              <a:rPr lang="nl-NL" dirty="0"/>
              <a:t>Toelichting toegankelijkheid controleren</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732773"/>
            <a:ext cx="11505156" cy="5306227"/>
          </a:xfrm>
        </p:spPr>
        <p:txBody>
          <a:bodyPr/>
          <a:lstStyle>
            <a:lvl1pPr marL="0" indent="0">
              <a:buNone/>
              <a:defRPr sz="1200"/>
            </a:lvl1pPr>
          </a:lstStyle>
          <a:p>
            <a:pPr lvl="0"/>
            <a:br>
              <a:rPr lang="nl-NL" dirty="0"/>
            </a:br>
            <a:r>
              <a:rPr lang="nl-NL" dirty="0"/>
              <a:t>Ga naar tabblad Controleren en klik op Toegankelijkheid controleren. Klik vervolgens op de eerste in de lijst, Toegankelijkheid controleren. Je krijgt aan de rechterkant van je scherm een lijst met wat er goed of fout is.</a:t>
            </a:r>
            <a:br>
              <a:rPr lang="nl-NL" dirty="0"/>
            </a:br>
            <a:r>
              <a:rPr lang="nl-NL" dirty="0"/>
              <a:t>Daarin staat ook een onderdeel in met alle alt-teksten, die je dan gemakkelijk kunt invullen. Je kunt dit dus ook gebruiken om pas achteraf in één keer al die alt-teksten in te vullen.</a:t>
            </a:r>
            <a:br>
              <a:rPr lang="nl-NL" dirty="0"/>
            </a:br>
            <a:r>
              <a:rPr lang="nl-NL" dirty="0"/>
              <a:t>Let op! De alt-teksten van grafieken of video’s komen niet in die controle naar voren. Deze moet je zelf invullen en controleren. Zie de toelichting op de andere slides.</a:t>
            </a:r>
          </a:p>
        </p:txBody>
      </p:sp>
      <p:sp>
        <p:nvSpPr>
          <p:cNvPr id="3" name="Tekstvak 2">
            <a:extLst>
              <a:ext uri="{FF2B5EF4-FFF2-40B4-BE49-F238E27FC236}">
                <a16:creationId xmlns:a16="http://schemas.microsoft.com/office/drawing/2014/main" id="{DAC360CE-E611-4B17-5C8C-EDE2EE8894F1}"/>
              </a:ext>
            </a:extLst>
          </p:cNvPr>
          <p:cNvSpPr txBox="1"/>
          <p:nvPr userDrawn="1"/>
        </p:nvSpPr>
        <p:spPr>
          <a:xfrm>
            <a:off x="587388" y="6237312"/>
            <a:ext cx="5400600"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419264996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Uitleg afbeelding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152636"/>
            <a:ext cx="11523945" cy="216024"/>
          </a:xfrm>
        </p:spPr>
        <p:txBody>
          <a:bodyPr/>
          <a:lstStyle>
            <a:lvl1pPr>
              <a:defRPr sz="1400"/>
            </a:lvl1pPr>
          </a:lstStyle>
          <a:p>
            <a:r>
              <a:rPr lang="nl-NL" dirty="0"/>
              <a:t>Toelichting afbeeldingen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717481"/>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Je klikt op het icoontje van de afbeelding, zodat je vanuit je map de afbeelding kunt plaatsen. Of je plakt of schuift iets in dat vak vanuit de map.</a:t>
            </a:r>
            <a:br>
              <a:rPr lang="nl-NL" dirty="0"/>
            </a:br>
            <a:r>
              <a:rPr lang="nl-NL" dirty="0"/>
              <a:t>Als het een vak is voor alleen afbeeldingen, dus met maar één icoon van een afbeelding, dan voegt de afbeelding zich naar dat vak, zodat het hele vak gevuld is.</a:t>
            </a:r>
            <a:br>
              <a:rPr lang="nl-NL" dirty="0"/>
            </a:br>
            <a:r>
              <a:rPr lang="nl-NL" dirty="0"/>
              <a:t>Ziet je afbeelding er dan raar uit doordat bijvoorbeeld een kleine afbeelding wordt uitvergroot?</a:t>
            </a:r>
            <a:br>
              <a:rPr lang="nl-NL" dirty="0"/>
            </a:br>
            <a:r>
              <a:rPr lang="nl-NL" dirty="0"/>
              <a:t>Ga dan op die afbeelding staan en ga daarna naar het tabblad “Grafische indeling” of “Afbeeldingsindeling”. Klik daar op “Bijsnijden”.</a:t>
            </a:r>
            <a:br>
              <a:rPr lang="nl-NL" dirty="0"/>
            </a:br>
            <a:r>
              <a:rPr lang="nl-NL" dirty="0"/>
              <a:t>Je ziet onderin het lijstje staan: “Aanpassen”.</a:t>
            </a:r>
            <a:br>
              <a:rPr lang="nl-NL" dirty="0"/>
            </a:br>
            <a:r>
              <a:rPr lang="nl-NL" dirty="0"/>
              <a:t>Daarmee wordt de hoogte van de afbeelding aangepast, terwijl de breedte gelijk wordt aan het vak waarin hij komt te staan.</a:t>
            </a:r>
            <a:br>
              <a:rPr lang="nl-NL" dirty="0"/>
            </a:br>
            <a:r>
              <a:rPr lang="nl-NL" dirty="0"/>
              <a:t>Wil je de afbeelding wel groot, maar wil je een ander gedeelte laten zien? Ga naar het onderdeel “Grootte” in de bovenbalk en klap dat uit met het pijltje rechts onder. Kies voor het laatste tabblad “Afbeelding” en dan in de lijst voor “Bijsnijden”. Gebruik de x-as en y-as om de afbeelding een beetje op te schuiven totdat je datgene ziet wat je wilde tonen.</a:t>
            </a:r>
            <a:br>
              <a:rPr lang="nl-NL" dirty="0"/>
            </a:br>
            <a:r>
              <a:rPr lang="nl-NL" dirty="0"/>
              <a:t>Je hoeft niet alle vakjes te vullen met een afbeelding. De lege vakjes worden witruimtes.</a:t>
            </a:r>
            <a:br>
              <a:rPr lang="nl-NL" dirty="0"/>
            </a:br>
            <a:r>
              <a:rPr lang="nl-NL" dirty="0"/>
              <a:t>Zet tekst in de tekst en niet in een afbeelding. Je kunt er natuurlijk een alt-tekst bij zetten, maar er zijn ook gebruikers met visuele beperkingen die tekst en achtergrond aanpassen, zowel het formaat als de kleuren om het te kunnen zien. Dat lukt niet met een afbeelding. Daarom is een tekst in een afbeelding vaak slecht toegankelijk of zelfs ontoegankelijk.</a:t>
            </a:r>
            <a:br>
              <a:rPr lang="nl-NL" dirty="0"/>
            </a:br>
            <a:r>
              <a:rPr lang="nl-NL" dirty="0"/>
              <a:t>Het logo</a:t>
            </a:r>
            <a:br>
              <a:rPr lang="nl-NL" dirty="0"/>
            </a:br>
            <a:r>
              <a:rPr lang="nl-NL" dirty="0"/>
              <a:t>Op de slides met een logo moet deze in de presentatie zelf worden ingevoegd. Als we het logo in het sjabloon in het </a:t>
            </a:r>
            <a:r>
              <a:rPr lang="nl-NL" dirty="0" err="1"/>
              <a:t>diamodel</a:t>
            </a:r>
            <a:r>
              <a:rPr lang="nl-NL" dirty="0"/>
              <a:t> zetten, dan wordt het door PowerPoint altijd als decoratief gemarkeerd, ook binnen een slide en dan is het logo en daarmee ook de alt-tekst niet beschikbaar voor gebruikers van een screenreader binnen de presentatie (voor je collega’s) of binnen de PDF als hand-out. Er staat een vakje klaar speciaal voor dat logo. Het logo voegt zich naar dat vakje en je hoeft er alleen nog maar een alt-tekst bij te zetten. Gebruik de tekst: Logo Accessibility, onderdeel van Bartiméus, oftewel de hele tekst van het logo.</a:t>
            </a:r>
            <a:br>
              <a:rPr lang="nl-NL" dirty="0"/>
            </a:br>
            <a:r>
              <a:rPr lang="nl-NL" dirty="0"/>
              <a:t>Het logo staat in de Word-sjablonen-2025 map in de sub-map PowerPoint-sjablonen &gt; Afbeeldingen alleen voor PowerPoint. Gebruik deze versie en niet die van de brief. De PowerPoint-versie van het logo is bijgesneden om goed in dat vakje te passen.</a:t>
            </a:r>
          </a:p>
        </p:txBody>
      </p:sp>
      <p:sp>
        <p:nvSpPr>
          <p:cNvPr id="3" name="Tekstvak 2">
            <a:extLst>
              <a:ext uri="{FF2B5EF4-FFF2-40B4-BE49-F238E27FC236}">
                <a16:creationId xmlns:a16="http://schemas.microsoft.com/office/drawing/2014/main" id="{C354A5C4-DC3F-E7FB-65B4-34332FD53A8C}"/>
              </a:ext>
            </a:extLst>
          </p:cNvPr>
          <p:cNvSpPr txBox="1"/>
          <p:nvPr userDrawn="1"/>
        </p:nvSpPr>
        <p:spPr>
          <a:xfrm>
            <a:off x="587388" y="6237312"/>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39505452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Uitleg grafiek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dirty="0"/>
              <a:t>Toelichting grafieken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681477"/>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Er staan meerdere iconen in een vak. Klik op het grafiekicoon.</a:t>
            </a:r>
            <a:br>
              <a:rPr lang="nl-NL" dirty="0"/>
            </a:br>
            <a:r>
              <a:rPr lang="nl-NL" dirty="0"/>
              <a:t>De grafiek vormt zich binnen dat vak, wat even kan duren en past zich aan in grootte. Je kunt achteraf het hele vak aanpassen om de grootte aan te passen.</a:t>
            </a:r>
            <a:br>
              <a:rPr lang="nl-NL" dirty="0"/>
            </a:br>
            <a:r>
              <a:rPr lang="nl-NL" dirty="0"/>
              <a:t>De grafiek verschijnt in huisstijlkleuren. Ze hebben voldoende contrast op een witte achtergrond, maar niet ten opzichte van elkaar. Gebruik daarom altijd witruimte tussen de kleuren. PowerPoint regelt dit zelf, maar niet het liggende staafdiagram. Gebruik die dus niet.</a:t>
            </a:r>
            <a:br>
              <a:rPr lang="nl-NL" dirty="0"/>
            </a:br>
            <a:r>
              <a:rPr lang="nl-NL" dirty="0"/>
              <a:t>Grafieken en diagrammen zijn niet vanzelf toegankelijk. Geef ze een goede beschrijving in de titel van de slide, de titel van de grafiek en zo nodig ook in tekst die erbij staat.</a:t>
            </a:r>
            <a:br>
              <a:rPr lang="nl-NL" dirty="0"/>
            </a:br>
            <a:r>
              <a:rPr lang="nl-NL" dirty="0"/>
              <a:t>Geef de grafiek een alt-tekst door met je rechtermuisknop op het vak te klikken waar hij in staat. In een PDF wordt de hele grafiek één afbeelding met die alt-tekst. In de presentatie zelf is de grafiek wel als grafiek beschikbaar voor je collega’s met een visuele beperking.</a:t>
            </a:r>
            <a:br>
              <a:rPr lang="nl-NL" dirty="0"/>
            </a:br>
            <a:r>
              <a:rPr lang="nl-NL" dirty="0"/>
              <a:t>Pas de grafiek daarna aan met de opmaak voor grafieken. Maak alle tekst donkerblauw. PowerPoint (en Word) geven die tekst namelijk uit zichzelf een lichtere tint dan de tekstkleur, blauw in ons geval en dat is slechter leesbaar. Pas waar nodig de grootte van die tekst ook aan.</a:t>
            </a:r>
            <a:br>
              <a:rPr lang="nl-NL" dirty="0"/>
            </a:br>
            <a:r>
              <a:rPr lang="nl-NL" dirty="0"/>
              <a:t>Overweeg om de aantallen ook binnen de grafiek of het diagram te zetten. Een legenda is voor sommige gebruikers lastig te lezen. Probeer je grafiek of diagram zo in te richten dat de legenda of het zien van kleuren niet nodig is om alles te begrijpen.</a:t>
            </a:r>
            <a:br>
              <a:rPr lang="nl-NL" dirty="0"/>
            </a:br>
            <a:br>
              <a:rPr lang="nl-NL" dirty="0"/>
            </a:br>
            <a:r>
              <a:rPr lang="nl-NL" dirty="0"/>
              <a:t>Een grafiek of diagram heeft meestal niet genoeg aan een alt-tekst als enige uitleg. Lange alt-teksten zijn niet goed bruikbaar en er zijn ook gebruikers met een visuele beperking die geen screenreader gebruiken. Naast andere gebruikers die een grafiek niet goed kunnen overzien, maar een tabel en uitleg wel.</a:t>
            </a:r>
            <a:br>
              <a:rPr lang="nl-NL" dirty="0"/>
            </a:br>
            <a:r>
              <a:rPr lang="nl-NL" dirty="0"/>
              <a:t>Maak daarom een extra slide aan, met daarin de tabel waarop de grafiek of het diagram gebaseerd is. Daarvoor zul je een nieuwe tabel moeten maken, want de tabel die je bij de grafiek kunt aanvinken om hem zichtbaar te maken wordt net zoals de grafiek een afbeelding in een PDF. Zet de gegevens dus over naar een gewone, eenvoudige tabel.</a:t>
            </a:r>
            <a:br>
              <a:rPr lang="nl-NL" dirty="0"/>
            </a:br>
            <a:r>
              <a:rPr lang="nl-NL" dirty="0"/>
              <a:t>En geef in tekst bij die tabel de trend en dergelijke aan. Die is namelijk heel duidelijk zichtbaar in een grafiek of diagram, maar nooit hoorbaar in een tabel. Dus vertel je collega of klant op die extra slide even wat er te zien is. Dat is wel zo toegankelijk.</a:t>
            </a:r>
          </a:p>
        </p:txBody>
      </p:sp>
      <p:sp>
        <p:nvSpPr>
          <p:cNvPr id="3" name="Tekstvak 2">
            <a:extLst>
              <a:ext uri="{FF2B5EF4-FFF2-40B4-BE49-F238E27FC236}">
                <a16:creationId xmlns:a16="http://schemas.microsoft.com/office/drawing/2014/main" id="{EF2EAE01-0772-E1F0-B9DD-6056E47703B9}"/>
              </a:ext>
            </a:extLst>
          </p:cNvPr>
          <p:cNvSpPr txBox="1"/>
          <p:nvPr userDrawn="1"/>
        </p:nvSpPr>
        <p:spPr>
          <a:xfrm>
            <a:off x="587388" y="6237312"/>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26445789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Uitleg tabell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dirty="0"/>
              <a:t>Toelichting tabellen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1"/>
            <a:ext cx="11536797" cy="551917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Toegankelijke tabellen zijn kort, in de breedte én lengte.</a:t>
            </a:r>
            <a:br>
              <a:rPr lang="nl-NL" dirty="0"/>
            </a:br>
            <a:r>
              <a:rPr lang="nl-NL" dirty="0"/>
              <a:t>Een lange of brede tabel of eentje met speciale onderdelen zoals samengevoegde cellen of tussenkopjes moet altijd </a:t>
            </a:r>
            <a:r>
              <a:rPr lang="nl-NL" dirty="0" err="1"/>
              <a:t>nabewerkt</a:t>
            </a:r>
            <a:r>
              <a:rPr lang="nl-NL" dirty="0"/>
              <a:t> worden in Acrobat Pro om toegankelijk te worden.</a:t>
            </a:r>
            <a:br>
              <a:rPr lang="nl-NL" dirty="0"/>
            </a:br>
            <a:r>
              <a:rPr lang="nl-NL" dirty="0"/>
              <a:t>Houd niet alleen de klant en PDF in gedachten, maar ook jouw collega’s met een visuele beperking die de PowerPoint of PDF lezen.</a:t>
            </a:r>
            <a:br>
              <a:rPr lang="nl-NL" dirty="0"/>
            </a:br>
            <a:br>
              <a:rPr lang="nl-NL" dirty="0"/>
            </a:br>
            <a:r>
              <a:rPr lang="nl-NL" dirty="0"/>
              <a:t>N.B. Acrobat leest in combinatie met de screenreader NVDA wel de kolomkoppen voor bij de cellen in een PDF, maar nooit de rijkopen. Andere PDF-readers of andere screenreaders lezen die kolom- of rijkoppen helemaal niet voor bij de cellen.</a:t>
            </a:r>
          </a:p>
        </p:txBody>
      </p:sp>
      <p:sp>
        <p:nvSpPr>
          <p:cNvPr id="3" name="Tekstvak 2">
            <a:extLst>
              <a:ext uri="{FF2B5EF4-FFF2-40B4-BE49-F238E27FC236}">
                <a16:creationId xmlns:a16="http://schemas.microsoft.com/office/drawing/2014/main" id="{3D18A7F4-25E8-3F4E-8C92-D4D28B7A897E}"/>
              </a:ext>
            </a:extLst>
          </p:cNvPr>
          <p:cNvSpPr txBox="1"/>
          <p:nvPr userDrawn="1"/>
        </p:nvSpPr>
        <p:spPr>
          <a:xfrm>
            <a:off x="587388" y="6237312"/>
            <a:ext cx="5508612" cy="369332"/>
          </a:xfrm>
          <a:prstGeom prst="rect">
            <a:avLst/>
          </a:prstGeom>
          <a:noFill/>
        </p:spPr>
        <p:txBody>
          <a:bodyPr wrap="square" rtlCol="0">
            <a:spAutoFit/>
          </a:bodyPr>
          <a:lstStyle/>
          <a:p>
            <a:r>
              <a:rPr lang="nl-NL" dirty="0">
                <a:solidFill>
                  <a:srgbClr val="C00000"/>
                </a:solidFill>
              </a:rPr>
              <a:t>Deze slide niet gebruiken in een presentatie!</a:t>
            </a:r>
          </a:p>
        </p:txBody>
      </p:sp>
    </p:spTree>
    <p:extLst>
      <p:ext uri="{BB962C8B-B14F-4D97-AF65-F5344CB8AC3E}">
        <p14:creationId xmlns:p14="http://schemas.microsoft.com/office/powerpoint/2010/main" val="357442374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dia Algemeen">
    <p:spTree>
      <p:nvGrpSpPr>
        <p:cNvPr id="1" name=""/>
        <p:cNvGrpSpPr/>
        <p:nvPr/>
      </p:nvGrpSpPr>
      <p:grpSpPr>
        <a:xfrm>
          <a:off x="0" y="0"/>
          <a:ext cx="0" cy="0"/>
          <a:chOff x="0" y="0"/>
          <a:chExt cx="0" cy="0"/>
        </a:xfrm>
      </p:grpSpPr>
      <p:pic>
        <p:nvPicPr>
          <p:cNvPr id="10" name="Afbeelding 9">
            <a:extLst>
              <a:ext uri="{FF2B5EF4-FFF2-40B4-BE49-F238E27FC236}">
                <a16:creationId xmlns:a16="http://schemas.microsoft.com/office/drawing/2014/main" id="{3B2CB31A-E57E-F7AC-88ED-478B577F5E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3638" y="368300"/>
            <a:ext cx="7562950" cy="990600"/>
          </a:xfrm>
        </p:spPr>
        <p:txBody>
          <a:bodyPr anchor="b"/>
          <a:lstStyle>
            <a:lvl1pPr algn="l">
              <a:defRPr sz="3600"/>
            </a:lvl1pPr>
          </a:lstStyle>
          <a:p>
            <a:r>
              <a:rPr lang="nl-NL" dirty="0"/>
              <a:t>Kop1 van presentatie Algemeen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27" name="Tijdelijke aanduiding voor afbeelding 26" descr="Logo Accessibility, onderdeel van Bartiméus">
            <a:extLst>
              <a:ext uri="{FF2B5EF4-FFF2-40B4-BE49-F238E27FC236}">
                <a16:creationId xmlns:a16="http://schemas.microsoft.com/office/drawing/2014/main" id="{9A87C549-E12E-6182-3C56-75ECE4C3523B}"/>
              </a:ext>
            </a:extLst>
          </p:cNvPr>
          <p:cNvSpPr>
            <a:spLocks noGrp="1"/>
          </p:cNvSpPr>
          <p:nvPr>
            <p:ph type="pic" sz="quarter" idx="10" hasCustomPrompt="1"/>
          </p:nvPr>
        </p:nvSpPr>
        <p:spPr>
          <a:xfrm>
            <a:off x="8940801" y="6092825"/>
            <a:ext cx="2914650" cy="649287"/>
          </a:xfrm>
        </p:spPr>
        <p:txBody>
          <a:bodyPr/>
          <a:lstStyle>
            <a:lvl1pPr marL="0" indent="0">
              <a:lnSpc>
                <a:spcPct val="100000"/>
              </a:lnSpc>
              <a:spcBef>
                <a:spcPts val="600"/>
              </a:spcBef>
              <a:spcAft>
                <a:spcPts val="1800"/>
              </a:spcAft>
              <a:buNone/>
              <a:defRPr sz="1300"/>
            </a:lvl1pPr>
          </a:lstStyle>
          <a:p>
            <a:r>
              <a:rPr lang="nl-NL" dirty="0"/>
              <a:t>Logo. Alt=hele tekst: Accessibility,</a:t>
            </a:r>
            <a:br>
              <a:rPr lang="nl-NL" dirty="0"/>
            </a:br>
            <a:r>
              <a:rPr lang="nl-NL" dirty="0"/>
              <a:t>onderdeel van Bartiméus</a:t>
            </a:r>
          </a:p>
        </p:txBody>
      </p:sp>
    </p:spTree>
    <p:extLst>
      <p:ext uri="{BB962C8B-B14F-4D97-AF65-F5344CB8AC3E}">
        <p14:creationId xmlns:p14="http://schemas.microsoft.com/office/powerpoint/2010/main" val="3820841176"/>
      </p:ext>
    </p:extLst>
  </p:cSld>
  <p:clrMapOvr>
    <a:masterClrMapping/>
  </p:clrMapOvr>
  <p:extLst>
    <p:ext uri="{DCECCB84-F9BA-43D5-87BE-67443E8EF086}">
      <p15:sldGuideLst xmlns:p15="http://schemas.microsoft.com/office/powerpoint/2012/main">
        <p15:guide id="4" pos="5201" userDrawn="1">
          <p15:clr>
            <a:srgbClr val="FBAE40"/>
          </p15:clr>
        </p15:guide>
        <p15:guide id="6" orient="horz" pos="856" userDrawn="1">
          <p15:clr>
            <a:srgbClr val="FBAE40"/>
          </p15:clr>
        </p15:guide>
        <p15:guide id="7" pos="438" userDrawn="1">
          <p15:clr>
            <a:srgbClr val="FBAE40"/>
          </p15:clr>
        </p15:guide>
        <p15:guide id="8" pos="4294" userDrawn="1">
          <p15:clr>
            <a:srgbClr val="FBAE40"/>
          </p15:clr>
        </p15:guide>
        <p15:guide id="9" orient="horz" pos="1480" userDrawn="1">
          <p15:clr>
            <a:srgbClr val="FBAE40"/>
          </p15:clr>
        </p15:guide>
        <p15:guide id="10" orient="horz" pos="232" userDrawn="1">
          <p15:clr>
            <a:srgbClr val="FBAE40"/>
          </p15:clr>
        </p15:guide>
        <p15:guide id="11" orient="horz" pos="1026" userDrawn="1">
          <p15:clr>
            <a:srgbClr val="FBAE40"/>
          </p15:clr>
        </p15:guide>
        <p15:guide id="14" orient="horz" pos="3861" userDrawn="1">
          <p15:clr>
            <a:srgbClr val="FBAE40"/>
          </p15:clr>
        </p15:guide>
        <p15:guide id="15" pos="7468" userDrawn="1">
          <p15:clr>
            <a:srgbClr val="FBAE40"/>
          </p15:clr>
        </p15:guide>
        <p15:guide id="16" orient="horz" pos="4201" userDrawn="1">
          <p15:clr>
            <a:srgbClr val="FBAE40"/>
          </p15:clr>
        </p15:guide>
        <p15:guide id="17" orient="horz" pos="3838" userDrawn="1">
          <p15:clr>
            <a:srgbClr val="FBAE40"/>
          </p15:clr>
        </p15:guide>
        <p15:guide id="18" orient="horz" pos="4247" userDrawn="1">
          <p15:clr>
            <a:srgbClr val="FBAE40"/>
          </p15:clr>
        </p15:guide>
        <p15:guide id="19" pos="56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dia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BE52F01F-570A-4570-6C9D-1B30604D34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dirty="0"/>
              <a:t>Kop1 van presentatie Digitaal</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4" y="1628775"/>
            <a:ext cx="6121401"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8" name="Tijdelijke aanduiding voor afbeelding 7">
            <a:extLst>
              <a:ext uri="{FF2B5EF4-FFF2-40B4-BE49-F238E27FC236}">
                <a16:creationId xmlns:a16="http://schemas.microsoft.com/office/drawing/2014/main" id="{97FAB55E-AE20-8069-DCA9-BB7440D7514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722123482"/>
      </p:ext>
    </p:extLst>
  </p:cSld>
  <p:clrMapOvr>
    <a:masterClrMapping/>
  </p:clrMapOvr>
  <p:extLst>
    <p:ext uri="{DCECCB84-F9BA-43D5-87BE-67443E8EF086}">
      <p15:sldGuideLst xmlns:p15="http://schemas.microsoft.com/office/powerpoint/2012/main">
        <p15:guide id="1" orient="horz" pos="232" userDrawn="1">
          <p15:clr>
            <a:srgbClr val="FBAE40"/>
          </p15:clr>
        </p15:guide>
        <p15:guide id="2" pos="3840"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632" userDrawn="1">
          <p15:clr>
            <a:srgbClr val="FBAE40"/>
          </p15:clr>
        </p15:guide>
        <p15:guide id="9" pos="4294" userDrawn="1">
          <p15:clr>
            <a:srgbClr val="FBAE40"/>
          </p15:clr>
        </p15:guide>
        <p15:guide id="10" pos="7468" userDrawn="1">
          <p15:clr>
            <a:srgbClr val="FBAE40"/>
          </p15:clr>
        </p15:guide>
        <p15:guide id="11" orient="horz" pos="3861" userDrawn="1">
          <p15:clr>
            <a:srgbClr val="FBAE40"/>
          </p15:clr>
        </p15:guide>
        <p15:guide id="12" pos="5201" userDrawn="1">
          <p15:clr>
            <a:srgbClr val="FBAE40"/>
          </p15:clr>
        </p15:guide>
        <p15:guide id="13" orient="horz" pos="3838" userDrawn="1">
          <p15:clr>
            <a:srgbClr val="FBAE40"/>
          </p15:clr>
        </p15:guide>
        <p15:guide id="14" orient="horz" pos="4247" userDrawn="1">
          <p15:clr>
            <a:srgbClr val="FBAE40"/>
          </p15:clr>
        </p15:guide>
        <p15:guide id="15" orient="horz" pos="420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dia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AFB4E14-FE25-F9CB-9062-AA5531A406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dirty="0"/>
              <a:t>Kop1 van presentatie Fysiek binnen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5" name="Tijdelijke aanduiding voor afbeelding 4">
            <a:extLst>
              <a:ext uri="{FF2B5EF4-FFF2-40B4-BE49-F238E27FC236}">
                <a16:creationId xmlns:a16="http://schemas.microsoft.com/office/drawing/2014/main" id="{DF63249B-9916-B30C-2BCE-8B118A46867B}"/>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2698311428"/>
      </p:ext>
    </p:extLst>
  </p:cSld>
  <p:clrMapOvr>
    <a:masterClrMapping/>
  </p:clrMapOvr>
  <p:extLst>
    <p:ext uri="{DCECCB84-F9BA-43D5-87BE-67443E8EF086}">
      <p15:sldGuideLst xmlns:p15="http://schemas.microsoft.com/office/powerpoint/2012/main">
        <p15:guide id="1" orient="horz" pos="3861" userDrawn="1">
          <p15:clr>
            <a:srgbClr val="FBAE40"/>
          </p15:clr>
        </p15:guide>
        <p15:guide id="3" pos="438" userDrawn="1">
          <p15:clr>
            <a:srgbClr val="FBAE40"/>
          </p15:clr>
        </p15:guide>
        <p15:guide id="4" pos="7468"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pos="5201" userDrawn="1">
          <p15:clr>
            <a:srgbClr val="FBAE40"/>
          </p15:clr>
        </p15:guide>
        <p15:guide id="12" orient="horz" pos="3838" userDrawn="1">
          <p15:clr>
            <a:srgbClr val="FBAE40"/>
          </p15:clr>
        </p15:guide>
        <p15:guide id="13" orient="horz" pos="4201" userDrawn="1">
          <p15:clr>
            <a:srgbClr val="FBAE40"/>
          </p15:clr>
        </p15:guide>
        <p15:guide id="14" orient="horz" pos="424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dia Fsy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44C7A7A0-BF74-BB48-B83A-E7227CC81F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599"/>
          </a:xfrm>
        </p:spPr>
        <p:txBody>
          <a:bodyPr anchor="b"/>
          <a:lstStyle>
            <a:lvl1pPr algn="l">
              <a:defRPr sz="3600"/>
            </a:lvl1pPr>
          </a:lstStyle>
          <a:p>
            <a:r>
              <a:rPr lang="nl-NL" dirty="0"/>
              <a:t>Kop1 van presentatie Fysiek buiten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6" name="Tijdelijke aanduiding voor afbeelding 5">
            <a:extLst>
              <a:ext uri="{FF2B5EF4-FFF2-40B4-BE49-F238E27FC236}">
                <a16:creationId xmlns:a16="http://schemas.microsoft.com/office/drawing/2014/main" id="{C85554F9-6964-2DBC-97FA-A3BC2C598488}"/>
              </a:ext>
            </a:extLst>
          </p:cNvPr>
          <p:cNvSpPr>
            <a:spLocks noGrp="1"/>
          </p:cNvSpPr>
          <p:nvPr>
            <p:ph type="pic" sz="quarter" idx="10" hasCustomPrompt="1"/>
          </p:nvPr>
        </p:nvSpPr>
        <p:spPr>
          <a:xfrm>
            <a:off x="8940800" y="6092825"/>
            <a:ext cx="2916238"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351894435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7469" userDrawn="1">
          <p15:clr>
            <a:srgbClr val="FBAE40"/>
          </p15:clr>
        </p15:guide>
        <p15:guide id="11" pos="5632" userDrawn="1">
          <p15:clr>
            <a:srgbClr val="FBAE40"/>
          </p15:clr>
        </p15:guide>
        <p15:guide id="12"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eldia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7DA28379-E2A1-8B3F-D31A-2ACD3E3E91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dirty="0"/>
              <a:t>Kop1 van presentatie Gebruikersonderzoek</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6" y="1628776"/>
            <a:ext cx="6121400" cy="720724"/>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Ondertitel</a:t>
            </a:r>
          </a:p>
        </p:txBody>
      </p:sp>
      <p:sp>
        <p:nvSpPr>
          <p:cNvPr id="8" name="Tijdelijke aanduiding voor afbeelding 7">
            <a:extLst>
              <a:ext uri="{FF2B5EF4-FFF2-40B4-BE49-F238E27FC236}">
                <a16:creationId xmlns:a16="http://schemas.microsoft.com/office/drawing/2014/main" id="{D1D03FAC-98EF-0379-4367-0251FDEC732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2983385745"/>
      </p:ext>
    </p:extLst>
  </p:cSld>
  <p:clrMapOvr>
    <a:masterClrMapping/>
  </p:clrMapOvr>
  <p:extLst>
    <p:ext uri="{DCECCB84-F9BA-43D5-87BE-67443E8EF086}">
      <p15:sldGuideLst xmlns:p15="http://schemas.microsoft.com/office/powerpoint/2012/main">
        <p15:guide id="2" pos="7468"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201" userDrawn="1">
          <p15:clr>
            <a:srgbClr val="FBAE40"/>
          </p15:clr>
        </p15:guide>
        <p15:guide id="9" pos="4294" userDrawn="1">
          <p15:clr>
            <a:srgbClr val="FBAE40"/>
          </p15:clr>
        </p15:guide>
        <p15:guide id="11" orient="horz" pos="3861" userDrawn="1">
          <p15:clr>
            <a:srgbClr val="FBAE40"/>
          </p15:clr>
        </p15:guide>
        <p15:guide id="12" pos="5632" userDrawn="1">
          <p15:clr>
            <a:srgbClr val="FBAE40"/>
          </p15:clr>
        </p15:guide>
        <p15:guide id="13"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ersoonsgegeve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0209-2C36-F038-7520-FAD53C2EB817}"/>
              </a:ext>
            </a:extLst>
          </p:cNvPr>
          <p:cNvSpPr>
            <a:spLocks noGrp="1"/>
          </p:cNvSpPr>
          <p:nvPr>
            <p:ph type="title" hasCustomPrompt="1"/>
          </p:nvPr>
        </p:nvSpPr>
        <p:spPr>
          <a:xfrm>
            <a:off x="882035" y="1808163"/>
            <a:ext cx="7019925" cy="720726"/>
          </a:xfrm>
        </p:spPr>
        <p:txBody>
          <a:bodyPr/>
          <a:lstStyle>
            <a:lvl1pPr>
              <a:defRPr sz="2800"/>
            </a:lvl1pPr>
          </a:lstStyle>
          <a:p>
            <a:r>
              <a:rPr lang="nl-NL" dirty="0"/>
              <a:t>Naam medewerker (=Kop2)</a:t>
            </a:r>
          </a:p>
        </p:txBody>
      </p:sp>
      <p:sp>
        <p:nvSpPr>
          <p:cNvPr id="7" name="Tijdelijke aanduiding voor tekst 6">
            <a:extLst>
              <a:ext uri="{FF2B5EF4-FFF2-40B4-BE49-F238E27FC236}">
                <a16:creationId xmlns:a16="http://schemas.microsoft.com/office/drawing/2014/main" id="{145A1715-629E-2621-6761-BEBBFC892E08}"/>
              </a:ext>
            </a:extLst>
          </p:cNvPr>
          <p:cNvSpPr>
            <a:spLocks noGrp="1"/>
          </p:cNvSpPr>
          <p:nvPr>
            <p:ph type="body" sz="quarter" idx="13" hasCustomPrompt="1"/>
          </p:nvPr>
        </p:nvSpPr>
        <p:spPr>
          <a:xfrm>
            <a:off x="876300" y="2708275"/>
            <a:ext cx="7019925" cy="720725"/>
          </a:xfrm>
        </p:spPr>
        <p:txBody>
          <a:bodyPr anchor="ctr"/>
          <a:lstStyle>
            <a:lvl1pPr marL="0" indent="0">
              <a:buNone/>
              <a:defRPr/>
            </a:lvl1pPr>
            <a:lvl2pPr marL="239400" indent="0">
              <a:buNone/>
              <a:defRPr/>
            </a:lvl2pPr>
            <a:lvl3pPr marL="491400" indent="0">
              <a:buNone/>
              <a:defRPr/>
            </a:lvl3pPr>
            <a:lvl4pPr marL="743400" indent="0">
              <a:buNone/>
              <a:defRPr/>
            </a:lvl4pPr>
            <a:lvl5pPr marL="995400" indent="0">
              <a:buNone/>
              <a:defRPr/>
            </a:lvl5pPr>
          </a:lstStyle>
          <a:p>
            <a:pPr lvl="0"/>
            <a:r>
              <a:rPr lang="nl-NL" dirty="0"/>
              <a:t>Functie</a:t>
            </a:r>
          </a:p>
        </p:txBody>
      </p:sp>
      <p:sp>
        <p:nvSpPr>
          <p:cNvPr id="9" name="Tijdelijke aanduiding voor tekst 8">
            <a:extLst>
              <a:ext uri="{FF2B5EF4-FFF2-40B4-BE49-F238E27FC236}">
                <a16:creationId xmlns:a16="http://schemas.microsoft.com/office/drawing/2014/main" id="{5616F459-8A07-ED67-34B8-805FF49C7C32}"/>
              </a:ext>
            </a:extLst>
          </p:cNvPr>
          <p:cNvSpPr>
            <a:spLocks noGrp="1"/>
          </p:cNvSpPr>
          <p:nvPr>
            <p:ph type="body" sz="quarter" idx="14" hasCustomPrompt="1"/>
          </p:nvPr>
        </p:nvSpPr>
        <p:spPr>
          <a:xfrm>
            <a:off x="884646" y="3608388"/>
            <a:ext cx="7019925" cy="360362"/>
          </a:xfrm>
        </p:spPr>
        <p:txBody>
          <a:bodyPr anchor="ctr"/>
          <a:lstStyle>
            <a:lvl1pPr marL="0" indent="0">
              <a:buNone/>
              <a:defRPr/>
            </a:lvl1pPr>
          </a:lstStyle>
          <a:p>
            <a:pPr lvl="0"/>
            <a:r>
              <a:rPr lang="nl-NL" dirty="0"/>
              <a:t>E-mail</a:t>
            </a:r>
          </a:p>
        </p:txBody>
      </p:sp>
      <p:sp>
        <p:nvSpPr>
          <p:cNvPr id="15" name="Tijdelijke aanduiding voor afbeelding 14">
            <a:extLst>
              <a:ext uri="{FF2B5EF4-FFF2-40B4-BE49-F238E27FC236}">
                <a16:creationId xmlns:a16="http://schemas.microsoft.com/office/drawing/2014/main" id="{BBB7DDF7-1AC2-FAC9-59EE-82B6DBBD11EF}"/>
              </a:ext>
            </a:extLst>
          </p:cNvPr>
          <p:cNvSpPr>
            <a:spLocks noGrp="1"/>
          </p:cNvSpPr>
          <p:nvPr>
            <p:ph type="pic" sz="quarter" idx="16" hasCustomPrompt="1"/>
          </p:nvPr>
        </p:nvSpPr>
        <p:spPr>
          <a:xfrm>
            <a:off x="8796338" y="1628774"/>
            <a:ext cx="2519362" cy="2520951"/>
          </a:xfrm>
          <a:prstGeom prst="rect">
            <a:avLst/>
          </a:prstGeom>
        </p:spPr>
        <p:txBody>
          <a:bodyPr/>
          <a:lstStyle>
            <a:lvl1pPr marL="0" indent="0">
              <a:buNone/>
              <a:defRPr sz="1400"/>
            </a:lvl1pPr>
          </a:lstStyle>
          <a:p>
            <a:r>
              <a:rPr lang="nl-NL" dirty="0"/>
              <a:t>Foto van medewerker</a:t>
            </a:r>
            <a:br>
              <a:rPr lang="nl-NL" dirty="0"/>
            </a:br>
            <a:r>
              <a:rPr lang="nl-NL" dirty="0"/>
              <a:t>Denk om de alt-tekst, de naam hiernaast is niet voldoende</a:t>
            </a:r>
          </a:p>
        </p:txBody>
      </p:sp>
      <p:sp>
        <p:nvSpPr>
          <p:cNvPr id="5" name="Tijdelijke aanduiding voor tekst 4">
            <a:extLst>
              <a:ext uri="{FF2B5EF4-FFF2-40B4-BE49-F238E27FC236}">
                <a16:creationId xmlns:a16="http://schemas.microsoft.com/office/drawing/2014/main" id="{F2B1DFD1-2B3E-7DF6-6338-33ABB1235EDB}"/>
              </a:ext>
            </a:extLst>
          </p:cNvPr>
          <p:cNvSpPr>
            <a:spLocks noGrp="1"/>
          </p:cNvSpPr>
          <p:nvPr>
            <p:ph type="body" sz="quarter" idx="17" hasCustomPrompt="1"/>
          </p:nvPr>
        </p:nvSpPr>
        <p:spPr>
          <a:xfrm>
            <a:off x="884238" y="4913313"/>
            <a:ext cx="7011987" cy="1035050"/>
          </a:xfrm>
        </p:spPr>
        <p:txBody>
          <a:bodyPr/>
          <a:lstStyle>
            <a:lvl1pPr marL="0" indent="0">
              <a:buNone/>
              <a:defRPr/>
            </a:lvl1pPr>
          </a:lstStyle>
          <a:p>
            <a:pPr lvl="0"/>
            <a:r>
              <a:rPr lang="nl-NL" sz="2400" dirty="0"/>
              <a:t>Zelf invullen, want anders niet toegankelijk, Christiaan Krammlaan 2, 3571 AX Utrecht</a:t>
            </a:r>
          </a:p>
          <a:p>
            <a:pPr lvl="0"/>
            <a:endParaRPr lang="nl-NL" dirty="0"/>
          </a:p>
        </p:txBody>
      </p:sp>
      <p:pic>
        <p:nvPicPr>
          <p:cNvPr id="4" name="Graphic 3">
            <a:extLst>
              <a:ext uri="{FF2B5EF4-FFF2-40B4-BE49-F238E27FC236}">
                <a16:creationId xmlns:a16="http://schemas.microsoft.com/office/drawing/2014/main" id="{FB97A4AC-EA1F-40C8-E224-A1B4B94F0B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373" y="314482"/>
            <a:ext cx="3592151" cy="810261"/>
          </a:xfrm>
          <a:prstGeom prst="rect">
            <a:avLst/>
          </a:prstGeom>
        </p:spPr>
      </p:pic>
    </p:spTree>
    <p:extLst>
      <p:ext uri="{BB962C8B-B14F-4D97-AF65-F5344CB8AC3E}">
        <p14:creationId xmlns:p14="http://schemas.microsoft.com/office/powerpoint/2010/main" val="2757306763"/>
      </p:ext>
    </p:extLst>
  </p:cSld>
  <p:clrMapOvr>
    <a:masterClrMapping/>
  </p:clrMapOvr>
  <p:extLst>
    <p:ext uri="{DCECCB84-F9BA-43D5-87BE-67443E8EF086}">
      <p15:sldGuideLst xmlns:p15="http://schemas.microsoft.com/office/powerpoint/2012/main">
        <p15:guide id="1" orient="horz" pos="2160" userDrawn="1">
          <p15:clr>
            <a:srgbClr val="FBAE40"/>
          </p15:clr>
        </p15:guide>
        <p15:guide id="3" pos="438" userDrawn="1">
          <p15:clr>
            <a:srgbClr val="FBAE40"/>
          </p15:clr>
        </p15:guide>
        <p15:guide id="4" pos="7242" userDrawn="1">
          <p15:clr>
            <a:srgbClr val="FBAE40"/>
          </p15:clr>
        </p15:guide>
        <p15:guide id="5" pos="5541" userDrawn="1">
          <p15:clr>
            <a:srgbClr val="FBAE40"/>
          </p15:clr>
        </p15:guide>
        <p15:guide id="6" pos="7128" userDrawn="1">
          <p15:clr>
            <a:srgbClr val="FBAE40"/>
          </p15:clr>
        </p15:guide>
        <p15:guide id="7" pos="552" userDrawn="1">
          <p15:clr>
            <a:srgbClr val="FBAE40"/>
          </p15:clr>
        </p15:guide>
        <p15:guide id="8" orient="horz" pos="1026" userDrawn="1">
          <p15:clr>
            <a:srgbClr val="FBAE40"/>
          </p15:clr>
        </p15:guide>
        <p15:guide id="9" orient="horz" pos="4201" userDrawn="1">
          <p15:clr>
            <a:srgbClr val="FBAE40"/>
          </p15:clr>
        </p15:guide>
        <p15:guide id="10" orient="horz" pos="3747" userDrawn="1">
          <p15:clr>
            <a:srgbClr val="FBAE40"/>
          </p15:clr>
        </p15:guide>
        <p15:guide id="11" orient="horz" pos="3861" userDrawn="1">
          <p15:clr>
            <a:srgbClr val="FBAE40"/>
          </p15:clr>
        </p15:guide>
        <p15:guide id="12" orient="horz" pos="1593" userDrawn="1">
          <p15:clr>
            <a:srgbClr val="FBAE40"/>
          </p15:clr>
        </p15:guide>
        <p15:guide id="13" pos="4974" userDrawn="1">
          <p15:clr>
            <a:srgbClr val="FBAE40"/>
          </p15:clr>
        </p15:guide>
        <p15:guide id="14" orient="horz" pos="1706" userDrawn="1">
          <p15:clr>
            <a:srgbClr val="FBAE40"/>
          </p15:clr>
        </p15:guide>
        <p15:guide id="16" orient="horz" pos="2614" userDrawn="1">
          <p15:clr>
            <a:srgbClr val="FBAE40"/>
          </p15:clr>
        </p15:guide>
        <p15:guide id="17" orient="horz" pos="3095" userDrawn="1">
          <p15:clr>
            <a:srgbClr val="FBAE40"/>
          </p15:clr>
        </p15:guide>
        <p15:guide id="19" orient="horz" pos="1139" userDrawn="1">
          <p15:clr>
            <a:srgbClr val="FBAE40"/>
          </p15:clr>
        </p15:guide>
        <p15:guide id="20" orient="horz" pos="2500" userDrawn="1">
          <p15:clr>
            <a:srgbClr val="FBAE40"/>
          </p15:clr>
        </p15:guide>
        <p15:guide id="22" orient="horz" pos="232" userDrawn="1">
          <p15:clr>
            <a:srgbClr val="FBAE40"/>
          </p15:clr>
        </p15:guide>
        <p15:guide id="23"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tekst, grafiek of tabel  volle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5" y="368300"/>
            <a:ext cx="10801350" cy="990600"/>
          </a:xfrm>
        </p:spPr>
        <p:txBody>
          <a:bodyPr/>
          <a:lstStyle>
            <a:lvl1pPr>
              <a:defRPr/>
            </a:lvl1pPr>
          </a:lstStyle>
          <a:p>
            <a:r>
              <a:rPr lang="nl-NL" dirty="0"/>
              <a:t>Kop2 boven tekst of bijvoorbeeld een grafiek over de volle breedte</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a:lstStyle>
            <a:lvl1pPr marL="230400" indent="-230400">
              <a:buFont typeface="Arial" panose="020B0604020202020204" pitchFamily="34" charset="0"/>
              <a:buChar char="•"/>
              <a:defRPr/>
            </a:lvl1pPr>
            <a:lvl2pPr>
              <a:defRPr/>
            </a:lvl2pPr>
            <a:lvl3pPr>
              <a:defRPr/>
            </a:lvl3pPr>
          </a:lstStyle>
          <a:p>
            <a:pPr lvl="0"/>
            <a:r>
              <a:rPr lang="nl-NL" dirty="0"/>
              <a:t>Tekst kleiner of groter maken? Selecteer alle tekst en klik Ctrl-Shift plus of min. Of ga naar tabblad Start, klik in Lettertype op A^ of Aˇ. Je hele tekst wordt groter of kleiner met behoud van verschillen tussen niveaus.</a:t>
            </a:r>
            <a:br>
              <a:rPr lang="nl-NL" dirty="0"/>
            </a:br>
            <a:r>
              <a:rPr lang="nl-NL" dirty="0"/>
              <a:t>Grafiek of tabel invoegen? Klik op het icoon van de grafiek of tabel. De kleuren van de grafiek zijn al toegankelijk en in de huisstijl. Zie uitlegslide.</a:t>
            </a:r>
          </a:p>
          <a:p>
            <a:pPr lvl="1"/>
            <a:r>
              <a:rPr lang="nl-NL" dirty="0"/>
              <a:t>Tweede niveau</a:t>
            </a:r>
          </a:p>
          <a:p>
            <a:pPr lvl="2"/>
            <a:r>
              <a:rPr lang="nl-NL" dirty="0"/>
              <a:t>Derde niveau</a:t>
            </a:r>
          </a:p>
          <a:p>
            <a:pPr lvl="0"/>
            <a:endParaRPr lang="nl-NL" dirty="0"/>
          </a:p>
        </p:txBody>
      </p:sp>
    </p:spTree>
    <p:extLst>
      <p:ext uri="{BB962C8B-B14F-4D97-AF65-F5344CB8AC3E}">
        <p14:creationId xmlns:p14="http://schemas.microsoft.com/office/powerpoint/2010/main" val="26341499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67" userDrawn="1">
          <p15:clr>
            <a:srgbClr val="FBAE40"/>
          </p15:clr>
        </p15:guide>
        <p15:guide id="10" orient="horz" pos="4201" userDrawn="1">
          <p15:clr>
            <a:srgbClr val="FBAE40"/>
          </p15:clr>
        </p15:guide>
        <p15:guide id="11" orient="horz" pos="3747" userDrawn="1">
          <p15:clr>
            <a:srgbClr val="FBAE40"/>
          </p15:clr>
        </p15:guide>
        <p15:guide id="12" orient="horz" pos="102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tekst 2/3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dirty="0"/>
              <a:t>Kop2 boven tekst over twee derde van de volle breedte</a:t>
            </a:r>
          </a:p>
        </p:txBody>
      </p:sp>
      <p:sp>
        <p:nvSpPr>
          <p:cNvPr id="3" name="Tijdelijke aanduiding voor inhoud 2">
            <a:extLst>
              <a:ext uri="{FF2B5EF4-FFF2-40B4-BE49-F238E27FC236}">
                <a16:creationId xmlns:a16="http://schemas.microsoft.com/office/drawing/2014/main" id="{578513C4-F7CF-A967-502E-A5575764B62F}"/>
              </a:ext>
              <a:ext uri="{C183D7F6-B498-43B3-948B-1728B52AA6E4}">
                <adec:decorative xmlns:adec="http://schemas.microsoft.com/office/drawing/2017/decorative" val="0"/>
              </a:ext>
            </a:extLst>
          </p:cNvPr>
          <p:cNvSpPr>
            <a:spLocks noGrp="1"/>
          </p:cNvSpPr>
          <p:nvPr>
            <p:ph idx="1" hasCustomPrompt="1"/>
          </p:nvPr>
        </p:nvSpPr>
        <p:spPr>
          <a:xfrm>
            <a:off x="876299" y="1628775"/>
            <a:ext cx="7199313" cy="4319588"/>
          </a:xfrm>
        </p:spPr>
        <p:txBody>
          <a:bodyPr/>
          <a:lstStyle>
            <a:lvl1pPr>
              <a:defRPr/>
            </a:lvl1pPr>
            <a:lvl3pPr marL="491400" indent="0">
              <a:buNone/>
              <a:defRPr/>
            </a:lvl3pPr>
          </a:lstStyle>
          <a:p>
            <a:pPr lvl="0"/>
            <a:r>
              <a:rPr lang="nl-NL" dirty="0"/>
              <a:t>Tekst kleiner of groter maken? Selecteer alle tekst en klik Ctrl-Shift plus of min. Of ga naar tabblad Start, klik in Lettertype op A^ of Aˇ. Je hele tekst wordt groter of kleiner met behoud van verschillen tussen niveaus. Grafiek of tabel invoegen? Klik op het icoon van de grafiek of tabel. De kleuren van de grafiek zijn al toegankelijk en in de huisstijl. Zie uitlegslide</a:t>
            </a:r>
          </a:p>
          <a:p>
            <a:pPr lvl="1"/>
            <a:r>
              <a:rPr lang="nl-NL" dirty="0"/>
              <a:t>Tweede niveau</a:t>
            </a:r>
          </a:p>
        </p:txBody>
      </p:sp>
    </p:spTree>
    <p:extLst>
      <p:ext uri="{BB962C8B-B14F-4D97-AF65-F5344CB8AC3E}">
        <p14:creationId xmlns:p14="http://schemas.microsoft.com/office/powerpoint/2010/main" val="3064923961"/>
      </p:ext>
    </p:extLst>
  </p:cSld>
  <p:clrMapOvr>
    <a:masterClrMapping/>
  </p:clrMapOvr>
  <p:extLst>
    <p:ext uri="{DCECCB84-F9BA-43D5-87BE-67443E8EF086}">
      <p15:sldGuideLst xmlns:p15="http://schemas.microsoft.com/office/powerpoint/2012/main">
        <p15:guide id="3" pos="438" userDrawn="1">
          <p15:clr>
            <a:srgbClr val="FBAE40"/>
          </p15:clr>
        </p15:guide>
        <p15:guide id="4" pos="7242" userDrawn="1">
          <p15:clr>
            <a:srgbClr val="FBAE40"/>
          </p15:clr>
        </p15:guide>
        <p15:guide id="5" pos="552" userDrawn="1">
          <p15:clr>
            <a:srgbClr val="FBAE40"/>
          </p15:clr>
        </p15:guide>
        <p15:guide id="6" pos="7128" userDrawn="1">
          <p15:clr>
            <a:srgbClr val="FBAE40"/>
          </p15:clr>
        </p15:guide>
        <p15:guide id="7" orient="horz" pos="232" userDrawn="1">
          <p15:clr>
            <a:srgbClr val="FBAE40"/>
          </p15:clr>
        </p15:guide>
        <p15:guide id="8" orient="horz" pos="856" userDrawn="1">
          <p15:clr>
            <a:srgbClr val="FBAE40"/>
          </p15:clr>
        </p15:guide>
        <p15:guide id="10" orient="horz" pos="4201" userDrawn="1">
          <p15:clr>
            <a:srgbClr val="FBAE40"/>
          </p15:clr>
        </p15:guide>
        <p15:guide id="11" orient="horz" pos="3861" userDrawn="1">
          <p15:clr>
            <a:srgbClr val="FBAE40"/>
          </p15:clr>
        </p15:guide>
        <p15:guide id="12" orient="horz" pos="3747" userDrawn="1">
          <p15:clr>
            <a:srgbClr val="FBAE40"/>
          </p15:clr>
        </p15:guide>
        <p15:guide id="13" pos="5087" userDrawn="1">
          <p15:clr>
            <a:srgbClr val="FBAE40"/>
          </p15:clr>
        </p15:guide>
        <p15:guide id="14" orient="horz" pos="102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en tekst 2 kolomm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dirty="0"/>
              <a:t>Kop2 boven tekst in 2 doorlopende kolommen</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numCol="2" spcCol="540000"/>
          <a:lstStyle>
            <a:lvl1pPr marL="230400" indent="-230400">
              <a:buFont typeface="Arial" panose="020B0604020202020204" pitchFamily="34" charset="0"/>
              <a:buChar char="•"/>
              <a:defRPr/>
            </a:lvl1pPr>
            <a:lvl2pPr marL="582300" indent="-342900">
              <a:buFont typeface="Arial" panose="020B0604020202020204" pitchFamily="34" charset="0"/>
              <a:buChar char="•"/>
              <a:defRPr/>
            </a:lvl2pPr>
            <a:lvl3pPr marL="491400" indent="0">
              <a:buNone/>
              <a:defRPr/>
            </a:lvl3pPr>
            <a:lvl4pPr marL="743400" indent="0">
              <a:buNone/>
              <a:defRPr/>
            </a:lvl4pPr>
            <a:lvl5pPr marL="995400" indent="0">
              <a:buNone/>
              <a:defRPr/>
            </a:lvl5pPr>
          </a:lstStyle>
          <a:p>
            <a:pPr lvl="0"/>
            <a:r>
              <a:rPr lang="nl-NL" dirty="0"/>
              <a:t>Tekst kleiner of groter maken? Selecteer alle tekst en klik Ctrl-Shift plus of min.</a:t>
            </a:r>
            <a:br>
              <a:rPr lang="nl-NL" dirty="0"/>
            </a:br>
            <a:r>
              <a:rPr lang="nl-NL" dirty="0"/>
              <a:t>Of ga naar tabblad Start, klik in Lettertype op A^ of Aˇ.</a:t>
            </a:r>
            <a:br>
              <a:rPr lang="nl-NL" dirty="0"/>
            </a:br>
            <a:r>
              <a:rPr lang="nl-NL" dirty="0"/>
              <a:t>Je hele tekst wordt groter of kleiner met behoud van verschillen tussen niveaus.</a:t>
            </a:r>
          </a:p>
          <a:p>
            <a:pPr lvl="1"/>
            <a:r>
              <a:rPr lang="nl-NL" dirty="0"/>
              <a:t>Tweede niveau</a:t>
            </a:r>
          </a:p>
          <a:p>
            <a:pPr lvl="0"/>
            <a:br>
              <a:rPr lang="nl-NL" dirty="0"/>
            </a:br>
            <a:endParaRPr lang="nl-NL" dirty="0"/>
          </a:p>
        </p:txBody>
      </p:sp>
    </p:spTree>
    <p:extLst>
      <p:ext uri="{BB962C8B-B14F-4D97-AF65-F5344CB8AC3E}">
        <p14:creationId xmlns:p14="http://schemas.microsoft.com/office/powerpoint/2010/main" val="39539161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232" userDrawn="1">
          <p15:clr>
            <a:srgbClr val="FBAE40"/>
          </p15:clr>
        </p15:guide>
        <p15:guide id="11" orient="horz" pos="4201" userDrawn="1">
          <p15:clr>
            <a:srgbClr val="FBAE40"/>
          </p15:clr>
        </p15:guide>
        <p15:guide id="12" orient="horz" pos="3861" userDrawn="1">
          <p15:clr>
            <a:srgbClr val="FBAE40"/>
          </p15:clr>
        </p15:guide>
        <p15:guide id="13" orient="horz" pos="3747" userDrawn="1">
          <p15:clr>
            <a:srgbClr val="FBAE40"/>
          </p15:clr>
        </p15:guide>
        <p15:guide id="14" orient="horz" pos="856" userDrawn="1">
          <p15:clr>
            <a:srgbClr val="FBAE40"/>
          </p15:clr>
        </p15:guide>
        <p15:guide id="15" orient="horz" pos="102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717F5A-83E8-4C21-C775-6B3C7ED1D337}"/>
              </a:ext>
            </a:extLst>
          </p:cNvPr>
          <p:cNvSpPr>
            <a:spLocks noGrp="1"/>
          </p:cNvSpPr>
          <p:nvPr>
            <p:ph type="title" hasCustomPrompt="1"/>
          </p:nvPr>
        </p:nvSpPr>
        <p:spPr>
          <a:xfrm>
            <a:off x="695325" y="279400"/>
            <a:ext cx="10801350" cy="1079500"/>
          </a:xfrm>
        </p:spPr>
        <p:txBody>
          <a:bodyPr/>
          <a:lstStyle>
            <a:lvl1pPr>
              <a:defRPr/>
            </a:lvl1pPr>
          </a:lstStyle>
          <a:p>
            <a:r>
              <a:rPr lang="nl-NL" dirty="0"/>
              <a:t>Kop2 boven twee losse kolommen of onderdelen</a:t>
            </a:r>
          </a:p>
        </p:txBody>
      </p:sp>
      <p:sp>
        <p:nvSpPr>
          <p:cNvPr id="3" name="Tijdelijke aanduiding voor inhoud 2">
            <a:extLst>
              <a:ext uri="{FF2B5EF4-FFF2-40B4-BE49-F238E27FC236}">
                <a16:creationId xmlns:a16="http://schemas.microsoft.com/office/drawing/2014/main" id="{9436AAF4-AAFB-E104-5517-3A7A1289C162}"/>
              </a:ext>
            </a:extLst>
          </p:cNvPr>
          <p:cNvSpPr>
            <a:spLocks noGrp="1"/>
          </p:cNvSpPr>
          <p:nvPr>
            <p:ph sz="half" idx="1" hasCustomPrompt="1"/>
          </p:nvPr>
        </p:nvSpPr>
        <p:spPr>
          <a:xfrm>
            <a:off x="876300" y="1628775"/>
            <a:ext cx="4949825" cy="4319588"/>
          </a:xfrm>
        </p:spPr>
        <p:txBody>
          <a:bodyPr/>
          <a:lstStyle>
            <a:lvl1pPr>
              <a:defRPr/>
            </a:lvl1pPr>
          </a:lstStyle>
          <a:p>
            <a:pPr lvl="0"/>
            <a:r>
              <a:rPr lang="nl-NL" dirty="0"/>
              <a:t>Tekst kleiner of groter maken? Selecteer alle tekst en klik Ctrl-Shift plus of min. Of ga naar tabblad Start, klik in Lettertype op A^ of Aˇ.</a:t>
            </a:r>
            <a:br>
              <a:rPr lang="nl-NL" dirty="0"/>
            </a:br>
            <a:br>
              <a:rPr lang="nl-NL" dirty="0"/>
            </a:br>
            <a:r>
              <a:rPr lang="nl-NL" dirty="0"/>
              <a:t>Je hele tekst wordt groter of kleiner met behoud van verschillen tussen niveaus.</a:t>
            </a:r>
            <a:br>
              <a:rPr lang="nl-NL" dirty="0"/>
            </a:br>
            <a:endParaRPr lang="nl-NL" dirty="0"/>
          </a:p>
        </p:txBody>
      </p:sp>
      <p:sp>
        <p:nvSpPr>
          <p:cNvPr id="4" name="Tijdelijke aanduiding voor inhoud 3">
            <a:extLst>
              <a:ext uri="{FF2B5EF4-FFF2-40B4-BE49-F238E27FC236}">
                <a16:creationId xmlns:a16="http://schemas.microsoft.com/office/drawing/2014/main" id="{0CDCE9E4-0276-A0A4-5991-3F4C8C3F97BE}"/>
              </a:ext>
            </a:extLst>
          </p:cNvPr>
          <p:cNvSpPr>
            <a:spLocks noGrp="1"/>
          </p:cNvSpPr>
          <p:nvPr>
            <p:ph sz="half" idx="2" hasCustomPrompt="1"/>
          </p:nvPr>
        </p:nvSpPr>
        <p:spPr>
          <a:xfrm>
            <a:off x="6365875" y="1628775"/>
            <a:ext cx="4949826" cy="4319588"/>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Gebruik voor afbeeldingen of video’s in de huisstijl een andere slide, die met twee helften met de titel en eventueel tekst in de ene helft.</a:t>
            </a:r>
            <a:br>
              <a:rPr lang="nl-NL" dirty="0"/>
            </a:br>
            <a:r>
              <a:rPr lang="nl-NL" dirty="0"/>
              <a:t>Grafieken en diagrammen zijn niet vanzelf toegankelijk.</a:t>
            </a:r>
            <a:br>
              <a:rPr lang="nl-NL" dirty="0"/>
            </a:br>
            <a:r>
              <a:rPr lang="nl-NL" dirty="0"/>
              <a:t>Zie uitlegslide.</a:t>
            </a:r>
          </a:p>
        </p:txBody>
      </p:sp>
    </p:spTree>
    <p:extLst>
      <p:ext uri="{BB962C8B-B14F-4D97-AF65-F5344CB8AC3E}">
        <p14:creationId xmlns:p14="http://schemas.microsoft.com/office/powerpoint/2010/main" val="3373136719"/>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176" userDrawn="1">
          <p15:clr>
            <a:srgbClr val="FBAE40"/>
          </p15:clr>
        </p15:guide>
        <p15:guide id="10"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6" orient="horz" pos="102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dirty="0"/>
              <a:t>Kop2 boven een vergelijking van twee teksten, grafieken of afbeeldingen</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Ondertitel of tekst</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br>
              <a:rPr lang="nl-NL" dirty="0"/>
            </a:br>
            <a:r>
              <a:rPr lang="nl-NL" dirty="0"/>
              <a:t>Grafiek of tabel invoegen?</a:t>
            </a:r>
            <a:br>
              <a:rPr lang="nl-NL" dirty="0"/>
            </a:br>
            <a:r>
              <a:rPr lang="nl-NL" dirty="0"/>
              <a:t>Klik op het icoon van de grafiek of tabel. De kleuren zijn al toegankelijk en in de huisstijl. Zie uitlegslides.</a:t>
            </a:r>
          </a:p>
        </p:txBody>
      </p:sp>
      <p:sp>
        <p:nvSpPr>
          <p:cNvPr id="6" name="Tijdelijke aanduiding voor inhoud 5">
            <a:extLst>
              <a:ext uri="{FF2B5EF4-FFF2-40B4-BE49-F238E27FC236}">
                <a16:creationId xmlns:a16="http://schemas.microsoft.com/office/drawing/2014/main" id="{F10CF5E5-14B5-328B-6718-51ADB060E40F}"/>
              </a:ext>
            </a:extLst>
          </p:cNvPr>
          <p:cNvSpPr>
            <a:spLocks noGrp="1"/>
          </p:cNvSpPr>
          <p:nvPr>
            <p:ph sz="quarter" idx="4" hasCustomPrompt="1"/>
          </p:nvPr>
        </p:nvSpPr>
        <p:spPr>
          <a:xfrm>
            <a:off x="6275389" y="2438400"/>
            <a:ext cx="5040312"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Tabellen zijn toegankelijk als ze eenvoudig zijn. Dus 1 onderwerp, weinig rijen en kolommen met een </a:t>
            </a:r>
            <a:r>
              <a:rPr lang="nl-NL" dirty="0" err="1"/>
              <a:t>koprij</a:t>
            </a:r>
            <a:r>
              <a:rPr lang="nl-NL" dirty="0"/>
              <a:t> en/of kopkolom.</a:t>
            </a:r>
            <a:br>
              <a:rPr lang="nl-NL" dirty="0"/>
            </a:br>
            <a:br>
              <a:rPr lang="nl-NL" dirty="0"/>
            </a:br>
            <a:r>
              <a:rPr lang="nl-NL" dirty="0"/>
              <a:t>Grafieken en diagrammen zijn niet vanzelf toegankelijk.</a:t>
            </a:r>
            <a:br>
              <a:rPr lang="nl-NL" dirty="0"/>
            </a:br>
            <a:r>
              <a:rPr lang="nl-NL" dirty="0"/>
              <a:t>Zie uitlegslides.</a:t>
            </a:r>
          </a:p>
        </p:txBody>
      </p:sp>
    </p:spTree>
    <p:extLst>
      <p:ext uri="{BB962C8B-B14F-4D97-AF65-F5344CB8AC3E}">
        <p14:creationId xmlns:p14="http://schemas.microsoft.com/office/powerpoint/2010/main" val="236730968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ekop Algemeen">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55BC459B-2C8D-9B05-D0BC-2D88D0769B8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Algemeen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afbeelding 4">
            <a:extLst>
              <a:ext uri="{FF2B5EF4-FFF2-40B4-BE49-F238E27FC236}">
                <a16:creationId xmlns:a16="http://schemas.microsoft.com/office/drawing/2014/main" id="{F31344A7-423C-8954-71DB-213185C547E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135987741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ekop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9DA5FA6-CDF6-D7AE-367A-F016198476E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Digitaal</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9" name="Tijdelijke aanduiding voor afbeelding 8">
            <a:extLst>
              <a:ext uri="{FF2B5EF4-FFF2-40B4-BE49-F238E27FC236}">
                <a16:creationId xmlns:a16="http://schemas.microsoft.com/office/drawing/2014/main" id="{4ADBEC4F-D666-FBCE-3C57-E492DFE6A1C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3566450620"/>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4" orient="horz" pos="424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ekop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B4B1418-D8B9-3B6A-4F7D-EB8F838149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Fysiek binnen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afbeelding 4">
            <a:extLst>
              <a:ext uri="{FF2B5EF4-FFF2-40B4-BE49-F238E27FC236}">
                <a16:creationId xmlns:a16="http://schemas.microsoft.com/office/drawing/2014/main" id="{0908A587-F408-8D63-B8F7-BA8EAAADEEF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13064528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ekop Fys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052E2D5-2619-B686-8BCE-0EB003A2F1A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Fysiek buiten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6" name="Tijdelijke aanduiding voor afbeelding 5">
            <a:extLst>
              <a:ext uri="{FF2B5EF4-FFF2-40B4-BE49-F238E27FC236}">
                <a16:creationId xmlns:a16="http://schemas.microsoft.com/office/drawing/2014/main" id="{677708E6-B27E-8FF4-AA75-1110C1916C2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3582265533"/>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ekop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7D0B132-7DCA-8227-D034-262F842551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dirty="0"/>
              <a:t>Kop1 van sectie of hoofdstuk, Gebruikersonderzoek</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afbeelding 4">
            <a:extLst>
              <a:ext uri="{FF2B5EF4-FFF2-40B4-BE49-F238E27FC236}">
                <a16:creationId xmlns:a16="http://schemas.microsoft.com/office/drawing/2014/main" id="{732E91C4-F458-C1E3-EDAE-8F4F8817462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641761437"/>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9"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ekop leeg, zelf invull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10801349" cy="990600"/>
          </a:xfrm>
        </p:spPr>
        <p:txBody>
          <a:bodyPr anchor="b"/>
          <a:lstStyle>
            <a:lvl1pPr>
              <a:defRPr sz="3600">
                <a:solidFill>
                  <a:schemeClr val="tx1"/>
                </a:solidFill>
              </a:defRPr>
            </a:lvl1pPr>
          </a:lstStyle>
          <a:p>
            <a:r>
              <a:rPr lang="nl-NL" dirty="0"/>
              <a:t>Kop1 van sectie of hoofdstuk met een afbeelding, slogan of alleen een titel of zo</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6" y="1628775"/>
            <a:ext cx="5040674" cy="18002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Ondertitel</a:t>
            </a:r>
          </a:p>
        </p:txBody>
      </p:sp>
      <p:sp>
        <p:nvSpPr>
          <p:cNvPr id="5" name="Tijdelijke aanduiding voor inhoud 4">
            <a:extLst>
              <a:ext uri="{FF2B5EF4-FFF2-40B4-BE49-F238E27FC236}">
                <a16:creationId xmlns:a16="http://schemas.microsoft.com/office/drawing/2014/main" id="{A67CFE73-8A33-997D-2D11-DDD0F4660299}"/>
              </a:ext>
            </a:extLst>
          </p:cNvPr>
          <p:cNvSpPr>
            <a:spLocks noGrp="1"/>
          </p:cNvSpPr>
          <p:nvPr>
            <p:ph sz="quarter" idx="10" hasCustomPrompt="1"/>
          </p:nvPr>
        </p:nvSpPr>
        <p:spPr>
          <a:xfrm>
            <a:off x="6101564" y="1628775"/>
            <a:ext cx="6090436" cy="4319588"/>
          </a:xfrm>
        </p:spPr>
        <p:txBody>
          <a:bodyPr/>
          <a:lstStyle>
            <a:lvl1pPr marL="0" indent="0">
              <a:buNone/>
              <a:defRPr sz="1200"/>
            </a:lvl1pPr>
          </a:lstStyle>
          <a:p>
            <a:pPr lvl="0"/>
            <a:r>
              <a:rPr lang="nl-NL" dirty="0"/>
              <a:t>Gebruik dit vak voor een afbeelding in lijn met de huisstijl met tekst links (de ondertitel) en afbeeldingen op de rechterhelft.</a:t>
            </a:r>
            <a:br>
              <a:rPr lang="nl-NL" dirty="0"/>
            </a:br>
            <a:r>
              <a:rPr lang="nl-NL" dirty="0"/>
              <a:t>Gebruik altijd een sectieslide en nooit andere slides voor de start van een sectie of hoofdstuk. PowerPoint maakt van die andere slide-titels geen Kop-1 en dan klopt de koppenstructuur niet.</a:t>
            </a:r>
            <a:br>
              <a:rPr lang="nl-NL" dirty="0"/>
            </a:br>
            <a:r>
              <a:rPr lang="nl-NL" dirty="0"/>
              <a:t>Vergeet de alt-tekst niet!</a:t>
            </a:r>
          </a:p>
        </p:txBody>
      </p:sp>
      <p:sp>
        <p:nvSpPr>
          <p:cNvPr id="6" name="Tijdelijke aanduiding voor afbeelding 5">
            <a:extLst>
              <a:ext uri="{FF2B5EF4-FFF2-40B4-BE49-F238E27FC236}">
                <a16:creationId xmlns:a16="http://schemas.microsoft.com/office/drawing/2014/main" id="{8B64C631-A79F-9BCD-37C9-8A8F056B3285}"/>
              </a:ext>
            </a:extLst>
          </p:cNvPr>
          <p:cNvSpPr>
            <a:spLocks noGrp="1"/>
          </p:cNvSpPr>
          <p:nvPr>
            <p:ph type="pic" sz="quarter" idx="11" hasCustomPrompt="1"/>
          </p:nvPr>
        </p:nvSpPr>
        <p:spPr>
          <a:xfrm>
            <a:off x="8940801" y="6092825"/>
            <a:ext cx="2916237"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dirty="0"/>
              <a:t>Logo. Alt=hele tekst: Accessibility,</a:t>
            </a:r>
            <a:br>
              <a:rPr lang="nl-NL" dirty="0"/>
            </a:br>
            <a:r>
              <a:rPr lang="nl-NL" dirty="0"/>
              <a:t>onderdeel van Bartiméus</a:t>
            </a:r>
          </a:p>
          <a:p>
            <a:endParaRPr lang="nl-NL" dirty="0"/>
          </a:p>
        </p:txBody>
      </p:sp>
    </p:spTree>
    <p:extLst>
      <p:ext uri="{BB962C8B-B14F-4D97-AF65-F5344CB8AC3E}">
        <p14:creationId xmlns:p14="http://schemas.microsoft.com/office/powerpoint/2010/main" val="827194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11" orient="horz" pos="3747" userDrawn="1">
          <p15:clr>
            <a:srgbClr val="FBAE40"/>
          </p15:clr>
        </p15:guide>
        <p15:guide id="12" pos="7469" userDrawn="1">
          <p15:clr>
            <a:srgbClr val="FBAE40"/>
          </p15:clr>
        </p15:guide>
        <p15:guide id="13" pos="3613" userDrawn="1">
          <p15:clr>
            <a:srgbClr val="FBAE40"/>
          </p15:clr>
        </p15:guide>
        <p15:guide id="14" pos="5632" userDrawn="1">
          <p15:clr>
            <a:srgbClr val="FBAE40"/>
          </p15:clr>
        </p15:guide>
        <p15:guide id="15" orient="horz" pos="4201" userDrawn="1">
          <p15:clr>
            <a:srgbClr val="FBAE40"/>
          </p15:clr>
        </p15:guide>
        <p15:guide id="16" orient="horz" pos="3838" userDrawn="1">
          <p15:clr>
            <a:srgbClr val="FBAE40"/>
          </p15:clr>
        </p15:guide>
        <p15:guide id="17" orient="horz" pos="4247" userDrawn="1">
          <p15:clr>
            <a:srgbClr val="FBAE40"/>
          </p15:clr>
        </p15:guide>
        <p15:guide id="18" orient="horz" pos="386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fbeelding op hele slid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bg1"/>
          </a:solidFill>
        </p:spPr>
        <p:txBody>
          <a:bodyPr lIns="180000" tIns="108000" rIns="180000" anchor="ctr"/>
          <a:lstStyle>
            <a:lvl1pPr>
              <a:defRPr sz="2800"/>
            </a:lvl1pPr>
          </a:lstStyle>
          <a:p>
            <a:r>
              <a:rPr lang="nl-NL" dirty="0"/>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p:spPr>
        <p:txBody>
          <a:bodyPr lIns="180000" tIns="180000" rIns="180000" bIns="180000"/>
          <a:lstStyle>
            <a:lvl1pPr marL="0" indent="0">
              <a:buNone/>
              <a:defRPr sz="1400">
                <a:sym typeface="Wingdings" panose="05000000000000000000" pitchFamily="2" charset="2"/>
              </a:defRPr>
            </a:lvl1pPr>
          </a:lstStyle>
          <a:p>
            <a:r>
              <a:rPr lang="nl-NL" dirty="0"/>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dirty="0"/>
            </a:br>
            <a:r>
              <a:rPr lang="nl-NL" dirty="0"/>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dirty="0"/>
            </a:br>
            <a:r>
              <a:rPr lang="nl-NL" dirty="0"/>
              <a:t>Bovendien gebruiken niet alle gebruikers met een visuele beperking een screenreader. Zij hebben die titel gewoon nodig om de slide te begrijpen.</a:t>
            </a:r>
            <a:br>
              <a:rPr lang="nl-NL" dirty="0"/>
            </a:br>
            <a:r>
              <a:rPr lang="nl-NL" dirty="0"/>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dirty="0"/>
            </a:br>
            <a:br>
              <a:rPr lang="nl-NL" dirty="0"/>
            </a:br>
            <a:br>
              <a:rPr lang="nl-NL" dirty="0"/>
            </a:br>
            <a:r>
              <a:rPr lang="nl-NL" dirty="0"/>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1114786170"/>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Afbeelding op hele slide, wit">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tx1"/>
          </a:solidFill>
        </p:spPr>
        <p:txBody>
          <a:bodyPr lIns="180000" tIns="108000" rIns="180000" anchor="ctr"/>
          <a:lstStyle>
            <a:lvl1pPr>
              <a:defRPr sz="2800">
                <a:solidFill>
                  <a:schemeClr val="bg1"/>
                </a:solidFill>
              </a:defRPr>
            </a:lvl1pPr>
          </a:lstStyle>
          <a:p>
            <a:r>
              <a:rPr lang="nl-NL" dirty="0"/>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a:solidFill>
            <a:schemeClr val="tx1"/>
          </a:solidFill>
        </p:spPr>
        <p:txBody>
          <a:bodyPr lIns="180000" tIns="180000" rIns="180000" bIns="180000"/>
          <a:lstStyle>
            <a:lvl1pPr marL="0" indent="0">
              <a:buNone/>
              <a:defRPr sz="1400">
                <a:solidFill>
                  <a:schemeClr val="bg1"/>
                </a:solidFill>
                <a:sym typeface="Wingdings" panose="05000000000000000000" pitchFamily="2" charset="2"/>
              </a:defRPr>
            </a:lvl1pPr>
          </a:lstStyle>
          <a:p>
            <a:r>
              <a:rPr lang="nl-NL" dirty="0"/>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dirty="0"/>
            </a:br>
            <a:r>
              <a:rPr lang="nl-NL" dirty="0"/>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dirty="0"/>
            </a:br>
            <a:r>
              <a:rPr lang="nl-NL" dirty="0"/>
              <a:t>Bovendien gebruiken niet alle gebruikers met een visuele beperking een screenreader. Zij hebben die titel gewoon nodig om de slide te begrijpen.</a:t>
            </a:r>
            <a:br>
              <a:rPr lang="nl-NL" dirty="0"/>
            </a:br>
            <a:r>
              <a:rPr lang="nl-NL" dirty="0"/>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dirty="0"/>
            </a:br>
            <a:br>
              <a:rPr lang="nl-NL" dirty="0"/>
            </a:br>
            <a:br>
              <a:rPr lang="nl-NL" dirty="0"/>
            </a:br>
            <a:r>
              <a:rPr lang="nl-NL" dirty="0"/>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64987354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ppenplan zonder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boven een stappenplan zonder cijfers</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2582081809"/>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ppenplan, stap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stap 1</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200601760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ppenplan, stap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stap 2</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26837030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ppenplan, stap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stap 3</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88743615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ppenplan, met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dirty="0"/>
              <a:t>Kop2 Stappenplan, met cijfers</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marge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dirty="0"/>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dirty="0"/>
              <a:t>Pas grootte tekst aan door eerst op hele vakje te gaan staan.</a:t>
            </a:r>
          </a:p>
        </p:txBody>
      </p:sp>
    </p:spTree>
    <p:extLst>
      <p:ext uri="{BB962C8B-B14F-4D97-AF65-F5344CB8AC3E}">
        <p14:creationId xmlns:p14="http://schemas.microsoft.com/office/powerpoint/2010/main" val="93455376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eks va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a:lvl1pPr>
          </a:lstStyle>
          <a:p>
            <a:r>
              <a:rPr lang="nl-NL" dirty="0"/>
              <a:t>Kop2 boven reeks van 2</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dirty="0"/>
              <a:t>De vakjes zijn voor afbeeldingen, grafieken, tekst of iets anders. Pas aan waar nodig. Gebruik de hulplijnen (Tabblad Beeld) om de elementen goed uit te lijnen.</a:t>
            </a:r>
          </a:p>
          <a:p>
            <a:pPr lvl="1"/>
            <a:r>
              <a:rPr lang="nl-NL" dirty="0"/>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1416000" y="3715602"/>
            <a:ext cx="4319638" cy="2232761"/>
          </a:xfrm>
        </p:spPr>
        <p:txBody>
          <a:bodyPr/>
          <a:lstStyle>
            <a:lvl1pPr marL="0" indent="0">
              <a:buNone/>
              <a:defRPr sz="1800"/>
            </a:lvl1pPr>
          </a:lstStyle>
          <a:p>
            <a:pPr lvl="0"/>
            <a:r>
              <a:rPr lang="nl-NL" dirty="0"/>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6456362" y="3703798"/>
            <a:ext cx="4319638" cy="2249487"/>
          </a:xfrm>
        </p:spPr>
        <p:txBody>
          <a:bodyPr/>
          <a:lstStyle>
            <a:lvl1pPr marL="0" indent="0">
              <a:buNone/>
              <a:defRPr sz="1800"/>
            </a:lvl1pPr>
          </a:lstStyle>
          <a:p>
            <a:pPr lvl="0"/>
            <a:r>
              <a:rPr lang="nl-NL" dirty="0"/>
              <a:t>Element 2</a:t>
            </a:r>
          </a:p>
        </p:txBody>
      </p:sp>
    </p:spTree>
    <p:extLst>
      <p:ext uri="{BB962C8B-B14F-4D97-AF65-F5344CB8AC3E}">
        <p14:creationId xmlns:p14="http://schemas.microsoft.com/office/powerpoint/2010/main" val="3477943589"/>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067" userDrawn="1">
          <p15:clr>
            <a:srgbClr val="FBAE40"/>
          </p15:clr>
        </p15:guide>
        <p15:guide id="10" pos="3613"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892" userDrawn="1">
          <p15:clr>
            <a:srgbClr val="FBAE40"/>
          </p15:clr>
        </p15:guide>
        <p15:guide id="24" pos="6788" userDrawn="1">
          <p15:clr>
            <a:srgbClr val="FBAE40"/>
          </p15:clr>
        </p15:guide>
        <p15:guide id="25" pos="2253" userDrawn="1">
          <p15:clr>
            <a:srgbClr val="FBAE40"/>
          </p15:clr>
        </p15:guide>
        <p15:guide id="26" pos="5427" userDrawn="1">
          <p15:clr>
            <a:srgbClr val="FBAE40"/>
          </p15:clr>
        </p15:guide>
        <p15:guide id="27" pos="6108" userDrawn="1">
          <p15:clr>
            <a:srgbClr val="FBAE40"/>
          </p15:clr>
        </p15:guide>
        <p15:guide id="28" pos="4747" userDrawn="1">
          <p15:clr>
            <a:srgbClr val="FBAE40"/>
          </p15:clr>
        </p15:guide>
        <p15:guide id="29" pos="2933" userDrawn="1">
          <p15:clr>
            <a:srgbClr val="FBAE40"/>
          </p15:clr>
        </p15:guide>
        <p15:guide id="30" pos="1232" userDrawn="1">
          <p15:clr>
            <a:srgbClr val="FBAE40"/>
          </p15:clr>
        </p15:guide>
        <p15:guide id="31" orient="horz" pos="2699" userDrawn="1">
          <p15:clr>
            <a:srgbClr val="FBAE40"/>
          </p15:clr>
        </p15:guide>
        <p15:guide id="32" orient="horz" pos="3379" userDrawn="1">
          <p15:clr>
            <a:srgbClr val="FBAE40"/>
          </p15:clr>
        </p15:guide>
        <p15:guide id="33" pos="1572" userDrawn="1">
          <p15:clr>
            <a:srgbClr val="FBAE40"/>
          </p15:clr>
        </p15:guide>
        <p15:guide id="34" pos="1912" userDrawn="1">
          <p15:clr>
            <a:srgbClr val="FBAE40"/>
          </p15:clr>
        </p15:guide>
        <p15:guide id="35" pos="2593" userDrawn="1">
          <p15:clr>
            <a:srgbClr val="FBAE40"/>
          </p15:clr>
        </p15:guide>
        <p15:guide id="36" pos="3273" userDrawn="1">
          <p15:clr>
            <a:srgbClr val="FBAE40"/>
          </p15:clr>
        </p15:guide>
        <p15:guide id="37" pos="4407" userDrawn="1">
          <p15:clr>
            <a:srgbClr val="FBAE40"/>
          </p15:clr>
        </p15:guide>
        <p15:guide id="38" pos="5087" userDrawn="1">
          <p15:clr>
            <a:srgbClr val="FBAE40"/>
          </p15:clr>
        </p15:guide>
        <p15:guide id="39" pos="5768" userDrawn="1">
          <p15:clr>
            <a:srgbClr val="FBAE40"/>
          </p15:clr>
        </p15:guide>
        <p15:guide id="40" pos="6448" userDrawn="1">
          <p15:clr>
            <a:srgbClr val="FBAE40"/>
          </p15:clr>
        </p15:guide>
        <p15:guide id="41" pos="7128" userDrawn="1">
          <p15:clr>
            <a:srgbClr val="FBAE40"/>
          </p15:clr>
        </p15:guide>
        <p15:guide id="42" orient="horz" pos="4201" userDrawn="1">
          <p15:clr>
            <a:srgbClr val="FBAE40"/>
          </p15:clr>
        </p15:guide>
        <p15:guide id="43" orient="horz" pos="221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eks va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a:xfrm>
            <a:off x="695324" y="368299"/>
            <a:ext cx="10801351" cy="990601"/>
          </a:xfrm>
        </p:spPr>
        <p:txBody>
          <a:bodyPr/>
          <a:lstStyle>
            <a:lvl1pPr>
              <a:defRPr/>
            </a:lvl1pPr>
          </a:lstStyle>
          <a:p>
            <a:r>
              <a:rPr lang="nl-NL" dirty="0"/>
              <a:t>Kop2 boven reeks van 3</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dirty="0"/>
              <a:t>De vakjes zijn voor afbeeldingen, grafieken, tekst of iets anders. Pas aan waar nodig. Gebruik de hulplijnen (Tabblad Beeld) om de elementen goed uit te lijnen.</a:t>
            </a:r>
          </a:p>
          <a:p>
            <a:pPr lvl="1"/>
            <a:r>
              <a:rPr lang="nl-NL" dirty="0"/>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8611" y="3698876"/>
            <a:ext cx="2877414" cy="2239168"/>
          </a:xfrm>
        </p:spPr>
        <p:txBody>
          <a:bodyPr/>
          <a:lstStyle>
            <a:lvl1pPr marL="0" indent="0">
              <a:buNone/>
              <a:defRPr sz="1800"/>
            </a:lvl1pPr>
          </a:lstStyle>
          <a:p>
            <a:pPr lvl="0"/>
            <a:r>
              <a:rPr lang="nl-NL" dirty="0"/>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4656139" y="3698876"/>
            <a:ext cx="2879723" cy="2239168"/>
          </a:xfrm>
        </p:spPr>
        <p:txBody>
          <a:bodyPr/>
          <a:lstStyle>
            <a:lvl1pPr marL="0" indent="0">
              <a:buNone/>
              <a:defRPr sz="1800"/>
            </a:lvl1pPr>
          </a:lstStyle>
          <a:p>
            <a:pPr lvl="0"/>
            <a:r>
              <a:rPr lang="nl-NL" dirty="0"/>
              <a:t>Element 2</a:t>
            </a:r>
          </a:p>
        </p:txBody>
      </p:sp>
      <p:sp>
        <p:nvSpPr>
          <p:cNvPr id="4" name="Tijdelijke aanduiding voor inhoud 3">
            <a:extLst>
              <a:ext uri="{FF2B5EF4-FFF2-40B4-BE49-F238E27FC236}">
                <a16:creationId xmlns:a16="http://schemas.microsoft.com/office/drawing/2014/main" id="{7C98B0EE-9B23-A77F-EEC7-16AB43FADD0A}"/>
              </a:ext>
            </a:extLst>
          </p:cNvPr>
          <p:cNvSpPr>
            <a:spLocks noGrp="1"/>
          </p:cNvSpPr>
          <p:nvPr>
            <p:ph sz="quarter" idx="18" hasCustomPrompt="1"/>
          </p:nvPr>
        </p:nvSpPr>
        <p:spPr>
          <a:xfrm>
            <a:off x="8435977" y="3698875"/>
            <a:ext cx="2879723" cy="2239169"/>
          </a:xfrm>
        </p:spPr>
        <p:txBody>
          <a:bodyPr/>
          <a:lstStyle>
            <a:lvl1pPr marL="0" indent="0">
              <a:buNone/>
              <a:defRPr sz="1800"/>
            </a:lvl1pPr>
          </a:lstStyle>
          <a:p>
            <a:pPr lvl="0"/>
            <a:r>
              <a:rPr lang="nl-NL" dirty="0"/>
              <a:t>Element 3</a:t>
            </a:r>
          </a:p>
        </p:txBody>
      </p:sp>
    </p:spTree>
    <p:extLst>
      <p:ext uri="{BB962C8B-B14F-4D97-AF65-F5344CB8AC3E}">
        <p14:creationId xmlns:p14="http://schemas.microsoft.com/office/powerpoint/2010/main" val="576627406"/>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265" userDrawn="1">
          <p15:clr>
            <a:srgbClr val="FBAE40"/>
          </p15:clr>
        </p15:guide>
        <p15:guide id="10" pos="3386" userDrawn="1">
          <p15:clr>
            <a:srgbClr val="FBAE40"/>
          </p15:clr>
        </p15:guide>
        <p15:guide id="14" orient="horz" pos="2330" userDrawn="1">
          <p15:clr>
            <a:srgbClr val="FBAE40"/>
          </p15:clr>
        </p15:guide>
        <p15:guide id="16" orient="horz" pos="232" userDrawn="1">
          <p15:clr>
            <a:srgbClr val="FBAE40"/>
          </p15:clr>
        </p15:guide>
        <p15:guide id="17" orient="horz" pos="85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459" userDrawn="1">
          <p15:clr>
            <a:srgbClr val="FBAE40"/>
          </p15:clr>
        </p15:guide>
        <p15:guide id="25" pos="2366" userDrawn="1">
          <p15:clr>
            <a:srgbClr val="FBAE40"/>
          </p15:clr>
        </p15:guide>
        <p15:guide id="26" pos="5314" userDrawn="1">
          <p15:clr>
            <a:srgbClr val="FBAE40"/>
          </p15:clr>
        </p15:guide>
        <p15:guide id="27" pos="6221" userDrawn="1">
          <p15:clr>
            <a:srgbClr val="FBAE40"/>
          </p15:clr>
        </p15:guide>
        <p15:guide id="28" pos="4747" userDrawn="1">
          <p15:clr>
            <a:srgbClr val="FBAE40"/>
          </p15:clr>
        </p15:guide>
        <p15:guide id="29" pos="2933" userDrawn="1">
          <p15:clr>
            <a:srgbClr val="FBAE40"/>
          </p15:clr>
        </p15:guide>
        <p15:guide id="30" pos="1912" userDrawn="1">
          <p15:clr>
            <a:srgbClr val="FBAE40"/>
          </p15:clr>
        </p15:guide>
        <p15:guide id="31" pos="7128" userDrawn="1">
          <p15:clr>
            <a:srgbClr val="FBAE40"/>
          </p15:clr>
        </p15:guide>
        <p15:guide id="32" pos="1005" userDrawn="1">
          <p15:clr>
            <a:srgbClr val="FBAE40"/>
          </p15:clr>
        </p15:guide>
        <p15:guide id="33" orient="horz" pos="2699" userDrawn="1">
          <p15:clr>
            <a:srgbClr val="FBAE40"/>
          </p15:clr>
        </p15:guide>
        <p15:guide id="34" orient="horz" pos="3379" userDrawn="1">
          <p15:clr>
            <a:srgbClr val="FBAE40"/>
          </p15:clr>
        </p15:guide>
        <p15:guide id="35" pos="5768" userDrawn="1">
          <p15:clr>
            <a:srgbClr val="FBAE40"/>
          </p15:clr>
        </p15:guide>
        <p15:guide id="36" pos="6675" userDrawn="1">
          <p15:clr>
            <a:srgbClr val="FBAE40"/>
          </p15:clr>
        </p15:guide>
        <p15:guide id="37" orient="horz" pos="4201" userDrawn="1">
          <p15:clr>
            <a:srgbClr val="FBAE40"/>
          </p15:clr>
        </p15:guide>
        <p15:guide id="38" orient="horz" pos="2217" userDrawn="1">
          <p15:clr>
            <a:srgbClr val="FBAE40"/>
          </p15:clr>
        </p15:guide>
        <p15:guide id="39" orient="horz" pos="102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eks van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sz="3600"/>
            </a:lvl1pPr>
          </a:lstStyle>
          <a:p>
            <a:r>
              <a:rPr lang="nl-NL" dirty="0"/>
              <a:t>Kop2 boven reeks van 4</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4"/>
          </a:xfrm>
        </p:spPr>
        <p:txBody>
          <a:bodyPr/>
          <a:lstStyle>
            <a:lvl1pPr>
              <a:defRPr sz="2400"/>
            </a:lvl1pPr>
            <a:lvl3pPr marL="491400" indent="0">
              <a:buNone/>
              <a:defRPr/>
            </a:lvl3pPr>
            <a:lvl4pPr marL="743400" indent="0">
              <a:buNone/>
              <a:defRPr/>
            </a:lvl4pPr>
            <a:lvl5pPr marL="995400" indent="0">
              <a:buNone/>
              <a:defRPr/>
            </a:lvl5pPr>
          </a:lstStyle>
          <a:p>
            <a:pPr lvl="0"/>
            <a:r>
              <a:rPr lang="nl-NL" dirty="0"/>
              <a:t>De vakjes zijn voor afbeeldingen, grafieken, tekst of iets anders. Pas aan waar nodig. Gebruik de hulplijnen (tabblad Beeld) om de elementen goed uit te lijnen.</a:t>
            </a:r>
          </a:p>
          <a:p>
            <a:pPr lvl="1"/>
            <a:r>
              <a:rPr lang="nl-NL" dirty="0"/>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6300" y="3715601"/>
            <a:ext cx="2339975" cy="2232761"/>
          </a:xfrm>
        </p:spPr>
        <p:txBody>
          <a:bodyPr/>
          <a:lstStyle>
            <a:lvl1pPr marL="0" indent="0">
              <a:buNone/>
              <a:defRPr sz="1800"/>
            </a:lvl1pPr>
          </a:lstStyle>
          <a:p>
            <a:pPr lvl="0"/>
            <a:r>
              <a:rPr lang="nl-NL" dirty="0"/>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3576638" y="3698874"/>
            <a:ext cx="2339975" cy="2249487"/>
          </a:xfrm>
        </p:spPr>
        <p:txBody>
          <a:bodyPr/>
          <a:lstStyle>
            <a:lvl1pPr marL="0" indent="0">
              <a:buNone/>
              <a:defRPr sz="1800"/>
            </a:lvl1pPr>
          </a:lstStyle>
          <a:p>
            <a:pPr lvl="0"/>
            <a:r>
              <a:rPr lang="nl-NL" dirty="0"/>
              <a:t>Element 2</a:t>
            </a:r>
          </a:p>
        </p:txBody>
      </p:sp>
      <p:sp>
        <p:nvSpPr>
          <p:cNvPr id="11" name="Tijdelijke aanduiding voor inhoud 10">
            <a:extLst>
              <a:ext uri="{FF2B5EF4-FFF2-40B4-BE49-F238E27FC236}">
                <a16:creationId xmlns:a16="http://schemas.microsoft.com/office/drawing/2014/main" id="{E6B8404B-E64A-2A01-4FC7-4E8FBC3D3242}"/>
              </a:ext>
            </a:extLst>
          </p:cNvPr>
          <p:cNvSpPr>
            <a:spLocks noGrp="1"/>
          </p:cNvSpPr>
          <p:nvPr>
            <p:ph sz="quarter" idx="15" hasCustomPrompt="1"/>
          </p:nvPr>
        </p:nvSpPr>
        <p:spPr>
          <a:xfrm>
            <a:off x="6275388" y="3698875"/>
            <a:ext cx="2339975" cy="2249488"/>
          </a:xfrm>
        </p:spPr>
        <p:txBody>
          <a:bodyPr/>
          <a:lstStyle>
            <a:lvl1pPr marL="0" indent="0">
              <a:buNone/>
              <a:defRPr sz="1800"/>
            </a:lvl1pPr>
          </a:lstStyle>
          <a:p>
            <a:pPr lvl="0"/>
            <a:r>
              <a:rPr lang="nl-NL" dirty="0"/>
              <a:t>Element 3</a:t>
            </a:r>
          </a:p>
        </p:txBody>
      </p:sp>
      <p:sp>
        <p:nvSpPr>
          <p:cNvPr id="13" name="Tijdelijke aanduiding voor inhoud 12">
            <a:extLst>
              <a:ext uri="{FF2B5EF4-FFF2-40B4-BE49-F238E27FC236}">
                <a16:creationId xmlns:a16="http://schemas.microsoft.com/office/drawing/2014/main" id="{B7669E0D-3B27-94F4-3E71-A9C2A7FF7994}"/>
              </a:ext>
            </a:extLst>
          </p:cNvPr>
          <p:cNvSpPr>
            <a:spLocks noGrp="1"/>
          </p:cNvSpPr>
          <p:nvPr>
            <p:ph sz="quarter" idx="16" hasCustomPrompt="1"/>
          </p:nvPr>
        </p:nvSpPr>
        <p:spPr>
          <a:xfrm>
            <a:off x="8975725" y="3698875"/>
            <a:ext cx="2339975" cy="2249486"/>
          </a:xfrm>
        </p:spPr>
        <p:txBody>
          <a:bodyPr/>
          <a:lstStyle>
            <a:lvl1pPr marL="0" indent="0">
              <a:buNone/>
              <a:defRPr sz="1800"/>
            </a:lvl1pPr>
          </a:lstStyle>
          <a:p>
            <a:pPr lvl="0"/>
            <a:r>
              <a:rPr lang="nl-NL" dirty="0"/>
              <a:t>Element 4</a:t>
            </a:r>
          </a:p>
        </p:txBody>
      </p:sp>
    </p:spTree>
    <p:extLst>
      <p:ext uri="{BB962C8B-B14F-4D97-AF65-F5344CB8AC3E}">
        <p14:creationId xmlns:p14="http://schemas.microsoft.com/office/powerpoint/2010/main" val="1407005803"/>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6" pos="2026" userDrawn="1">
          <p15:clr>
            <a:srgbClr val="FBAE40"/>
          </p15:clr>
        </p15:guide>
        <p15:guide id="7" pos="2139" userDrawn="1">
          <p15:clr>
            <a:srgbClr val="FBAE40"/>
          </p15:clr>
        </p15:guide>
        <p15:guide id="8" pos="2253" userDrawn="1">
          <p15:clr>
            <a:srgbClr val="FBAE40"/>
          </p15:clr>
        </p15:guide>
        <p15:guide id="9" pos="3953" userDrawn="1">
          <p15:clr>
            <a:srgbClr val="FBAE40"/>
          </p15:clr>
        </p15:guide>
        <p15:guide id="10" pos="3727" userDrawn="1">
          <p15:clr>
            <a:srgbClr val="FBAE40"/>
          </p15:clr>
        </p15:guide>
        <p15:guide id="11" pos="5541" userDrawn="1">
          <p15:clr>
            <a:srgbClr val="FBAE40"/>
          </p15:clr>
        </p15:guide>
        <p15:guide id="12" pos="5427" userDrawn="1">
          <p15:clr>
            <a:srgbClr val="FBAE40"/>
          </p15:clr>
        </p15:guide>
        <p15:guide id="13" pos="5654"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289" userDrawn="1">
          <p15:clr>
            <a:srgbClr val="FBAE40"/>
          </p15:clr>
        </p15:guide>
        <p15:guide id="22" pos="2990" userDrawn="1">
          <p15:clr>
            <a:srgbClr val="FBAE40"/>
          </p15:clr>
        </p15:guide>
        <p15:guide id="23" pos="4690" userDrawn="1">
          <p15:clr>
            <a:srgbClr val="FBAE40"/>
          </p15:clr>
        </p15:guide>
        <p15:guide id="24" pos="6391" userDrawn="1">
          <p15:clr>
            <a:srgbClr val="FBAE40"/>
          </p15:clr>
        </p15:guide>
        <p15:guide id="25" orient="horz" pos="4201" userDrawn="1">
          <p15:clr>
            <a:srgbClr val="FBAE40"/>
          </p15:clr>
        </p15:guide>
        <p15:guide id="26" pos="7128" userDrawn="1">
          <p15:clr>
            <a:srgbClr val="FBAE40"/>
          </p15:clr>
        </p15:guide>
        <p15:guide id="27" pos="920" userDrawn="1">
          <p15:clr>
            <a:srgbClr val="FBAE40"/>
          </p15:clr>
        </p15:guide>
        <p15:guide id="28" pos="1657" userDrawn="1">
          <p15:clr>
            <a:srgbClr val="FBAE40"/>
          </p15:clr>
        </p15:guide>
        <p15:guide id="29" pos="2621" userDrawn="1">
          <p15:clr>
            <a:srgbClr val="FBAE40"/>
          </p15:clr>
        </p15:guide>
        <p15:guide id="30" pos="3358" userDrawn="1">
          <p15:clr>
            <a:srgbClr val="FBAE40"/>
          </p15:clr>
        </p15:guide>
        <p15:guide id="31" pos="4322" userDrawn="1">
          <p15:clr>
            <a:srgbClr val="FBAE40"/>
          </p15:clr>
        </p15:guide>
        <p15:guide id="32" pos="5059" userDrawn="1">
          <p15:clr>
            <a:srgbClr val="FBAE40"/>
          </p15:clr>
        </p15:guide>
        <p15:guide id="33" pos="6023" userDrawn="1">
          <p15:clr>
            <a:srgbClr val="FBAE40"/>
          </p15:clr>
        </p15:guide>
        <p15:guide id="34" pos="6760" userDrawn="1">
          <p15:clr>
            <a:srgbClr val="FBAE40"/>
          </p15:clr>
        </p15:guide>
        <p15:guide id="35" orient="horz" pos="2699" userDrawn="1">
          <p15:clr>
            <a:srgbClr val="FBAE40"/>
          </p15:clr>
        </p15:guide>
        <p15:guide id="36" orient="horz" pos="3379" userDrawn="1">
          <p15:clr>
            <a:srgbClr val="FBAE40"/>
          </p15:clr>
        </p15:guide>
        <p15:guide id="37" orient="horz" pos="221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el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B050A3-CB8A-F617-E230-1098E8F4BDE6}"/>
              </a:ext>
            </a:extLst>
          </p:cNvPr>
          <p:cNvSpPr>
            <a:spLocks noGrp="1"/>
          </p:cNvSpPr>
          <p:nvPr>
            <p:ph type="title" hasCustomPrompt="1"/>
          </p:nvPr>
        </p:nvSpPr>
        <p:spPr>
          <a:xfrm>
            <a:off x="695325" y="2168524"/>
            <a:ext cx="4860926" cy="2520951"/>
          </a:xfrm>
        </p:spPr>
        <p:txBody>
          <a:bodyPr anchor="ctr"/>
          <a:lstStyle>
            <a:lvl1pPr>
              <a:defRPr sz="3200"/>
            </a:lvl1pPr>
          </a:lstStyle>
          <a:p>
            <a:r>
              <a:rPr lang="nl-NL" dirty="0"/>
              <a:t>Kop2 bij afbeelding. Zonder tekst, dus alt-tekst verplicht bij afbeelding. Er is een ander slide met tekst.</a:t>
            </a:r>
          </a:p>
        </p:txBody>
      </p:sp>
      <p:sp>
        <p:nvSpPr>
          <p:cNvPr id="7" name="Tijdelijke aanduiding voor afbeelding 6">
            <a:extLst>
              <a:ext uri="{FF2B5EF4-FFF2-40B4-BE49-F238E27FC236}">
                <a16:creationId xmlns:a16="http://schemas.microsoft.com/office/drawing/2014/main" id="{0990D554-BAED-F34C-2367-A25543C955CC}"/>
              </a:ext>
            </a:extLst>
          </p:cNvPr>
          <p:cNvSpPr>
            <a:spLocks noGrp="1"/>
          </p:cNvSpPr>
          <p:nvPr>
            <p:ph type="pic" sz="quarter" idx="13" hasCustomPrompt="1"/>
          </p:nvPr>
        </p:nvSpPr>
        <p:spPr>
          <a:xfrm>
            <a:off x="6096000" y="0"/>
            <a:ext cx="6096000" cy="6858000"/>
          </a:xfrm>
        </p:spPr>
        <p:txBody>
          <a:bodyPr lIns="108000" tIns="108000" rIns="108000" bIns="108000"/>
          <a:lstStyle>
            <a:lvl1pPr marL="0" indent="0">
              <a:buNone/>
              <a:defRPr sz="1200" b="0"/>
            </a:lvl1pPr>
          </a:lstStyle>
          <a:p>
            <a:r>
              <a:rPr lang="nl-NL" dirty="0"/>
              <a:t>Denk om de alt-tekst!</a:t>
            </a:r>
            <a:br>
              <a:rPr lang="nl-NL" dirty="0"/>
            </a:br>
            <a:r>
              <a:rPr lang="nl-NL" dirty="0"/>
              <a:t>In dit geval is de alt-tekst verplicht omdat de titel/Kop2 anders geen inhoud heeft. Op een slide met ook tekst is dat anders.</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Zet je afbeelding hierin door op het icoontje te klikken. Of door hem vanuit de map hierin te slepen of te kopiëren. De afbeelding neemt automatisch de vorm en grootte van dit vak aan.</a:t>
            </a:r>
            <a:br>
              <a:rPr lang="nl-NL" dirty="0"/>
            </a:br>
            <a:br>
              <a:rPr lang="nl-NL" dirty="0"/>
            </a:br>
            <a:r>
              <a:rPr lang="nl-NL" dirty="0"/>
              <a:t>Past je afbeelding niet? Of ziet deze er raar uit?</a:t>
            </a:r>
            <a:br>
              <a:rPr lang="nl-NL" dirty="0"/>
            </a:br>
            <a:r>
              <a:rPr lang="nl-NL" dirty="0"/>
              <a:t>Ga boven het lint (de bovenbalk) naar het tabblad “Grafische indeling” of “Afbeeldingsindeling. Klik daar op “Bijsnijden”. </a:t>
            </a:r>
            <a:br>
              <a:rPr lang="nl-NL" dirty="0"/>
            </a:br>
            <a:br>
              <a:rPr lang="nl-NL" dirty="0"/>
            </a:br>
            <a:r>
              <a:rPr lang="nl-NL" dirty="0"/>
              <a:t>Je ziet onderin het lijstje staan: “Aanpassen”. Daarmee krijgt je afbeelding zijn oorspronkelijke vorm terug, terwijl de breedte die is van het vak waarin hij komt te staan.</a:t>
            </a:r>
            <a:br>
              <a:rPr lang="nl-NL" dirty="0"/>
            </a:br>
            <a:br>
              <a:rPr lang="nl-NL" dirty="0"/>
            </a:br>
            <a:r>
              <a:rPr lang="nl-NL" dirty="0"/>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dirty="0"/>
          </a:p>
        </p:txBody>
      </p:sp>
    </p:spTree>
    <p:extLst>
      <p:ext uri="{BB962C8B-B14F-4D97-AF65-F5344CB8AC3E}">
        <p14:creationId xmlns:p14="http://schemas.microsoft.com/office/powerpoint/2010/main" val="4157315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1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5" cy="4860926"/>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6096000" cy="6858000"/>
          </a:xfrm>
        </p:spPr>
        <p:txBody>
          <a:bodyPr lIns="108000" tIns="108000" rIns="108000" bIns="108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Zet je afbeelding hierin door op het icoontje te klikken. Of door de afbeelding hierheen te slepen of te kopiëren. Hij neemt automatisch de vorm en grootte van dit vak aan.</a:t>
            </a:r>
            <a:br>
              <a:rPr lang="nl-NL" dirty="0"/>
            </a:br>
            <a:r>
              <a:rPr lang="nl-NL" dirty="0"/>
              <a:t>Past je afbeelding niet? Of ziet deze er raar uit doordat dit hele vak gevuld wordt met iets dat niet past?</a:t>
            </a:r>
            <a:br>
              <a:rPr lang="nl-NL" dirty="0"/>
            </a:br>
            <a:r>
              <a:rPr lang="nl-NL" dirty="0"/>
              <a:t>Ga naar het tabblad “Grafische indeling” of “Afbeeldingsindeling. Klik daar op “Bijsnijden”.</a:t>
            </a:r>
            <a:br>
              <a:rPr lang="nl-NL" dirty="0"/>
            </a:br>
            <a:r>
              <a:rPr lang="nl-NL" dirty="0"/>
              <a:t>Je ziet onderin het lijstje staan: “Aanpassen”. Daarmee krijgt je afbeelding zijn oorspronkelijke vorm terug, terwijl de breedte die is van het vak waarin hij komt te staan.</a:t>
            </a:r>
            <a:br>
              <a:rPr lang="nl-NL" dirty="0"/>
            </a:br>
            <a:br>
              <a:rPr lang="nl-NL" dirty="0"/>
            </a:br>
            <a:r>
              <a:rPr lang="nl-NL" dirty="0"/>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dirty="0"/>
          </a:p>
        </p:txBody>
      </p:sp>
    </p:spTree>
    <p:extLst>
      <p:ext uri="{BB962C8B-B14F-4D97-AF65-F5344CB8AC3E}">
        <p14:creationId xmlns:p14="http://schemas.microsoft.com/office/powerpoint/2010/main" val="44234109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dirty="0"/>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33D2BC37-860F-86D3-F6B3-3AE8A62F41E0}"/>
              </a:ext>
            </a:extLst>
          </p:cNvPr>
          <p:cNvSpPr>
            <a:spLocks noGrp="1"/>
          </p:cNvSpPr>
          <p:nvPr>
            <p:ph type="pic" sz="quarter" idx="15"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644E291-BCF9-4255-BA32-00C6C5D3E667}"/>
              </a:ext>
            </a:extLst>
          </p:cNvPr>
          <p:cNvSpPr>
            <a:spLocks noGrp="1"/>
          </p:cNvSpPr>
          <p:nvPr>
            <p:ph type="pic" sz="quarter" idx="16"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534709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232" userDrawn="1">
          <p15:clr>
            <a:srgbClr val="FBAE40"/>
          </p15:clr>
        </p15:guide>
        <p15:guide id="6" orient="horz" pos="4088"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naas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5" name="Tijdelijke aanduiding voor afbeelding 4">
            <a:extLst>
              <a:ext uri="{FF2B5EF4-FFF2-40B4-BE49-F238E27FC236}">
                <a16:creationId xmlns:a16="http://schemas.microsoft.com/office/drawing/2014/main" id="{95DD351F-D510-FF29-B6A7-EC7231A39934}"/>
              </a:ext>
            </a:extLst>
          </p:cNvPr>
          <p:cNvSpPr>
            <a:spLocks noGrp="1"/>
          </p:cNvSpPr>
          <p:nvPr>
            <p:ph type="pic" sz="quarter" idx="15" hasCustomPrompt="1"/>
          </p:nvPr>
        </p:nvSpPr>
        <p:spPr>
          <a:xfrm>
            <a:off x="6096000"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uitlegside voor de oplossing.</a:t>
            </a:r>
          </a:p>
          <a:p>
            <a:endParaRPr lang="nl-NL" dirty="0"/>
          </a:p>
        </p:txBody>
      </p:sp>
      <p:sp>
        <p:nvSpPr>
          <p:cNvPr id="7" name="Tijdelijke aanduiding voor afbeelding 6">
            <a:extLst>
              <a:ext uri="{FF2B5EF4-FFF2-40B4-BE49-F238E27FC236}">
                <a16:creationId xmlns:a16="http://schemas.microsoft.com/office/drawing/2014/main" id="{644AADF8-4530-F853-A015-E85E6D93A5F5}"/>
              </a:ext>
            </a:extLst>
          </p:cNvPr>
          <p:cNvSpPr>
            <a:spLocks noGrp="1"/>
          </p:cNvSpPr>
          <p:nvPr>
            <p:ph type="pic" sz="quarter" idx="16" hasCustomPrompt="1"/>
          </p:nvPr>
        </p:nvSpPr>
        <p:spPr>
          <a:xfrm>
            <a:off x="9207643"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voor of de uitlegslide de oplossing.</a:t>
            </a:r>
          </a:p>
          <a:p>
            <a:endParaRPr lang="nl-NL" dirty="0"/>
          </a:p>
        </p:txBody>
      </p:sp>
    </p:spTree>
    <p:extLst>
      <p:ext uri="{BB962C8B-B14F-4D97-AF65-F5344CB8AC3E}">
        <p14:creationId xmlns:p14="http://schemas.microsoft.com/office/powerpoint/2010/main" val="2098190250"/>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2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3 afbeeldingen, 2-1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marL="230400" indent="-230400">
              <a:buFont typeface="Arial" panose="020B0604020202020204" pitchFamily="34" charset="0"/>
              <a:buChar char="•"/>
              <a:defRPr/>
            </a:lvl1pPr>
            <a:lvl2pPr marL="239400" indent="0">
              <a:buNone/>
              <a:defRPr/>
            </a:lvl2pPr>
          </a:lstStyle>
          <a:p>
            <a:pPr lvl="0"/>
            <a:r>
              <a:rPr lang="nl-NL" dirty="0"/>
              <a:t>Tekst kleiner of groter maken? Selecteer alle tekst en klik Ctrl-Shift plus of min. Of ga naar tabblad Start, klik in Lettertype op A^ of Aˇ.</a:t>
            </a:r>
          </a:p>
          <a:p>
            <a:pPr lvl="1"/>
            <a:endParaRPr lang="nl-NL" dirty="0"/>
          </a:p>
        </p:txBody>
      </p:sp>
      <p:sp>
        <p:nvSpPr>
          <p:cNvPr id="4" name="Tijdelijke aanduiding voor afbeelding 3">
            <a:extLst>
              <a:ext uri="{FF2B5EF4-FFF2-40B4-BE49-F238E27FC236}">
                <a16:creationId xmlns:a16="http://schemas.microsoft.com/office/drawing/2014/main" id="{BA1D28D1-7ED3-055A-5195-489DFAAFF82F}"/>
              </a:ext>
            </a:extLst>
          </p:cNvPr>
          <p:cNvSpPr>
            <a:spLocks noGrp="1"/>
          </p:cNvSpPr>
          <p:nvPr>
            <p:ph type="pic" sz="quarter" idx="18" hasCustomPrompt="1"/>
          </p:nvPr>
        </p:nvSpPr>
        <p:spPr>
          <a:xfrm>
            <a:off x="6096000" y="-6578"/>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F6E89278-CEBB-1518-D027-3D84ABA6BA16}"/>
              </a:ext>
            </a:extLst>
          </p:cNvPr>
          <p:cNvSpPr>
            <a:spLocks noGrp="1"/>
          </p:cNvSpPr>
          <p:nvPr>
            <p:ph type="pic" sz="quarter" idx="19" hasCustomPrompt="1"/>
          </p:nvPr>
        </p:nvSpPr>
        <p:spPr>
          <a:xfrm>
            <a:off x="9196800" y="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uitlegside voor de oplossing.</a:t>
            </a:r>
          </a:p>
          <a:p>
            <a:endParaRPr lang="nl-NL" dirty="0"/>
          </a:p>
        </p:txBody>
      </p:sp>
      <p:sp>
        <p:nvSpPr>
          <p:cNvPr id="11" name="Tijdelijke aanduiding voor afbeelding 10">
            <a:extLst>
              <a:ext uri="{FF2B5EF4-FFF2-40B4-BE49-F238E27FC236}">
                <a16:creationId xmlns:a16="http://schemas.microsoft.com/office/drawing/2014/main" id="{C52ED923-DB7C-B90F-62E4-25D280DD183D}"/>
              </a:ext>
            </a:extLst>
          </p:cNvPr>
          <p:cNvSpPr>
            <a:spLocks noGrp="1"/>
          </p:cNvSpPr>
          <p:nvPr>
            <p:ph type="pic" sz="quarter" idx="20"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a:p>
            <a:endParaRPr lang="nl-NL" dirty="0"/>
          </a:p>
        </p:txBody>
      </p:sp>
    </p:spTree>
    <p:extLst>
      <p:ext uri="{BB962C8B-B14F-4D97-AF65-F5344CB8AC3E}">
        <p14:creationId xmlns:p14="http://schemas.microsoft.com/office/powerpoint/2010/main" val="497238725"/>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7" orient="horz" pos="2160" userDrawn="1">
          <p15:clr>
            <a:srgbClr val="FBAE40"/>
          </p15:clr>
        </p15:guide>
        <p15:guide id="8" orient="horz" pos="2137" userDrawn="1">
          <p15:clr>
            <a:srgbClr val="FBAE40"/>
          </p15:clr>
        </p15:guide>
        <p15:guide id="9" orient="horz" pos="2183"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1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3 afbeeldingen, 1-2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11" name="Tijdelijke aanduiding voor afbeelding 10">
            <a:extLst>
              <a:ext uri="{FF2B5EF4-FFF2-40B4-BE49-F238E27FC236}">
                <a16:creationId xmlns:a16="http://schemas.microsoft.com/office/drawing/2014/main" id="{2B2D465E-58C0-149D-D41E-EE15C938D6B6}"/>
              </a:ext>
            </a:extLst>
          </p:cNvPr>
          <p:cNvSpPr>
            <a:spLocks noGrp="1"/>
          </p:cNvSpPr>
          <p:nvPr>
            <p:ph type="pic" sz="quarter" idx="17"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4" name="Tijdelijke aanduiding voor afbeelding 3">
            <a:extLst>
              <a:ext uri="{FF2B5EF4-FFF2-40B4-BE49-F238E27FC236}">
                <a16:creationId xmlns:a16="http://schemas.microsoft.com/office/drawing/2014/main" id="{9D23127C-4FE6-E848-6DBC-D89F7D4E0BFB}"/>
              </a:ext>
            </a:extLst>
          </p:cNvPr>
          <p:cNvSpPr>
            <a:spLocks noGrp="1"/>
          </p:cNvSpPr>
          <p:nvPr>
            <p:ph type="pic" sz="quarter" idx="15" hasCustomPrompt="1"/>
          </p:nvPr>
        </p:nvSpPr>
        <p:spPr>
          <a:xfrm>
            <a:off x="6096000" y="3477744"/>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26E9B052-32B0-2639-2F75-9AFC49194B33}"/>
              </a:ext>
            </a:extLst>
          </p:cNvPr>
          <p:cNvSpPr>
            <a:spLocks noGrp="1"/>
          </p:cNvSpPr>
          <p:nvPr>
            <p:ph type="pic" sz="quarter" idx="16" hasCustomPrompt="1"/>
          </p:nvPr>
        </p:nvSpPr>
        <p:spPr>
          <a:xfrm>
            <a:off x="9196800" y="347345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Tree>
    <p:extLst>
      <p:ext uri="{BB962C8B-B14F-4D97-AF65-F5344CB8AC3E}">
        <p14:creationId xmlns:p14="http://schemas.microsoft.com/office/powerpoint/2010/main" val="1091215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9" pos="5790" userDrawn="1">
          <p15:clr>
            <a:srgbClr val="FBAE40"/>
          </p15:clr>
        </p15:guide>
        <p15:guide id="10" pos="5745" userDrawn="1">
          <p15:clr>
            <a:srgbClr val="FBAE40"/>
          </p15:clr>
        </p15:guide>
        <p15:guide id="11" orient="horz" pos="2137" userDrawn="1">
          <p15:clr>
            <a:srgbClr val="FBAE40"/>
          </p15:clr>
        </p15:guide>
        <p15:guide id="13" orient="horz" pos="2183" userDrawn="1">
          <p15:clr>
            <a:srgbClr val="FBAE40"/>
          </p15:clr>
        </p15:guide>
        <p15:guide id="14" pos="43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2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4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816BFF01-E9C9-22CF-01E1-B518266303D5}"/>
              </a:ext>
            </a:extLst>
          </p:cNvPr>
          <p:cNvSpPr>
            <a:spLocks noGrp="1"/>
          </p:cNvSpPr>
          <p:nvPr>
            <p:ph type="pic" sz="quarter" idx="17" hasCustomPrompt="1"/>
          </p:nvPr>
        </p:nvSpPr>
        <p:spPr>
          <a:xfrm>
            <a:off x="6095999" y="-598"/>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13" name="Tijdelijke aanduiding voor afbeelding 12">
            <a:extLst>
              <a:ext uri="{FF2B5EF4-FFF2-40B4-BE49-F238E27FC236}">
                <a16:creationId xmlns:a16="http://schemas.microsoft.com/office/drawing/2014/main" id="{81A0080E-8D3A-0588-61FC-2A756DB5400E}"/>
              </a:ext>
            </a:extLst>
          </p:cNvPr>
          <p:cNvSpPr>
            <a:spLocks noGrp="1"/>
          </p:cNvSpPr>
          <p:nvPr>
            <p:ph type="pic" sz="quarter" idx="18" hasCustomPrompt="1"/>
          </p:nvPr>
        </p:nvSpPr>
        <p:spPr>
          <a:xfrm>
            <a:off x="9196800" y="-7176"/>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03491" y="3474598"/>
            <a:ext cx="2987708"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9196800" y="3481177"/>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Tree>
    <p:extLst>
      <p:ext uri="{BB962C8B-B14F-4D97-AF65-F5344CB8AC3E}">
        <p14:creationId xmlns:p14="http://schemas.microsoft.com/office/powerpoint/2010/main" val="12222359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4088" userDrawn="1">
          <p15:clr>
            <a:srgbClr val="FBAE40"/>
          </p15:clr>
        </p15:guide>
        <p15:guide id="6" pos="3500" userDrawn="1">
          <p15:clr>
            <a:srgbClr val="FBAE40"/>
          </p15:clr>
        </p15:guide>
        <p15:guide id="7" pos="438" userDrawn="1">
          <p15:clr>
            <a:srgbClr val="FBAE40"/>
          </p15:clr>
        </p15:guide>
        <p15:guide id="8" pos="5790" userDrawn="1">
          <p15:clr>
            <a:srgbClr val="FBAE40"/>
          </p15:clr>
        </p15:guide>
        <p15:guide id="9" pos="5745" userDrawn="1">
          <p15:clr>
            <a:srgbClr val="FBAE40"/>
          </p15:clr>
        </p15:guide>
        <p15:guide id="11" orient="horz" pos="2183" userDrawn="1">
          <p15:clr>
            <a:srgbClr val="FBAE40"/>
          </p15:clr>
        </p15:guide>
        <p15:guide id="12" orient="horz" pos="2137" userDrawn="1">
          <p15:clr>
            <a:srgbClr val="FBAE40"/>
          </p15:clr>
        </p15:guide>
        <p15:guide id="13" orient="horz" pos="102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3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4" y="368301"/>
            <a:ext cx="4860926" cy="994678"/>
          </a:xfrm>
        </p:spPr>
        <p:txBody>
          <a:bodyPr/>
          <a:lstStyle>
            <a:lvl1pPr>
              <a:defRPr/>
            </a:lvl1pPr>
          </a:lstStyle>
          <a:p>
            <a:r>
              <a:rPr lang="nl-NL" dirty="0"/>
              <a:t>Kop2 bij tekst en 4 afbeeldingen, 3-1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endParaRPr lang="nl-NL" dirty="0"/>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0195"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 </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1"/>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 </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3466800"/>
            <a:ext cx="6096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49451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2" pos="5087" userDrawn="1">
          <p15:clr>
            <a:srgbClr val="FBAE40"/>
          </p15:clr>
        </p15:guide>
        <p15:guide id="13" pos="5133" userDrawn="1">
          <p15:clr>
            <a:srgbClr val="FBAE40"/>
          </p15:clr>
        </p15:guide>
        <p15:guide id="14" pos="6380" userDrawn="1">
          <p15:clr>
            <a:srgbClr val="FBAE40"/>
          </p15:clr>
        </p15:guide>
        <p15:guide id="15" pos="642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1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dirty="0"/>
              <a:t>Kop2 bij tekst en 4 afbeeldingen, 1-3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110597" y="1"/>
            <a:ext cx="6081403" cy="3389862"/>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10597" y="3465513"/>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70298" y="3468139"/>
            <a:ext cx="1962000" cy="3389861"/>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26"/>
            <a:ext cx="1962000" cy="3391174"/>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Tree>
    <p:extLst>
      <p:ext uri="{BB962C8B-B14F-4D97-AF65-F5344CB8AC3E}">
        <p14:creationId xmlns:p14="http://schemas.microsoft.com/office/powerpoint/2010/main" val="2385272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3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701756" y="374523"/>
            <a:ext cx="4854494" cy="984377"/>
          </a:xfrm>
        </p:spPr>
        <p:txBody>
          <a:bodyPr/>
          <a:lstStyle>
            <a:lvl1pPr>
              <a:defRPr/>
            </a:lvl1pPr>
          </a:lstStyle>
          <a:p>
            <a:r>
              <a:rPr lang="nl-NL" dirty="0"/>
              <a:t>Kop2 bij tekst en 5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701756" y="1628774"/>
            <a:ext cx="4860926"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5999" y="0"/>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2999" y="1"/>
            <a:ext cx="1962000" cy="3392488"/>
          </a:xfrm>
        </p:spPr>
        <p:txBody>
          <a:bodyPr lIns="72000" tIns="72000" rIns="72000" bIns="72000"/>
          <a:lstStyle>
            <a:lvl1pPr marL="0" indent="0">
              <a:buNone/>
              <a:defRPr sz="1200"/>
            </a:lvl1pPr>
          </a:lstStyle>
          <a:p>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0"/>
            <a:ext cx="1962000" cy="3392487"/>
          </a:xfrm>
        </p:spPr>
        <p:txBody>
          <a:bodyPr lIns="72000" tIns="72000" rIns="72000" bIns="72000"/>
          <a:lstStyle>
            <a:lvl1pPr marL="0" indent="0">
              <a:buNone/>
              <a:defRPr sz="1200"/>
            </a:lvl1pPr>
          </a:lstStyle>
          <a:p>
            <a:r>
              <a:rPr lang="nl-NL" dirty="0"/>
              <a:t>Denk om de alt-tekst!</a:t>
            </a:r>
          </a:p>
        </p:txBody>
      </p:sp>
      <p:sp>
        <p:nvSpPr>
          <p:cNvPr id="8" name="Tijdelijke aanduiding voor afbeelding 7">
            <a:extLst>
              <a:ext uri="{FF2B5EF4-FFF2-40B4-BE49-F238E27FC236}">
                <a16:creationId xmlns:a16="http://schemas.microsoft.com/office/drawing/2014/main" id="{860A6F3F-0268-A40A-7812-E70860B33B7D}"/>
              </a:ext>
            </a:extLst>
          </p:cNvPr>
          <p:cNvSpPr>
            <a:spLocks noGrp="1"/>
          </p:cNvSpPr>
          <p:nvPr>
            <p:ph type="pic" sz="quarter" idx="18" hasCustomPrompt="1"/>
          </p:nvPr>
        </p:nvSpPr>
        <p:spPr>
          <a:xfrm>
            <a:off x="6091509"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196800"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br>
              <a:rPr lang="nl-NL" dirty="0"/>
            </a:br>
            <a:r>
              <a:rPr lang="nl-NL" dirty="0"/>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982939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3" pos="5745" userDrawn="1">
          <p15:clr>
            <a:srgbClr val="FBAE40"/>
          </p15:clr>
        </p15:guide>
        <p15:guide id="14" pos="579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2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dirty="0"/>
              <a:t>Kop2 bij tekst en 5 afbeeldingen,  2-3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B7D94BC4-0CD6-9F0A-124C-0DD9FB56DA36}"/>
              </a:ext>
            </a:extLst>
          </p:cNvPr>
          <p:cNvSpPr>
            <a:spLocks noGrp="1"/>
          </p:cNvSpPr>
          <p:nvPr>
            <p:ph type="pic" sz="quarter" idx="18" hasCustomPrompt="1"/>
          </p:nvPr>
        </p:nvSpPr>
        <p:spPr>
          <a:xfrm>
            <a:off x="6096000" y="1"/>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202757" y="0"/>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a:p>
            <a:endParaRPr lang="nl-NL" dirty="0"/>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1" y="3466800"/>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66800"/>
            <a:ext cx="1962000" cy="3391200"/>
          </a:xfrm>
        </p:spPr>
        <p:txBody>
          <a:bodyPr lIns="72000" tIns="72000" rIns="72000" bIns="72000"/>
          <a:lstStyle>
            <a:lvl1pPr marL="0" indent="0">
              <a:buNone/>
              <a:defRPr sz="1200"/>
            </a:lvl1pPr>
          </a:lstStyle>
          <a:p>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00"/>
            <a:ext cx="1962000" cy="3391200"/>
          </a:xfrm>
        </p:spPr>
        <p:txBody>
          <a:bodyPr lIns="72000" tIns="72000" rIns="72000" bIns="72000"/>
          <a:lstStyle>
            <a:lvl1pPr marL="0" indent="0">
              <a:buNone/>
              <a:defRPr sz="1200"/>
            </a:lvl1pPr>
          </a:lstStyle>
          <a:p>
            <a:r>
              <a:rPr lang="nl-NL" dirty="0"/>
              <a:t>Denk om de alt-tekst!</a:t>
            </a:r>
          </a:p>
        </p:txBody>
      </p:sp>
    </p:spTree>
    <p:extLst>
      <p:ext uri="{BB962C8B-B14F-4D97-AF65-F5344CB8AC3E}">
        <p14:creationId xmlns:p14="http://schemas.microsoft.com/office/powerpoint/2010/main" val="31575975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guide id="12" pos="5768" userDrawn="1">
          <p15:clr>
            <a:srgbClr val="FBAE40"/>
          </p15:clr>
        </p15:guide>
        <p15:guide id="13" pos="5722" userDrawn="1">
          <p15:clr>
            <a:srgbClr val="FBAE40"/>
          </p15:clr>
        </p15:guide>
        <p15:guide id="14" pos="5087" userDrawn="1">
          <p15:clr>
            <a:srgbClr val="FBAE40"/>
          </p15:clr>
        </p15:guide>
        <p15:guide id="15" pos="5110" userDrawn="1">
          <p15:clr>
            <a:srgbClr val="FBAE40"/>
          </p15:clr>
        </p15:guide>
        <p15:guide id="16" pos="6380" userDrawn="1">
          <p15:clr>
            <a:srgbClr val="FBAE40"/>
          </p15:clr>
        </p15:guide>
        <p15:guide id="17" pos="6425"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6 afbeeldingen, 3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dirty="0"/>
              <a:t>Kop2 bij tekst en 6 afbeeldingen, 3-3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dirty="0"/>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131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br>
              <a:rPr lang="nl-NL" dirty="0"/>
            </a:br>
            <a:r>
              <a:rPr lang="nl-NL" dirty="0"/>
              <a:t>Past je afbeelding niet? Of ziet deze er raar uit? Kijk even bij de slides met de grote afbeelding in de rechterhelft of de uitlegslide voor de oplossing.</a:t>
            </a:r>
          </a:p>
        </p:txBody>
      </p:sp>
      <p:sp>
        <p:nvSpPr>
          <p:cNvPr id="8" name="Tijdelijke aanduiding voor afbeelding 7">
            <a:extLst>
              <a:ext uri="{FF2B5EF4-FFF2-40B4-BE49-F238E27FC236}">
                <a16:creationId xmlns:a16="http://schemas.microsoft.com/office/drawing/2014/main" id="{D9A30E33-BB87-5F60-F212-189EF65F61C4}"/>
              </a:ext>
            </a:extLst>
          </p:cNvPr>
          <p:cNvSpPr>
            <a:spLocks noGrp="1"/>
          </p:cNvSpPr>
          <p:nvPr>
            <p:ph type="pic" sz="quarter" idx="18" hasCustomPrompt="1"/>
          </p:nvPr>
        </p:nvSpPr>
        <p:spPr>
          <a:xfrm>
            <a:off x="8163000" y="-13125"/>
            <a:ext cx="1962000" cy="3391200"/>
          </a:xfrm>
        </p:spPr>
        <p:txBody>
          <a:bodyPr lIns="72000" tIns="72000" rIns="72000" bIns="72000"/>
          <a:lstStyle>
            <a:lvl1pPr marL="0" indent="0">
              <a:buNone/>
              <a:defRPr sz="1200"/>
            </a:lvl1pPr>
          </a:lstStyle>
          <a:p>
            <a:r>
              <a:rPr lang="nl-NL" dirty="0"/>
              <a:t>Denk om de alt-tekst!</a:t>
            </a:r>
          </a:p>
        </p:txBody>
      </p:sp>
      <p:sp>
        <p:nvSpPr>
          <p:cNvPr id="11" name="Tijdelijke aanduiding voor afbeelding 10">
            <a:extLst>
              <a:ext uri="{FF2B5EF4-FFF2-40B4-BE49-F238E27FC236}">
                <a16:creationId xmlns:a16="http://schemas.microsoft.com/office/drawing/2014/main" id="{EE256E7F-9372-EC68-8D10-249F6ECB9470}"/>
              </a:ext>
            </a:extLst>
          </p:cNvPr>
          <p:cNvSpPr>
            <a:spLocks noGrp="1"/>
          </p:cNvSpPr>
          <p:nvPr>
            <p:ph type="pic" sz="quarter" idx="19" hasCustomPrompt="1"/>
          </p:nvPr>
        </p:nvSpPr>
        <p:spPr>
          <a:xfrm>
            <a:off x="10230000" y="-11869"/>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om de alt-tekst!</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34799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dirty="0"/>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77357"/>
            <a:ext cx="1962000" cy="3391200"/>
          </a:xfrm>
        </p:spPr>
        <p:txBody>
          <a:bodyPr lIns="72000" tIns="72000" rIns="72000" bIns="72000"/>
          <a:lstStyle>
            <a:lvl1pPr marL="0" indent="0">
              <a:buNone/>
              <a:defRPr sz="1200"/>
            </a:lvl1pPr>
          </a:lstStyle>
          <a:p>
            <a:r>
              <a:rPr lang="nl-NL" dirty="0"/>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79925"/>
            <a:ext cx="1962000" cy="3391200"/>
          </a:xfrm>
        </p:spPr>
        <p:txBody>
          <a:bodyPr lIns="72000" tIns="72000" rIns="72000" bIns="72000"/>
          <a:lstStyle>
            <a:lvl1pPr marL="0" indent="0">
              <a:buNone/>
              <a:defRPr sz="1200"/>
            </a:lvl1pPr>
          </a:lstStyle>
          <a:p>
            <a:r>
              <a:rPr lang="nl-NL" dirty="0"/>
              <a:t>Denk om de alt-tekst!</a:t>
            </a:r>
          </a:p>
        </p:txBody>
      </p:sp>
    </p:spTree>
    <p:extLst>
      <p:ext uri="{BB962C8B-B14F-4D97-AF65-F5344CB8AC3E}">
        <p14:creationId xmlns:p14="http://schemas.microsoft.com/office/powerpoint/2010/main" val="23144263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el, tekst, Algeme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01FB1445-F863-7FCE-C549-4CCE3655A3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188019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1026" userDrawn="1">
          <p15:clr>
            <a:srgbClr val="FBAE40"/>
          </p15:clr>
        </p15:guide>
        <p15:guide id="7" orient="horz" pos="4088" userDrawn="1">
          <p15:clr>
            <a:srgbClr val="FBAE40"/>
          </p15:clr>
        </p15:guide>
        <p15:guide id="8" orient="horz" pos="85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 tekst bij Digita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C1FB6ED6-E48A-5257-391B-F6333774B28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107609" cy="6858000"/>
          </a:xfrm>
          <a:prstGeom prst="rect">
            <a:avLst/>
          </a:prstGeom>
        </p:spPr>
      </p:pic>
    </p:spTree>
    <p:extLst>
      <p:ext uri="{BB962C8B-B14F-4D97-AF65-F5344CB8AC3E}">
        <p14:creationId xmlns:p14="http://schemas.microsoft.com/office/powerpoint/2010/main" val="704206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in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BDF04826-754A-0DC3-7A99-E882B41DA9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154" r="-1154"/>
          <a:stretch>
            <a:fillRect/>
          </a:stretch>
        </p:blipFill>
        <p:spPr>
          <a:xfrm>
            <a:off x="6096000" y="0"/>
            <a:ext cx="6240589" cy="6858000"/>
          </a:xfrm>
          <a:prstGeom prst="rect">
            <a:avLst/>
          </a:prstGeom>
        </p:spPr>
      </p:pic>
    </p:spTree>
    <p:extLst>
      <p:ext uri="{BB962C8B-B14F-4D97-AF65-F5344CB8AC3E}">
        <p14:creationId xmlns:p14="http://schemas.microsoft.com/office/powerpoint/2010/main" val="31223790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ui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6FE6A0A8-18A4-A2E9-1961-A5FA7D59D8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240589" cy="6858000"/>
          </a:xfrm>
          <a:prstGeom prst="rect">
            <a:avLst/>
          </a:prstGeom>
        </p:spPr>
      </p:pic>
    </p:spTree>
    <p:extLst>
      <p:ext uri="{BB962C8B-B14F-4D97-AF65-F5344CB8AC3E}">
        <p14:creationId xmlns:p14="http://schemas.microsoft.com/office/powerpoint/2010/main" val="8017680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el, tekst bij Gebruikersonderzo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dirty="0"/>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dirty="0"/>
              <a:t>Tekst kleiner of groter maken? Selecteer alle tekst en klik Ctrl-Shift plus of min. Of ga naar tabblad Start, klik in Lettertype op A^ of Aˇ.</a:t>
            </a:r>
          </a:p>
        </p:txBody>
      </p:sp>
      <p:pic>
        <p:nvPicPr>
          <p:cNvPr id="6" name="Afbeelding 5">
            <a:extLst>
              <a:ext uri="{FF2B5EF4-FFF2-40B4-BE49-F238E27FC236}">
                <a16:creationId xmlns:a16="http://schemas.microsoft.com/office/drawing/2014/main" id="{D042FB02-99D8-E1B6-7865-28C0108091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8760" y="0"/>
            <a:ext cx="6088612" cy="6858000"/>
          </a:xfrm>
          <a:prstGeom prst="rect">
            <a:avLst/>
          </a:prstGeom>
        </p:spPr>
      </p:pic>
    </p:spTree>
    <p:extLst>
      <p:ext uri="{BB962C8B-B14F-4D97-AF65-F5344CB8AC3E}">
        <p14:creationId xmlns:p14="http://schemas.microsoft.com/office/powerpoint/2010/main" val="25411662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malle afbeelding,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dirty="0"/>
              <a:t>Kop2 bij smalle afbeelding,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3"/>
            <a:ext cx="7920038" cy="4770439"/>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4770438"/>
          </a:xfrm>
          <a:noFill/>
        </p:spPr>
        <p:txBody>
          <a:bodyPr lIns="72000" tIns="72000" rIns="72000" bIns="72000">
            <a:normAutofit/>
          </a:bodyPr>
          <a:lstStyle>
            <a:lvl1pPr marL="0" indent="0">
              <a:buNone/>
              <a:defRPr sz="1200"/>
            </a:lvl1pPr>
          </a:lstStyle>
          <a:p>
            <a:r>
              <a:rPr lang="nl-NL" dirty="0"/>
              <a:t>Denk aan de alt-tekst!</a:t>
            </a:r>
            <a:br>
              <a:rPr lang="nl-NL" dirty="0"/>
            </a:br>
            <a:r>
              <a:rPr lang="nl-NL" dirty="0"/>
              <a:t>Misschien is de afbeelding echt alleen maar decoratief, maar soms draagt een afbeelding bij aan de sfeer en dan is het wel zo aardig om die ook aan te bieden aan je collega of klant die dat niet kan zien.</a:t>
            </a:r>
            <a:br>
              <a:rPr lang="nl-NL" dirty="0"/>
            </a:br>
            <a:r>
              <a:rPr lang="nl-NL" dirty="0"/>
              <a:t>Past de afbeelding niet of ziet deze er raar uit doordat je maar een deel ziet? Kijk dan bij de slides met de grotere afbeeldingen of de uitlegslide voor meer uitleg om dat op te lossen.</a:t>
            </a:r>
          </a:p>
        </p:txBody>
      </p:sp>
    </p:spTree>
    <p:extLst>
      <p:ext uri="{BB962C8B-B14F-4D97-AF65-F5344CB8AC3E}">
        <p14:creationId xmlns:p14="http://schemas.microsoft.com/office/powerpoint/2010/main" val="4091558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5654"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guide id="8" orient="horz" pos="4031" userDrawn="1">
          <p15:clr>
            <a:srgbClr val="FBAE40"/>
          </p15:clr>
        </p15:guide>
        <p15:guide id="9" pos="5427"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 smalle afbeeldingen,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dirty="0"/>
              <a:t>Kop2 bij 2 kleine afbeeldingen,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5"/>
            <a:ext cx="7920038"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2376488"/>
          </a:xfrm>
          <a:noFill/>
        </p:spPr>
        <p:txBody>
          <a:bodyPr lIns="72000" tIns="72000" rIns="72000" bIns="72000">
            <a:normAutofit/>
          </a:bodyPr>
          <a:lstStyle>
            <a:lvl1pPr marL="0" indent="0">
              <a:buNone/>
              <a:defRPr sz="1200"/>
            </a:lvl1pPr>
          </a:lstStyle>
          <a:p>
            <a:r>
              <a:rPr lang="nl-NL" dirty="0"/>
              <a:t>Denk aan de alt-tekst! Misschien is de afbeelding echt alleen maar decoratief, maar soms draagt een afbeelding bij aan de sfeer en dan is het wel zo aardig om die ook aan te bieden aan je collega of klant die dat niet kan zien.</a:t>
            </a:r>
          </a:p>
        </p:txBody>
      </p:sp>
      <p:sp>
        <p:nvSpPr>
          <p:cNvPr id="4" name="Tijdelijke aanduiding voor afbeelding 3">
            <a:extLst>
              <a:ext uri="{FF2B5EF4-FFF2-40B4-BE49-F238E27FC236}">
                <a16:creationId xmlns:a16="http://schemas.microsoft.com/office/drawing/2014/main" id="{850C704E-1506-0B51-C15B-D395F50B94D9}"/>
              </a:ext>
            </a:extLst>
          </p:cNvPr>
          <p:cNvSpPr>
            <a:spLocks noGrp="1"/>
          </p:cNvSpPr>
          <p:nvPr>
            <p:ph type="pic" sz="quarter" idx="12" hasCustomPrompt="1"/>
          </p:nvPr>
        </p:nvSpPr>
        <p:spPr>
          <a:xfrm>
            <a:off x="8975726" y="4113213"/>
            <a:ext cx="3216274" cy="2376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Tx/>
              <a:buNone/>
              <a:tabLst/>
              <a:defRPr sz="1200"/>
            </a:lvl1pPr>
          </a:lstStyle>
          <a:p>
            <a:pPr marL="0" marR="0" lvl="0" indent="0" algn="l" defTabSz="914400" rtl="0" eaLnBrk="1" fontAlgn="auto" latinLnBrk="0" hangingPunct="1">
              <a:lnSpc>
                <a:spcPct val="90000"/>
              </a:lnSpc>
              <a:spcBef>
                <a:spcPts val="1200"/>
              </a:spcBef>
              <a:spcAft>
                <a:spcPts val="0"/>
              </a:spcAft>
              <a:buClrTx/>
              <a:buSzTx/>
              <a:buFontTx/>
              <a:buNone/>
              <a:tabLst/>
              <a:defRPr/>
            </a:pPr>
            <a:r>
              <a:rPr lang="nl-NL" dirty="0"/>
              <a:t>Denk aan de alt-tekst! Misschien is de afbeelding echt alleen maar decoratief, maar soms draagt een afbeelding bij aan de sfeer en dan is het wel zo aardig om die ook aan te bieden aan je collega of klant die dat niet kan zien.</a:t>
            </a:r>
          </a:p>
        </p:txBody>
      </p:sp>
    </p:spTree>
    <p:extLst>
      <p:ext uri="{BB962C8B-B14F-4D97-AF65-F5344CB8AC3E}">
        <p14:creationId xmlns:p14="http://schemas.microsoft.com/office/powerpoint/2010/main" val="3583865726"/>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654" userDrawn="1">
          <p15:clr>
            <a:srgbClr val="FBAE40"/>
          </p15:clr>
        </p15:guide>
        <p15:guide id="5" pos="5427"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4088" userDrawn="1">
          <p15:clr>
            <a:srgbClr val="FBAE40"/>
          </p15:clr>
        </p15:guide>
        <p15:guide id="10" orient="horz" pos="2557" userDrawn="1">
          <p15:clr>
            <a:srgbClr val="FBAE40"/>
          </p15:clr>
        </p15:guide>
        <p15:guide id="11" orient="horz" pos="2523" userDrawn="1">
          <p15:clr>
            <a:srgbClr val="FBAE40"/>
          </p15:clr>
        </p15:guide>
        <p15:guide id="12" orient="horz" pos="2591"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malle afbeelding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D73A6-6EB6-D125-4DBC-F62BAFE882D4}"/>
              </a:ext>
            </a:extLst>
          </p:cNvPr>
          <p:cNvSpPr>
            <a:spLocks noGrp="1"/>
          </p:cNvSpPr>
          <p:nvPr>
            <p:ph type="title" hasCustomPrompt="1"/>
          </p:nvPr>
        </p:nvSpPr>
        <p:spPr>
          <a:xfrm>
            <a:off x="695325" y="2663826"/>
            <a:ext cx="7921625" cy="1530350"/>
          </a:xfrm>
        </p:spPr>
        <p:txBody>
          <a:bodyPr anchor="ctr"/>
          <a:lstStyle>
            <a:lvl1pPr>
              <a:defRPr/>
            </a:lvl1pPr>
          </a:lstStyle>
          <a:p>
            <a:r>
              <a:rPr lang="nl-NL" dirty="0"/>
              <a:t>Kop2 naast smalle foto, zonder tekst erbij</a:t>
            </a:r>
          </a:p>
        </p:txBody>
      </p:sp>
      <p:sp>
        <p:nvSpPr>
          <p:cNvPr id="7" name="Tijdelijke aanduiding voor afbeelding 6">
            <a:extLst>
              <a:ext uri="{FF2B5EF4-FFF2-40B4-BE49-F238E27FC236}">
                <a16:creationId xmlns:a16="http://schemas.microsoft.com/office/drawing/2014/main" id="{46B14899-9C0A-52AB-8C27-F8839E0EFE03}"/>
              </a:ext>
            </a:extLst>
          </p:cNvPr>
          <p:cNvSpPr>
            <a:spLocks noGrp="1"/>
          </p:cNvSpPr>
          <p:nvPr>
            <p:ph type="pic" sz="quarter" idx="13" hasCustomPrompt="1"/>
          </p:nvPr>
        </p:nvSpPr>
        <p:spPr>
          <a:xfrm>
            <a:off x="8975725" y="1133475"/>
            <a:ext cx="3216275" cy="4591049"/>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Denk aan de alt-tekst! Misschien is de afbeelding echt alleen maar decoratief, maar soms draagt een afbeelding bij aan de sfeer en dan is het wel zo aardig om die ook aan te bieden aan je collega of klant die dat niet kan zien.</a:t>
            </a:r>
          </a:p>
          <a:p>
            <a:endParaRPr lang="nl-NL" dirty="0"/>
          </a:p>
        </p:txBody>
      </p:sp>
    </p:spTree>
    <p:extLst>
      <p:ext uri="{BB962C8B-B14F-4D97-AF65-F5344CB8AC3E}">
        <p14:creationId xmlns:p14="http://schemas.microsoft.com/office/powerpoint/2010/main" val="34698701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orient="horz" pos="232" userDrawn="1">
          <p15:clr>
            <a:srgbClr val="FBAE40"/>
          </p15:clr>
        </p15:guide>
        <p15:guide id="5" orient="horz" pos="4088" userDrawn="1">
          <p15:clr>
            <a:srgbClr val="FBAE40"/>
          </p15:clr>
        </p15:guide>
        <p15:guide id="6" orient="horz" pos="1196" userDrawn="1">
          <p15:clr>
            <a:srgbClr val="FBAE40"/>
          </p15:clr>
        </p15:guide>
        <p15:guide id="7" orient="horz" pos="3124" userDrawn="1">
          <p15:clr>
            <a:srgbClr val="FBAE40"/>
          </p15:clr>
        </p15:guide>
        <p15:guide id="8" orient="horz" pos="714" userDrawn="1">
          <p15:clr>
            <a:srgbClr val="FBAE40"/>
          </p15:clr>
        </p15:guide>
        <p15:guide id="9" pos="5654" userDrawn="1">
          <p15:clr>
            <a:srgbClr val="FBAE40"/>
          </p15:clr>
        </p15:guide>
        <p15:guide id="10" pos="5428" userDrawn="1">
          <p15:clr>
            <a:srgbClr val="FBAE40"/>
          </p15:clr>
        </p15:guide>
        <p15:guide id="11" orient="horz" pos="3606" userDrawn="1">
          <p15:clr>
            <a:srgbClr val="FBAE40"/>
          </p15:clr>
        </p15:guide>
        <p15:guide id="12" orient="horz" pos="2642" userDrawn="1">
          <p15:clr>
            <a:srgbClr val="FBAE40"/>
          </p15:clr>
        </p15:guide>
        <p15:guide id="13" orient="horz" pos="167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Video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F6638-5947-43DA-5A77-B3B9CC1326F3}"/>
              </a:ext>
            </a:extLst>
          </p:cNvPr>
          <p:cNvSpPr>
            <a:spLocks noGrp="1"/>
          </p:cNvSpPr>
          <p:nvPr>
            <p:ph type="title" hasCustomPrompt="1"/>
          </p:nvPr>
        </p:nvSpPr>
        <p:spPr>
          <a:xfrm>
            <a:off x="695326" y="2168525"/>
            <a:ext cx="4860924" cy="2520950"/>
          </a:xfrm>
        </p:spPr>
        <p:txBody>
          <a:bodyPr anchor="ctr"/>
          <a:lstStyle>
            <a:lvl1pPr>
              <a:defRPr/>
            </a:lvl1pPr>
          </a:lstStyle>
          <a:p>
            <a:r>
              <a:rPr lang="nl-NL" dirty="0"/>
              <a:t>Kop2 bij video. Zonder tekst. Gebruik je ook tekst, kies dan de andere variant.</a:t>
            </a:r>
          </a:p>
        </p:txBody>
      </p:sp>
      <p:sp>
        <p:nvSpPr>
          <p:cNvPr id="7" name="Tijdelijke aanduiding voor media 6">
            <a:extLst>
              <a:ext uri="{FF2B5EF4-FFF2-40B4-BE49-F238E27FC236}">
                <a16:creationId xmlns:a16="http://schemas.microsoft.com/office/drawing/2014/main" id="{751431AA-948D-A348-E3D6-D98D40CE6894}"/>
              </a:ext>
            </a:extLst>
          </p:cNvPr>
          <p:cNvSpPr>
            <a:spLocks noGrp="1"/>
          </p:cNvSpPr>
          <p:nvPr>
            <p:ph type="media" sz="quarter" idx="13" hasCustomPrompt="1"/>
          </p:nvPr>
        </p:nvSpPr>
        <p:spPr>
          <a:xfrm>
            <a:off x="6096000" y="0"/>
            <a:ext cx="6096000" cy="6858000"/>
          </a:xfrm>
        </p:spPr>
        <p:txBody>
          <a:bodyPr lIns="72000" tIns="72000" rIns="72000" bIns="72000"/>
          <a:lstStyle>
            <a:lvl1pPr marL="0" indent="0">
              <a:buNone/>
              <a:defRPr sz="1400"/>
            </a:lvl1pPr>
          </a:lstStyle>
          <a:p>
            <a:br>
              <a:rPr lang="nl-NL" dirty="0"/>
            </a:br>
            <a:r>
              <a:rPr lang="nl-NL" dirty="0"/>
              <a:t>Geef je video een alt-tekst, net zoals bij afbeeldingen. Klik met je rechtermuisknop op het vak nadat je de video hebt geplaatst.</a:t>
            </a:r>
            <a:br>
              <a:rPr lang="nl-NL" dirty="0"/>
            </a:br>
            <a:r>
              <a:rPr lang="nl-NL" dirty="0"/>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dirty="0"/>
            </a:br>
            <a:r>
              <a:rPr lang="nl-NL" dirty="0"/>
              <a:t>In een presentatie kun je daar zelf gemakkelijk langs bewegen of je noemt het gewoon naar je publiek. Voor mensen die later terugkijken of de PDF van een presentatie lezen kan zo’n extra slide het verschil maken!</a:t>
            </a:r>
          </a:p>
        </p:txBody>
      </p:sp>
    </p:spTree>
    <p:extLst>
      <p:ext uri="{BB962C8B-B14F-4D97-AF65-F5344CB8AC3E}">
        <p14:creationId xmlns:p14="http://schemas.microsoft.com/office/powerpoint/2010/main" val="25107512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Video, titel en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11597-5C24-F7C1-8817-4FE0977E8FD5}"/>
              </a:ext>
            </a:extLst>
          </p:cNvPr>
          <p:cNvSpPr>
            <a:spLocks noGrp="1"/>
          </p:cNvSpPr>
          <p:nvPr>
            <p:ph type="title" hasCustomPrompt="1"/>
          </p:nvPr>
        </p:nvSpPr>
        <p:spPr>
          <a:xfrm>
            <a:off x="695326" y="368301"/>
            <a:ext cx="4860924" cy="990598"/>
          </a:xfrm>
        </p:spPr>
        <p:txBody>
          <a:bodyPr/>
          <a:lstStyle>
            <a:lvl1pPr>
              <a:defRPr/>
            </a:lvl1pPr>
          </a:lstStyle>
          <a:p>
            <a:r>
              <a:rPr lang="nl-NL" dirty="0"/>
              <a:t>Kop2 bij video. Met tekst naast de video.</a:t>
            </a:r>
          </a:p>
        </p:txBody>
      </p:sp>
      <p:sp>
        <p:nvSpPr>
          <p:cNvPr id="9" name="Tijdelijke aanduiding voor tekst 8">
            <a:extLst>
              <a:ext uri="{FF2B5EF4-FFF2-40B4-BE49-F238E27FC236}">
                <a16:creationId xmlns:a16="http://schemas.microsoft.com/office/drawing/2014/main" id="{57271119-9F4F-BF0E-4B2D-DF603B0CA4EF}"/>
              </a:ext>
            </a:extLst>
          </p:cNvPr>
          <p:cNvSpPr>
            <a:spLocks noGrp="1"/>
          </p:cNvSpPr>
          <p:nvPr>
            <p:ph type="body" sz="quarter" idx="11" hasCustomPrompt="1"/>
          </p:nvPr>
        </p:nvSpPr>
        <p:spPr>
          <a:xfrm>
            <a:off x="695032" y="1628774"/>
            <a:ext cx="4861218" cy="4860925"/>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Tekst kleiner of groter maken? Selecteer alle tekst en klik Ctrl-Shift plus of min. Of ga naar tabblad Start, klik in Lettertype op A^ of Aˇ.</a:t>
            </a:r>
          </a:p>
        </p:txBody>
      </p:sp>
      <p:sp>
        <p:nvSpPr>
          <p:cNvPr id="7" name="Tijdelijke aanduiding voor media 6">
            <a:extLst>
              <a:ext uri="{FF2B5EF4-FFF2-40B4-BE49-F238E27FC236}">
                <a16:creationId xmlns:a16="http://schemas.microsoft.com/office/drawing/2014/main" id="{D2FC4F54-6242-832E-9B21-59154D7BDE9E}"/>
              </a:ext>
            </a:extLst>
          </p:cNvPr>
          <p:cNvSpPr>
            <a:spLocks noGrp="1"/>
          </p:cNvSpPr>
          <p:nvPr>
            <p:ph type="media" sz="quarter" idx="10" hasCustomPrompt="1"/>
          </p:nvPr>
        </p:nvSpPr>
        <p:spPr>
          <a:xfrm>
            <a:off x="6096000" y="0"/>
            <a:ext cx="6096000" cy="6858000"/>
          </a:xfrm>
        </p:spPr>
        <p:txBody>
          <a:bodyPr lIns="72000" tIns="72000" rIns="72000" bIns="72000"/>
          <a:lstStyle>
            <a:lvl1pPr marL="0" indent="0">
              <a:buNone/>
              <a:defRPr sz="1400"/>
            </a:lvl1pPr>
          </a:lstStyle>
          <a:p>
            <a:br>
              <a:rPr lang="nl-NL" dirty="0"/>
            </a:br>
            <a:r>
              <a:rPr lang="nl-NL" dirty="0"/>
              <a:t>Geef je video een alt-tekst, net zoals bij afbeeldingen. Klik met je rechtermuisknop op dit vak nadat je de video hebt geplaatst.</a:t>
            </a:r>
            <a:br>
              <a:rPr lang="nl-NL" dirty="0"/>
            </a:br>
            <a:r>
              <a:rPr lang="nl-NL" dirty="0"/>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dirty="0"/>
            </a:br>
            <a:r>
              <a:rPr lang="nl-NL" dirty="0"/>
              <a:t>In een presentatie kun je daar gemakkelijk langs bewegen of je noemt het gewoon naar je publiek. Voor mensen die later terugkijken of de PDF van een presentatie lezen kan zo’n extra slide het verschil maken!</a:t>
            </a:r>
            <a:br>
              <a:rPr lang="nl-NL" dirty="0"/>
            </a:br>
            <a:endParaRPr lang="nl-NL" dirty="0"/>
          </a:p>
        </p:txBody>
      </p:sp>
    </p:spTree>
    <p:extLst>
      <p:ext uri="{BB962C8B-B14F-4D97-AF65-F5344CB8AC3E}">
        <p14:creationId xmlns:p14="http://schemas.microsoft.com/office/powerpoint/2010/main" val="140527669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orient="horz" pos="232" userDrawn="1">
          <p15:clr>
            <a:srgbClr val="FBAE40"/>
          </p15:clr>
        </p15:guide>
        <p15:guide id="4" pos="438" userDrawn="1">
          <p15:clr>
            <a:srgbClr val="FBAE40"/>
          </p15:clr>
        </p15:guide>
        <p15:guide id="5" pos="3500"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CD69C5-E76A-E5BD-71FE-F8E6FF15C751}"/>
              </a:ext>
            </a:extLst>
          </p:cNvPr>
          <p:cNvSpPr>
            <a:spLocks noGrp="1"/>
          </p:cNvSpPr>
          <p:nvPr>
            <p:ph type="title" hasCustomPrompt="1"/>
          </p:nvPr>
        </p:nvSpPr>
        <p:spPr>
          <a:xfrm>
            <a:off x="695325" y="368300"/>
            <a:ext cx="4860925" cy="990600"/>
          </a:xfrm>
        </p:spPr>
        <p:txBody>
          <a:bodyPr anchor="b"/>
          <a:lstStyle>
            <a:lvl1pPr>
              <a:defRPr sz="3200"/>
            </a:lvl1pPr>
          </a:lstStyle>
          <a:p>
            <a:r>
              <a:rPr lang="nl-NL" dirty="0"/>
              <a:t>Kop2 bij grafiek, tabel of zo</a:t>
            </a:r>
          </a:p>
        </p:txBody>
      </p:sp>
      <p:sp>
        <p:nvSpPr>
          <p:cNvPr id="4" name="Tijdelijke aanduiding voor tekst 3">
            <a:extLst>
              <a:ext uri="{FF2B5EF4-FFF2-40B4-BE49-F238E27FC236}">
                <a16:creationId xmlns:a16="http://schemas.microsoft.com/office/drawing/2014/main" id="{96678632-C9CB-98BA-FC91-412EC762946C}"/>
              </a:ext>
            </a:extLst>
          </p:cNvPr>
          <p:cNvSpPr>
            <a:spLocks noGrp="1"/>
          </p:cNvSpPr>
          <p:nvPr>
            <p:ph type="body" sz="half" idx="2" hasCustomPrompt="1"/>
          </p:nvPr>
        </p:nvSpPr>
        <p:spPr>
          <a:xfrm>
            <a:off x="695325" y="1628775"/>
            <a:ext cx="4860925"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dirty="0"/>
              <a:t>Deze slide is niet bedoeld voor, alleen tekst, een afbeelding of video aan de rechterkant. Daar is een andere slide voor. Deze is voor alle andere dingen die daar niet in passen.</a:t>
            </a:r>
            <a:br>
              <a:rPr lang="nl-NL" dirty="0"/>
            </a:br>
            <a:br>
              <a:rPr lang="nl-NL" dirty="0"/>
            </a:br>
            <a:r>
              <a:rPr lang="nl-NL" dirty="0"/>
              <a:t>Tekst kleiner of groter maken? Selecteer alle tekst en klik Ctrl-Shift plus of min. Of ga naar tabblad Start, klik in Lettertype op A^ of Aˇ.</a:t>
            </a:r>
          </a:p>
        </p:txBody>
      </p:sp>
      <p:sp>
        <p:nvSpPr>
          <p:cNvPr id="3" name="Tijdelijke aanduiding voor inhoud 2">
            <a:extLst>
              <a:ext uri="{FF2B5EF4-FFF2-40B4-BE49-F238E27FC236}">
                <a16:creationId xmlns:a16="http://schemas.microsoft.com/office/drawing/2014/main" id="{BCD9EA49-5124-147F-9C01-280C5BB01E9D}"/>
              </a:ext>
            </a:extLst>
          </p:cNvPr>
          <p:cNvSpPr>
            <a:spLocks noGrp="1"/>
          </p:cNvSpPr>
          <p:nvPr>
            <p:ph idx="1" hasCustomPrompt="1"/>
          </p:nvPr>
        </p:nvSpPr>
        <p:spPr>
          <a:xfrm>
            <a:off x="6096000" y="0"/>
            <a:ext cx="6096000" cy="6857999"/>
          </a:xfrm>
        </p:spPr>
        <p:txBody>
          <a:bodyPr/>
          <a:lstStyle>
            <a:lvl1pPr marL="0" indent="0">
              <a:buNone/>
              <a:defRPr sz="1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br>
              <a:rPr lang="nl-NL" dirty="0"/>
            </a:br>
            <a:br>
              <a:rPr lang="nl-NL" dirty="0"/>
            </a:br>
            <a:r>
              <a:rPr lang="nl-NL" dirty="0"/>
              <a:t>Grafiek plaatsen? Geef dit vak daarna een alt-tekst met je rechtermuisknop. Anders komt je grafiek als afbeelding zonder alt-tekst in de PDF te staan en dat wil je niet.</a:t>
            </a:r>
            <a:br>
              <a:rPr lang="nl-NL" dirty="0"/>
            </a:br>
            <a:r>
              <a:rPr lang="nl-NL" dirty="0"/>
              <a:t>Lees de uitleg over tabellen of grafieken voordat je ermee aan de slag gaat. Er zijn andere slides voor teksten in twee helften van de slide.</a:t>
            </a:r>
          </a:p>
        </p:txBody>
      </p:sp>
    </p:spTree>
    <p:extLst>
      <p:ext uri="{BB962C8B-B14F-4D97-AF65-F5344CB8AC3E}">
        <p14:creationId xmlns:p14="http://schemas.microsoft.com/office/powerpoint/2010/main" val="24675411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500" userDrawn="1">
          <p15:clr>
            <a:srgbClr val="FBAE40"/>
          </p15:clr>
        </p15:guide>
        <p15:guide id="3" pos="438" userDrawn="1">
          <p15:clr>
            <a:srgbClr val="FBAE40"/>
          </p15:clr>
        </p15:guide>
        <p15:guide id="4" orient="horz" pos="856" userDrawn="1">
          <p15:clr>
            <a:srgbClr val="FBAE40"/>
          </p15:clr>
        </p15:guide>
        <p15:guide id="5" orient="horz" pos="232" userDrawn="1">
          <p15:clr>
            <a:srgbClr val="FBAE40"/>
          </p15:clr>
        </p15:guide>
        <p15:guide id="6" orient="horz" pos="4088" userDrawn="1">
          <p15:clr>
            <a:srgbClr val="FBAE40"/>
          </p15:clr>
        </p15:guide>
        <p15:guide id="7" orient="horz" pos="1026"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ccessibility Gam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dirty="0"/>
              <a:t>Kop2: Zelf invullen: Speel de Accessibility Game!</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dirty="0"/>
              <a:t>Zelf typen, niet plakken, </a:t>
            </a:r>
            <a:r>
              <a:rPr lang="nl-NL"/>
              <a:t>want ontoegankelijk: </a:t>
            </a:r>
            <a:r>
              <a:rPr lang="nl-NL" dirty="0"/>
              <a:t>www.accessibilitygame.nl</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800"/>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dirty="0"/>
              <a:t>Zelf invullen (tekst staat in sjablonenmap onder PowerPoint-sjabloon-2025): Welkom bij de Accessibility Game, waarbij je gaat ervaren hoe het is om een computer, tablet of telefoon te gebruiken voor mensen met een beperking.</a:t>
            </a:r>
            <a:br>
              <a:rPr lang="nl-NL" dirty="0"/>
            </a:br>
            <a:r>
              <a:rPr lang="nl-NL" dirty="0"/>
              <a:t>In ieder level wordt er een andere beperking gesimuleerd. Zo ervaar je bijvoorbeeld een visuele of een cognitieve beperking. Elk level bevat ook een korte uitleg over wat ontwerpers en programmeurs kunnen doen om de ervaring voor mensen met deze beperking beter te maken.</a:t>
            </a:r>
          </a:p>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endParaRPr lang="nl-NL" dirty="0"/>
          </a:p>
        </p:txBody>
      </p:sp>
      <p:pic>
        <p:nvPicPr>
          <p:cNvPr id="9" name="Afbeelding 8">
            <a:extLst>
              <a:ext uri="{FF2B5EF4-FFF2-40B4-BE49-F238E27FC236}">
                <a16:creationId xmlns:a16="http://schemas.microsoft.com/office/drawing/2014/main" id="{62D7D37A-B427-08DA-08B7-25C63B30DE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75389" y="2427028"/>
            <a:ext cx="5040311" cy="3509963"/>
          </a:xfrm>
          <a:prstGeom prst="rect">
            <a:avLst/>
          </a:prstGeom>
        </p:spPr>
      </p:pic>
      <p:sp>
        <p:nvSpPr>
          <p:cNvPr id="14" name="Tijdelijke aanduiding voor tekst 13">
            <a:extLst>
              <a:ext uri="{FF2B5EF4-FFF2-40B4-BE49-F238E27FC236}">
                <a16:creationId xmlns:a16="http://schemas.microsoft.com/office/drawing/2014/main" id="{A5BA6428-7A77-5D06-0287-4C6940F911E3}"/>
              </a:ext>
            </a:extLst>
          </p:cNvPr>
          <p:cNvSpPr>
            <a:spLocks noGrp="1"/>
          </p:cNvSpPr>
          <p:nvPr>
            <p:ph type="body" sz="quarter" idx="13" hasCustomPrompt="1"/>
          </p:nvPr>
        </p:nvSpPr>
        <p:spPr>
          <a:xfrm>
            <a:off x="3198019" y="6129338"/>
            <a:ext cx="5795962" cy="539750"/>
          </a:xfrm>
        </p:spPr>
        <p:txBody>
          <a:bodyPr anchor="ctr" anchorCtr="0"/>
          <a:lstStyle>
            <a:lvl1pPr algn="ctr">
              <a:buNone/>
              <a:defRPr sz="1800">
                <a:solidFill>
                  <a:schemeClr val="accent1"/>
                </a:solidFill>
              </a:defRPr>
            </a:lvl1pPr>
          </a:lstStyle>
          <a:p>
            <a:pPr lvl="0"/>
            <a:r>
              <a:rPr lang="nl-NL" dirty="0"/>
              <a:t>Zelf invullen: Gemaakt door Stichting Accessibility</a:t>
            </a:r>
          </a:p>
        </p:txBody>
      </p:sp>
    </p:spTree>
    <p:extLst>
      <p:ext uri="{BB962C8B-B14F-4D97-AF65-F5344CB8AC3E}">
        <p14:creationId xmlns:p14="http://schemas.microsoft.com/office/powerpoint/2010/main" val="3399647652"/>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213797"/>
      </p:ext>
    </p:extLst>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2E84781-A203-DA27-09F9-428F48A2F2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0"/>
              </a:ext>
            </a:extLst>
          </a:blip>
          <a:stretch>
            <a:fillRect/>
          </a:stretch>
        </p:blipFill>
        <p:spPr>
          <a:xfrm>
            <a:off x="9505950" y="6129338"/>
            <a:ext cx="1809750" cy="514350"/>
          </a:xfrm>
          <a:prstGeom prst="rect">
            <a:avLst/>
          </a:prstGeom>
        </p:spPr>
      </p:pic>
      <p:sp>
        <p:nvSpPr>
          <p:cNvPr id="2" name="Tijdelijke aanduiding voor titel 1">
            <a:extLst>
              <a:ext uri="{FF2B5EF4-FFF2-40B4-BE49-F238E27FC236}">
                <a16:creationId xmlns:a16="http://schemas.microsoft.com/office/drawing/2014/main" id="{A356C26E-7CAE-E5C2-0354-DC2C65E95334}"/>
              </a:ext>
            </a:extLst>
          </p:cNvPr>
          <p:cNvSpPr>
            <a:spLocks noGrp="1"/>
          </p:cNvSpPr>
          <p:nvPr>
            <p:ph type="title"/>
          </p:nvPr>
        </p:nvSpPr>
        <p:spPr>
          <a:xfrm>
            <a:off x="695324" y="368300"/>
            <a:ext cx="10801351" cy="990600"/>
          </a:xfrm>
          <a:prstGeom prst="rect">
            <a:avLst/>
          </a:prstGeom>
        </p:spPr>
        <p:txBody>
          <a:bodyPr vert="horz" lIns="0" tIns="0" rIns="0" bIns="0" rtlCol="0" anchor="b">
            <a:noAutofit/>
          </a:bodyPr>
          <a:lstStyle/>
          <a:p>
            <a:r>
              <a:rPr lang="nl-NL" dirty="0"/>
              <a:t>Elke toegankelijke slide hoort een titel te hebben die als kop 1 of 2 functioneert</a:t>
            </a:r>
          </a:p>
        </p:txBody>
      </p:sp>
      <p:sp>
        <p:nvSpPr>
          <p:cNvPr id="3" name="Tijdelijke aanduiding voor tekst 2">
            <a:extLst>
              <a:ext uri="{FF2B5EF4-FFF2-40B4-BE49-F238E27FC236}">
                <a16:creationId xmlns:a16="http://schemas.microsoft.com/office/drawing/2014/main" id="{B0D3BBC0-E74E-B90F-4FDD-5DBC64139A21}"/>
              </a:ext>
            </a:extLst>
          </p:cNvPr>
          <p:cNvSpPr>
            <a:spLocks noGrp="1"/>
          </p:cNvSpPr>
          <p:nvPr>
            <p:ph type="body" idx="1"/>
          </p:nvPr>
        </p:nvSpPr>
        <p:spPr>
          <a:xfrm>
            <a:off x="876300" y="1628775"/>
            <a:ext cx="10439400" cy="4319588"/>
          </a:xfrm>
          <a:prstGeom prst="rect">
            <a:avLst/>
          </a:prstGeom>
        </p:spPr>
        <p:txBody>
          <a:bodyPr vert="horz" lIns="0" tIns="0" rIns="0" bIns="0" rtlCol="0">
            <a:noAutofit/>
          </a:bodyPr>
          <a:lstStyle/>
          <a:p>
            <a:pPr lvl="0"/>
            <a:r>
              <a:rPr lang="nl-NL" dirty="0"/>
              <a:t>Eerste niveau</a:t>
            </a:r>
          </a:p>
          <a:p>
            <a:pPr lvl="1"/>
            <a:r>
              <a:rPr lang="nl-NL" dirty="0"/>
              <a:t>Tweede niveau</a:t>
            </a:r>
          </a:p>
          <a:p>
            <a:pPr lvl="2"/>
            <a:r>
              <a:rPr lang="nl-NL" dirty="0"/>
              <a:t>Derde niveau</a:t>
            </a:r>
          </a:p>
        </p:txBody>
      </p:sp>
      <p:sp>
        <p:nvSpPr>
          <p:cNvPr id="6" name="Tijdelijke aanduiding voor dianummer 5">
            <a:extLst>
              <a:ext uri="{FF2B5EF4-FFF2-40B4-BE49-F238E27FC236}">
                <a16:creationId xmlns:a16="http://schemas.microsoft.com/office/drawing/2014/main" id="{AD4482A2-23CE-FF94-17E9-30A105F398BC}"/>
              </a:ext>
            </a:extLst>
          </p:cNvPr>
          <p:cNvSpPr>
            <a:spLocks noGrp="1"/>
          </p:cNvSpPr>
          <p:nvPr>
            <p:ph type="sldNum" sz="quarter" idx="4"/>
          </p:nvPr>
        </p:nvSpPr>
        <p:spPr>
          <a:xfrm>
            <a:off x="876300" y="6129338"/>
            <a:ext cx="809700" cy="544449"/>
          </a:xfrm>
          <a:prstGeom prst="rect">
            <a:avLst/>
          </a:prstGeom>
        </p:spPr>
        <p:txBody>
          <a:bodyPr vert="horz" lIns="0" tIns="0" rIns="0" bIns="0" rtlCol="0" anchor="ctr"/>
          <a:lstStyle>
            <a:lvl1pPr algn="ctr">
              <a:defRPr sz="1200">
                <a:solidFill>
                  <a:schemeClr val="tx1"/>
                </a:solidFill>
              </a:defRPr>
            </a:lvl1pPr>
          </a:lstStyle>
          <a:p>
            <a:fld id="{DEFE328E-F6CA-472B-AF3D-A9535D35AB21}" type="slidenum">
              <a:rPr lang="nl-NL" smtClean="0"/>
              <a:pPr/>
              <a:t>‹nr.›</a:t>
            </a:fld>
            <a:endParaRPr lang="nl-NL" dirty="0"/>
          </a:p>
        </p:txBody>
      </p:sp>
      <p:sp>
        <p:nvSpPr>
          <p:cNvPr id="4" name="Tijdelijke aanduiding voor datum 3">
            <a:extLst>
              <a:ext uri="{FF2B5EF4-FFF2-40B4-BE49-F238E27FC236}">
                <a16:creationId xmlns:a16="http://schemas.microsoft.com/office/drawing/2014/main" id="{D6223AC1-3EBE-481C-B910-1B9A07CA3E9D}"/>
              </a:ext>
            </a:extLst>
          </p:cNvPr>
          <p:cNvSpPr>
            <a:spLocks noGrp="1"/>
          </p:cNvSpPr>
          <p:nvPr>
            <p:ph type="dt" sz="half" idx="2"/>
          </p:nvPr>
        </p:nvSpPr>
        <p:spPr>
          <a:xfrm>
            <a:off x="1956137" y="6140035"/>
            <a:ext cx="990000" cy="529053"/>
          </a:xfrm>
          <a:prstGeom prst="rect">
            <a:avLst/>
          </a:prstGeom>
        </p:spPr>
        <p:txBody>
          <a:bodyPr vert="horz" lIns="0" tIns="0" rIns="0" bIns="0" rtlCol="0" anchor="ctr"/>
          <a:lstStyle>
            <a:lvl1pPr algn="ctr">
              <a:defRPr sz="1200">
                <a:solidFill>
                  <a:schemeClr val="tx1"/>
                </a:solidFill>
              </a:defRPr>
            </a:lvl1pPr>
          </a:lstStyle>
          <a:p>
            <a:fld id="{6B15B19B-6315-44A6-8FCB-33619B7DCB07}" type="datetime1">
              <a:rPr lang="nl-NL" smtClean="0"/>
              <a:pPr/>
              <a:t>9-6-2026</a:t>
            </a:fld>
            <a:endParaRPr lang="nl-NL" dirty="0"/>
          </a:p>
        </p:txBody>
      </p:sp>
      <p:sp>
        <p:nvSpPr>
          <p:cNvPr id="5" name="Tijdelijke aanduiding voor voettekst 4">
            <a:extLst>
              <a:ext uri="{FF2B5EF4-FFF2-40B4-BE49-F238E27FC236}">
                <a16:creationId xmlns:a16="http://schemas.microsoft.com/office/drawing/2014/main" id="{2C7996AC-C829-31AD-207D-372C988DE50E}"/>
              </a:ext>
            </a:extLst>
          </p:cNvPr>
          <p:cNvSpPr>
            <a:spLocks noGrp="1"/>
          </p:cNvSpPr>
          <p:nvPr>
            <p:ph type="ftr" sz="quarter" idx="3"/>
          </p:nvPr>
        </p:nvSpPr>
        <p:spPr>
          <a:xfrm>
            <a:off x="3216275" y="6129338"/>
            <a:ext cx="5759450" cy="539750"/>
          </a:xfrm>
          <a:prstGeom prst="rect">
            <a:avLst/>
          </a:prstGeom>
        </p:spPr>
        <p:txBody>
          <a:bodyPr vert="horz" lIns="0" tIns="0" rIns="0" bIns="0" rtlCol="0" anchor="ctr"/>
          <a:lstStyle>
            <a:lvl1pPr algn="ctr">
              <a:defRPr sz="1200">
                <a:solidFill>
                  <a:schemeClr val="tx1"/>
                </a:solidFill>
              </a:defRPr>
            </a:lvl1pPr>
          </a:lstStyle>
          <a:p>
            <a:endParaRPr lang="nl-NL" dirty="0"/>
          </a:p>
        </p:txBody>
      </p:sp>
    </p:spTree>
    <p:extLst>
      <p:ext uri="{BB962C8B-B14F-4D97-AF65-F5344CB8AC3E}">
        <p14:creationId xmlns:p14="http://schemas.microsoft.com/office/powerpoint/2010/main" val="3965110603"/>
      </p:ext>
    </p:extLst>
  </p:cSld>
  <p:clrMap bg1="lt1" tx1="dk1" bg2="lt2" tx2="dk2" accent1="accent1" accent2="accent2" accent3="accent3" accent4="accent4" accent5="accent5" accent6="accent6" hlink="hlink" folHlink="folHlink"/>
  <p:sldLayoutIdLst>
    <p:sldLayoutId id="2147483684" r:id="rId1"/>
    <p:sldLayoutId id="2147483686" r:id="rId2"/>
    <p:sldLayoutId id="2147483713" r:id="rId3"/>
    <p:sldLayoutId id="2147483687" r:id="rId4"/>
    <p:sldLayoutId id="2147483688" r:id="rId5"/>
    <p:sldLayoutId id="2147483689" r:id="rId6"/>
    <p:sldLayoutId id="2147483649" r:id="rId7"/>
    <p:sldLayoutId id="2147483660" r:id="rId8"/>
    <p:sldLayoutId id="2147483661" r:id="rId9"/>
    <p:sldLayoutId id="2147483662" r:id="rId10"/>
    <p:sldLayoutId id="2147483663" r:id="rId11"/>
    <p:sldLayoutId id="2147483683" r:id="rId12"/>
    <p:sldLayoutId id="2147483650" r:id="rId13"/>
    <p:sldLayoutId id="2147483669" r:id="rId14"/>
    <p:sldLayoutId id="2147483668" r:id="rId15"/>
    <p:sldLayoutId id="2147483652" r:id="rId16"/>
    <p:sldLayoutId id="2147483653" r:id="rId17"/>
    <p:sldLayoutId id="2147483651" r:id="rId18"/>
    <p:sldLayoutId id="2147483664" r:id="rId19"/>
    <p:sldLayoutId id="2147483665" r:id="rId20"/>
    <p:sldLayoutId id="2147483666" r:id="rId21"/>
    <p:sldLayoutId id="2147483667" r:id="rId22"/>
    <p:sldLayoutId id="2147483710" r:id="rId23"/>
    <p:sldLayoutId id="2147483670" r:id="rId24"/>
    <p:sldLayoutId id="2147483714" r:id="rId25"/>
    <p:sldLayoutId id="2147483715" r:id="rId26"/>
    <p:sldLayoutId id="2147483716" r:id="rId27"/>
    <p:sldLayoutId id="2147483717" r:id="rId28"/>
    <p:sldLayoutId id="2147483718" r:id="rId29"/>
    <p:sldLayoutId id="2147483719" r:id="rId30"/>
    <p:sldLayoutId id="2147483697" r:id="rId31"/>
    <p:sldLayoutId id="2147483698" r:id="rId32"/>
    <p:sldLayoutId id="2147483696" r:id="rId33"/>
    <p:sldLayoutId id="2147483672" r:id="rId34"/>
    <p:sldLayoutId id="2147483671" r:id="rId35"/>
    <p:sldLayoutId id="2147483690" r:id="rId36"/>
    <p:sldLayoutId id="2147483705" r:id="rId37"/>
    <p:sldLayoutId id="2147483691" r:id="rId38"/>
    <p:sldLayoutId id="2147483692" r:id="rId39"/>
    <p:sldLayoutId id="2147483694" r:id="rId40"/>
    <p:sldLayoutId id="2147483693" r:id="rId41"/>
    <p:sldLayoutId id="2147483695" r:id="rId42"/>
    <p:sldLayoutId id="2147483707" r:id="rId43"/>
    <p:sldLayoutId id="2147483708" r:id="rId44"/>
    <p:sldLayoutId id="2147483709" r:id="rId45"/>
    <p:sldLayoutId id="2147483677" r:id="rId46"/>
    <p:sldLayoutId id="2147483678" r:id="rId47"/>
    <p:sldLayoutId id="2147483679" r:id="rId48"/>
    <p:sldLayoutId id="2147483680" r:id="rId49"/>
    <p:sldLayoutId id="2147483681" r:id="rId50"/>
    <p:sldLayoutId id="2147483675" r:id="rId51"/>
    <p:sldLayoutId id="2147483682" r:id="rId52"/>
    <p:sldLayoutId id="2147483676" r:id="rId53"/>
    <p:sldLayoutId id="2147483673" r:id="rId54"/>
    <p:sldLayoutId id="2147483674" r:id="rId55"/>
    <p:sldLayoutId id="2147483656" r:id="rId56"/>
    <p:sldLayoutId id="2147483712" r:id="rId57"/>
    <p:sldLayoutId id="2147483721" r:id="rId58"/>
  </p:sldLayoutIdLst>
  <p:hf sldNum="0" hdr="0" ftr="0"/>
  <p:txStyles>
    <p:titleStyle>
      <a:lvl1pPr algn="l" defTabSz="914400" rtl="0" eaLnBrk="1" latinLnBrk="0" hangingPunct="1">
        <a:lnSpc>
          <a:spcPct val="90000"/>
        </a:lnSpc>
        <a:spcBef>
          <a:spcPct val="0"/>
        </a:spcBef>
        <a:buNone/>
        <a:defRPr sz="3600" kern="12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C41E76-DAA2-3D43-ED6A-2FD98B2DB0BB}"/>
              </a:ext>
            </a:extLst>
          </p:cNvPr>
          <p:cNvSpPr>
            <a:spLocks noGrp="1"/>
          </p:cNvSpPr>
          <p:nvPr>
            <p:ph type="ctrTitle"/>
          </p:nvPr>
        </p:nvSpPr>
        <p:spPr/>
        <p:txBody>
          <a:bodyPr/>
          <a:lstStyle/>
          <a:p>
            <a:r>
              <a:rPr lang="nl-NL" dirty="0"/>
              <a:t>ADHD - Strooptest </a:t>
            </a:r>
          </a:p>
        </p:txBody>
      </p:sp>
      <p:sp>
        <p:nvSpPr>
          <p:cNvPr id="3" name="Ondertitel 2">
            <a:extLst>
              <a:ext uri="{FF2B5EF4-FFF2-40B4-BE49-F238E27FC236}">
                <a16:creationId xmlns:a16="http://schemas.microsoft.com/office/drawing/2014/main" id="{D4612DBE-039A-DA6C-5FFB-4D277106F26B}"/>
              </a:ext>
            </a:extLst>
          </p:cNvPr>
          <p:cNvSpPr>
            <a:spLocks noGrp="1"/>
          </p:cNvSpPr>
          <p:nvPr>
            <p:ph type="subTitle" idx="1"/>
          </p:nvPr>
        </p:nvSpPr>
        <p:spPr/>
        <p:txBody>
          <a:bodyPr/>
          <a:lstStyle/>
          <a:p>
            <a:r>
              <a:rPr lang="nl-NL" dirty="0"/>
              <a:t>Klassikaal </a:t>
            </a:r>
          </a:p>
        </p:txBody>
      </p:sp>
      <p:pic>
        <p:nvPicPr>
          <p:cNvPr id="5" name="Accessibility logo_transparant RGB.png" descr="Logo Accessibility onderdeel van Bartiméus">
            <a:extLst>
              <a:ext uri="{FF2B5EF4-FFF2-40B4-BE49-F238E27FC236}">
                <a16:creationId xmlns:a16="http://schemas.microsoft.com/office/drawing/2014/main" id="{C7369B50-9913-4373-C395-3D5B0DCB9083}"/>
              </a:ext>
              <a:ext uri="{C183D7F6-B498-43B3-948B-1728B52AA6E4}">
                <adec:decorative xmlns:adec="http://schemas.microsoft.com/office/drawing/2017/decorative" val="0"/>
              </a:ext>
            </a:extLst>
          </p:cNvPr>
          <p:cNvPicPr>
            <a:picLocks noGrp="1" noChangeAspect="1"/>
          </p:cNvPicPr>
          <p:nvPr>
            <p:ph type="pic" sz="quarter" idx="10"/>
          </p:nvPr>
        </p:nvPicPr>
        <p:blipFill>
          <a:blip r:embed="rId2"/>
          <a:srcRect t="3476" b="3476"/>
          <a:stretch>
            <a:fillRect/>
          </a:stretch>
        </p:blipFill>
        <p:spPr>
          <a:xfrm>
            <a:off x="8940800" y="6092825"/>
            <a:ext cx="2914650" cy="649288"/>
          </a:xfrm>
          <a:prstGeom prst="rect">
            <a:avLst/>
          </a:prstGeom>
          <a:ln w="12700">
            <a:miter lim="400000"/>
          </a:ln>
        </p:spPr>
      </p:pic>
    </p:spTree>
    <p:extLst>
      <p:ext uri="{BB962C8B-B14F-4D97-AF65-F5344CB8AC3E}">
        <p14:creationId xmlns:p14="http://schemas.microsoft.com/office/powerpoint/2010/main" val="125009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F75F398-B5D6-5F20-DE47-E39168A5737D}"/>
              </a:ext>
            </a:extLst>
          </p:cNvPr>
          <p:cNvSpPr>
            <a:spLocks noGrp="1"/>
          </p:cNvSpPr>
          <p:nvPr>
            <p:ph type="title" idx="4294967295"/>
          </p:nvPr>
        </p:nvSpPr>
        <p:spPr>
          <a:xfrm>
            <a:off x="695324" y="-990600"/>
            <a:ext cx="10801351" cy="990600"/>
          </a:xfrm>
        </p:spPr>
        <p:txBody>
          <a:bodyPr vert="horz" lIns="0" tIns="0" rIns="0" bIns="0" rtlCol="0" anchor="b">
            <a:noAutofit/>
          </a:bodyPr>
          <a:lstStyle/>
          <a:p>
            <a:r>
              <a:rPr lang="nl-NL" dirty="0">
                <a:solidFill>
                  <a:schemeClr val="bg1"/>
                </a:solidFill>
              </a:rPr>
              <a:t>Strooptest word=kleur</a:t>
            </a:r>
          </a:p>
        </p:txBody>
      </p:sp>
      <p:sp>
        <p:nvSpPr>
          <p:cNvPr id="9" name="Tekstvak 8">
            <a:extLst>
              <a:ext uri="{FF2B5EF4-FFF2-40B4-BE49-F238E27FC236}">
                <a16:creationId xmlns:a16="http://schemas.microsoft.com/office/drawing/2014/main" id="{40BA98F1-794D-C111-5FB1-446E5C501A73}"/>
              </a:ext>
            </a:extLst>
          </p:cNvPr>
          <p:cNvSpPr txBox="1"/>
          <p:nvPr/>
        </p:nvSpPr>
        <p:spPr>
          <a:xfrm>
            <a:off x="1860923" y="990124"/>
            <a:ext cx="14291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Rood</a:t>
            </a:r>
          </a:p>
        </p:txBody>
      </p:sp>
      <p:sp>
        <p:nvSpPr>
          <p:cNvPr id="11" name="Tekstvak 10">
            <a:extLst>
              <a:ext uri="{FF2B5EF4-FFF2-40B4-BE49-F238E27FC236}">
                <a16:creationId xmlns:a16="http://schemas.microsoft.com/office/drawing/2014/main" id="{77ABEAA6-4A5B-062D-CC3B-DEF59942D390}"/>
              </a:ext>
            </a:extLst>
          </p:cNvPr>
          <p:cNvSpPr txBox="1"/>
          <p:nvPr/>
        </p:nvSpPr>
        <p:spPr>
          <a:xfrm>
            <a:off x="4291859" y="990124"/>
            <a:ext cx="1332503" cy="584775"/>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0EA00"/>
                </a:solidFill>
              </a:rPr>
              <a:t>Geel</a:t>
            </a:r>
            <a:endParaRPr lang="nl-NL" sz="3200" dirty="0"/>
          </a:p>
        </p:txBody>
      </p:sp>
      <p:sp>
        <p:nvSpPr>
          <p:cNvPr id="13" name="Tekstvak 12">
            <a:extLst>
              <a:ext uri="{FF2B5EF4-FFF2-40B4-BE49-F238E27FC236}">
                <a16:creationId xmlns:a16="http://schemas.microsoft.com/office/drawing/2014/main" id="{2A1A86B0-5E77-7748-69EB-BEB8BE973832}"/>
              </a:ext>
            </a:extLst>
          </p:cNvPr>
          <p:cNvSpPr txBox="1"/>
          <p:nvPr/>
        </p:nvSpPr>
        <p:spPr>
          <a:xfrm>
            <a:off x="6429823" y="990124"/>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bg2">
                    <a:lumMod val="65000"/>
                  </a:schemeClr>
                </a:solidFill>
              </a:rPr>
              <a:t>Grijs</a:t>
            </a:r>
            <a:endParaRPr lang="nl-NL" sz="3200" dirty="0"/>
          </a:p>
        </p:txBody>
      </p:sp>
      <p:sp>
        <p:nvSpPr>
          <p:cNvPr id="15" name="Tekstvak 14">
            <a:extLst>
              <a:ext uri="{FF2B5EF4-FFF2-40B4-BE49-F238E27FC236}">
                <a16:creationId xmlns:a16="http://schemas.microsoft.com/office/drawing/2014/main" id="{91C207C1-1836-0A0E-DC64-8BBBB55C6EFF}"/>
              </a:ext>
            </a:extLst>
          </p:cNvPr>
          <p:cNvSpPr txBox="1"/>
          <p:nvPr/>
        </p:nvSpPr>
        <p:spPr>
          <a:xfrm>
            <a:off x="8161533" y="990124"/>
            <a:ext cx="2105166"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Groen</a:t>
            </a:r>
            <a:endParaRPr lang="nl-NL" sz="3200" dirty="0"/>
          </a:p>
        </p:txBody>
      </p:sp>
      <p:sp>
        <p:nvSpPr>
          <p:cNvPr id="17" name="Tekstvak 16">
            <a:extLst>
              <a:ext uri="{FF2B5EF4-FFF2-40B4-BE49-F238E27FC236}">
                <a16:creationId xmlns:a16="http://schemas.microsoft.com/office/drawing/2014/main" id="{12BF1322-1DB1-3822-98C4-D21D0986FBE7}"/>
              </a:ext>
            </a:extLst>
          </p:cNvPr>
          <p:cNvSpPr txBox="1"/>
          <p:nvPr/>
        </p:nvSpPr>
        <p:spPr>
          <a:xfrm>
            <a:off x="1860923" y="2087052"/>
            <a:ext cx="15965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Blauw</a:t>
            </a:r>
          </a:p>
        </p:txBody>
      </p:sp>
      <p:sp>
        <p:nvSpPr>
          <p:cNvPr id="19" name="Tekstvak 18">
            <a:extLst>
              <a:ext uri="{FF2B5EF4-FFF2-40B4-BE49-F238E27FC236}">
                <a16:creationId xmlns:a16="http://schemas.microsoft.com/office/drawing/2014/main" id="{2CB10632-F9C6-6939-B64D-51AFC6DF642C}"/>
              </a:ext>
            </a:extLst>
          </p:cNvPr>
          <p:cNvSpPr txBox="1"/>
          <p:nvPr/>
        </p:nvSpPr>
        <p:spPr>
          <a:xfrm>
            <a:off x="4277388" y="2087052"/>
            <a:ext cx="1596532" cy="584775"/>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C7A04"/>
                </a:solidFill>
              </a:rPr>
              <a:t>Oranje</a:t>
            </a:r>
            <a:endParaRPr lang="nl-NL" sz="3200" dirty="0"/>
          </a:p>
        </p:txBody>
      </p:sp>
      <p:sp>
        <p:nvSpPr>
          <p:cNvPr id="21" name="Tekstvak 20">
            <a:extLst>
              <a:ext uri="{FF2B5EF4-FFF2-40B4-BE49-F238E27FC236}">
                <a16:creationId xmlns:a16="http://schemas.microsoft.com/office/drawing/2014/main" id="{B113BB8D-4212-AB67-01C9-C68B6A94C767}"/>
              </a:ext>
            </a:extLst>
          </p:cNvPr>
          <p:cNvSpPr txBox="1"/>
          <p:nvPr/>
        </p:nvSpPr>
        <p:spPr>
          <a:xfrm>
            <a:off x="6429823" y="2087052"/>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D0D0D"/>
                </a:solidFill>
              </a:rPr>
              <a:t>Zwart</a:t>
            </a:r>
            <a:endParaRPr lang="nl-NL" sz="3200" dirty="0"/>
          </a:p>
        </p:txBody>
      </p:sp>
      <p:sp>
        <p:nvSpPr>
          <p:cNvPr id="23" name="Tekstvak 22">
            <a:extLst>
              <a:ext uri="{FF2B5EF4-FFF2-40B4-BE49-F238E27FC236}">
                <a16:creationId xmlns:a16="http://schemas.microsoft.com/office/drawing/2014/main" id="{67969687-82D6-87B4-9D81-D189FF547279}"/>
              </a:ext>
            </a:extLst>
          </p:cNvPr>
          <p:cNvSpPr txBox="1"/>
          <p:nvPr/>
        </p:nvSpPr>
        <p:spPr>
          <a:xfrm>
            <a:off x="8161533" y="2087052"/>
            <a:ext cx="1460328"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chemeClr val="accent5">
                    <a:lumMod val="75000"/>
                  </a:schemeClr>
                </a:solidFill>
              </a:defRPr>
            </a:lvl1pPr>
          </a:lstStyle>
          <a:p>
            <a:r>
              <a:rPr lang="nl-NL" dirty="0"/>
              <a:t>Bruin</a:t>
            </a:r>
          </a:p>
        </p:txBody>
      </p:sp>
      <p:sp>
        <p:nvSpPr>
          <p:cNvPr id="25" name="Tekstvak 24">
            <a:extLst>
              <a:ext uri="{FF2B5EF4-FFF2-40B4-BE49-F238E27FC236}">
                <a16:creationId xmlns:a16="http://schemas.microsoft.com/office/drawing/2014/main" id="{AC7FF484-F07A-3226-5ED0-6A1E2649E69B}"/>
              </a:ext>
            </a:extLst>
          </p:cNvPr>
          <p:cNvSpPr txBox="1"/>
          <p:nvPr/>
        </p:nvSpPr>
        <p:spPr>
          <a:xfrm>
            <a:off x="1860923" y="3183980"/>
            <a:ext cx="179929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Groen</a:t>
            </a:r>
            <a:endParaRPr lang="nl-NL" sz="3200" dirty="0"/>
          </a:p>
        </p:txBody>
      </p:sp>
      <p:sp>
        <p:nvSpPr>
          <p:cNvPr id="27" name="Tekstvak 26">
            <a:extLst>
              <a:ext uri="{FF2B5EF4-FFF2-40B4-BE49-F238E27FC236}">
                <a16:creationId xmlns:a16="http://schemas.microsoft.com/office/drawing/2014/main" id="{71250382-61BE-E904-F067-8D54CC336AD7}"/>
              </a:ext>
            </a:extLst>
          </p:cNvPr>
          <p:cNvSpPr txBox="1"/>
          <p:nvPr/>
        </p:nvSpPr>
        <p:spPr>
          <a:xfrm>
            <a:off x="4227481" y="3183980"/>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33CC"/>
                </a:solidFill>
              </a:rPr>
              <a:t>Roze</a:t>
            </a:r>
            <a:endParaRPr lang="nl-NL" sz="3200" dirty="0"/>
          </a:p>
        </p:txBody>
      </p:sp>
      <p:sp>
        <p:nvSpPr>
          <p:cNvPr id="29" name="Tekstvak 28">
            <a:extLst>
              <a:ext uri="{FF2B5EF4-FFF2-40B4-BE49-F238E27FC236}">
                <a16:creationId xmlns:a16="http://schemas.microsoft.com/office/drawing/2014/main" id="{51A3B887-4DE7-010E-4E9A-9CCB4EE1318C}"/>
              </a:ext>
            </a:extLst>
          </p:cNvPr>
          <p:cNvSpPr txBox="1"/>
          <p:nvPr/>
        </p:nvSpPr>
        <p:spPr>
          <a:xfrm>
            <a:off x="6429823" y="3183980"/>
            <a:ext cx="1288132"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Rood</a:t>
            </a:r>
            <a:endParaRPr lang="nl-NL" sz="3200" dirty="0"/>
          </a:p>
        </p:txBody>
      </p:sp>
      <p:sp>
        <p:nvSpPr>
          <p:cNvPr id="31" name="Tekstvak 30">
            <a:extLst>
              <a:ext uri="{FF2B5EF4-FFF2-40B4-BE49-F238E27FC236}">
                <a16:creationId xmlns:a16="http://schemas.microsoft.com/office/drawing/2014/main" id="{2B000F1C-176E-CE72-5BFF-EAEFA93EE8DE}"/>
              </a:ext>
            </a:extLst>
          </p:cNvPr>
          <p:cNvSpPr txBox="1"/>
          <p:nvPr/>
        </p:nvSpPr>
        <p:spPr>
          <a:xfrm>
            <a:off x="8161533" y="3183980"/>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0EA00"/>
                </a:solidFill>
              </a:rPr>
              <a:t>Geel</a:t>
            </a:r>
          </a:p>
        </p:txBody>
      </p:sp>
      <p:sp>
        <p:nvSpPr>
          <p:cNvPr id="33" name="Tekstvak 32">
            <a:extLst>
              <a:ext uri="{FF2B5EF4-FFF2-40B4-BE49-F238E27FC236}">
                <a16:creationId xmlns:a16="http://schemas.microsoft.com/office/drawing/2014/main" id="{233E2727-1B8B-CE87-E5AA-365392DB8A1D}"/>
              </a:ext>
            </a:extLst>
          </p:cNvPr>
          <p:cNvSpPr txBox="1"/>
          <p:nvPr/>
        </p:nvSpPr>
        <p:spPr>
          <a:xfrm>
            <a:off x="1860923" y="4280907"/>
            <a:ext cx="193340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t>Zwart</a:t>
            </a:r>
          </a:p>
        </p:txBody>
      </p:sp>
      <p:sp>
        <p:nvSpPr>
          <p:cNvPr id="35" name="Tekstvak 34">
            <a:extLst>
              <a:ext uri="{FF2B5EF4-FFF2-40B4-BE49-F238E27FC236}">
                <a16:creationId xmlns:a16="http://schemas.microsoft.com/office/drawing/2014/main" id="{453BB704-55B2-D0E9-873A-796F02EDE5C7}"/>
              </a:ext>
            </a:extLst>
          </p:cNvPr>
          <p:cNvSpPr txBox="1"/>
          <p:nvPr/>
        </p:nvSpPr>
        <p:spPr>
          <a:xfrm>
            <a:off x="4227481" y="4280907"/>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5">
                    <a:lumMod val="75000"/>
                  </a:schemeClr>
                </a:solidFill>
              </a:rPr>
              <a:t>Bruin</a:t>
            </a:r>
            <a:endParaRPr lang="nl-NL" sz="3200" dirty="0"/>
          </a:p>
        </p:txBody>
      </p:sp>
      <p:sp>
        <p:nvSpPr>
          <p:cNvPr id="37" name="Tekstvak 36">
            <a:extLst>
              <a:ext uri="{FF2B5EF4-FFF2-40B4-BE49-F238E27FC236}">
                <a16:creationId xmlns:a16="http://schemas.microsoft.com/office/drawing/2014/main" id="{EFD03D45-8EB0-A9E1-075F-77C6D4895DB0}"/>
              </a:ext>
            </a:extLst>
          </p:cNvPr>
          <p:cNvSpPr txBox="1"/>
          <p:nvPr/>
        </p:nvSpPr>
        <p:spPr>
          <a:xfrm>
            <a:off x="6429823" y="4280907"/>
            <a:ext cx="150173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Blauw</a:t>
            </a:r>
            <a:endParaRPr lang="nl-NL" sz="3200" dirty="0"/>
          </a:p>
        </p:txBody>
      </p:sp>
      <p:sp>
        <p:nvSpPr>
          <p:cNvPr id="38" name="Tekstvak 37">
            <a:extLst>
              <a:ext uri="{FF2B5EF4-FFF2-40B4-BE49-F238E27FC236}">
                <a16:creationId xmlns:a16="http://schemas.microsoft.com/office/drawing/2014/main" id="{CBB13B22-3486-EA17-D81F-4FDA3C1AAC07}"/>
              </a:ext>
            </a:extLst>
          </p:cNvPr>
          <p:cNvSpPr txBox="1"/>
          <p:nvPr/>
        </p:nvSpPr>
        <p:spPr>
          <a:xfrm>
            <a:off x="8161533" y="4280907"/>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33CC"/>
                </a:solidFill>
              </a:rPr>
              <a:t>Roze</a:t>
            </a:r>
            <a:endParaRPr lang="nl-NL" sz="3200" dirty="0"/>
          </a:p>
        </p:txBody>
      </p:sp>
      <p:pic>
        <p:nvPicPr>
          <p:cNvPr id="7" name="Accessibility logo_transparant RGB.png">
            <a:extLst>
              <a:ext uri="{FF2B5EF4-FFF2-40B4-BE49-F238E27FC236}">
                <a16:creationId xmlns:a16="http://schemas.microsoft.com/office/drawing/2014/main" id="{FBF5FDCB-F560-0E9A-6402-CA3980D521C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69454" y="6354000"/>
            <a:ext cx="2105166" cy="504000"/>
          </a:xfrm>
          <a:prstGeom prst="rect">
            <a:avLst/>
          </a:prstGeom>
          <a:ln w="12700">
            <a:miter lim="400000"/>
          </a:ln>
        </p:spPr>
      </p:pic>
    </p:spTree>
    <p:extLst>
      <p:ext uri="{BB962C8B-B14F-4D97-AF65-F5344CB8AC3E}">
        <p14:creationId xmlns:p14="http://schemas.microsoft.com/office/powerpoint/2010/main" val="31040013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11"/>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5"/>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500"/>
                                  </p:stCondLst>
                                  <p:childTnLst>
                                    <p:set>
                                      <p:cBhvr>
                                        <p:cTn id="36" dur="1" fill="hold">
                                          <p:stCondLst>
                                            <p:cond delay="0"/>
                                          </p:stCondLst>
                                        </p:cTn>
                                        <p:tgtEl>
                                          <p:spTgt spid="29"/>
                                        </p:tgtEl>
                                        <p:attrNameLst>
                                          <p:attrName>style.visibility</p:attrName>
                                        </p:attrNameLst>
                                      </p:cBhvr>
                                      <p:to>
                                        <p:strVal val="visible"/>
                                      </p:to>
                                    </p:set>
                                  </p:childTnLst>
                                </p:cTn>
                              </p:par>
                            </p:childTnLst>
                          </p:cTn>
                        </p:par>
                        <p:par>
                          <p:cTn id="37" fill="hold">
                            <p:stCondLst>
                              <p:cond delay="5000"/>
                            </p:stCondLst>
                            <p:childTnLst>
                              <p:par>
                                <p:cTn id="38" presetID="1" presetClass="entr" presetSubtype="0" fill="hold" grpId="0" nodeType="afterEffect">
                                  <p:stCondLst>
                                    <p:cond delay="500"/>
                                  </p:stCondLst>
                                  <p:childTnLst>
                                    <p:set>
                                      <p:cBhvr>
                                        <p:cTn id="39" dur="1" fill="hold">
                                          <p:stCondLst>
                                            <p:cond delay="0"/>
                                          </p:stCondLst>
                                        </p:cTn>
                                        <p:tgtEl>
                                          <p:spTgt spid="31"/>
                                        </p:tgtEl>
                                        <p:attrNameLst>
                                          <p:attrName>style.visibility</p:attrName>
                                        </p:attrNameLst>
                                      </p:cBhvr>
                                      <p:to>
                                        <p:strVal val="visible"/>
                                      </p:to>
                                    </p:set>
                                  </p:childTnLst>
                                </p:cTn>
                              </p:par>
                            </p:childTnLst>
                          </p:cTn>
                        </p:par>
                        <p:par>
                          <p:cTn id="40" fill="hold">
                            <p:stCondLst>
                              <p:cond delay="5500"/>
                            </p:stCondLst>
                            <p:childTnLst>
                              <p:par>
                                <p:cTn id="41" presetID="1" presetClass="entr" presetSubtype="0" fill="hold" grpId="0" nodeType="afterEffect">
                                  <p:stCondLst>
                                    <p:cond delay="500"/>
                                  </p:stCondLst>
                                  <p:childTnLst>
                                    <p:set>
                                      <p:cBhvr>
                                        <p:cTn id="42" dur="1" fill="hold">
                                          <p:stCondLst>
                                            <p:cond delay="0"/>
                                          </p:stCondLst>
                                        </p:cTn>
                                        <p:tgtEl>
                                          <p:spTgt spid="33"/>
                                        </p:tgtEl>
                                        <p:attrNameLst>
                                          <p:attrName>style.visibility</p:attrName>
                                        </p:attrNameLst>
                                      </p:cBhvr>
                                      <p:to>
                                        <p:strVal val="visible"/>
                                      </p:to>
                                    </p:set>
                                  </p:childTnLst>
                                </p:cTn>
                              </p:par>
                            </p:childTnLst>
                          </p:cTn>
                        </p:par>
                        <p:par>
                          <p:cTn id="43" fill="hold">
                            <p:stCondLst>
                              <p:cond delay="6000"/>
                            </p:stCondLst>
                            <p:childTnLst>
                              <p:par>
                                <p:cTn id="44" presetID="1" presetClass="entr" presetSubtype="0" fill="hold" grpId="0" nodeType="afterEffect">
                                  <p:stCondLst>
                                    <p:cond delay="500"/>
                                  </p:stCondLst>
                                  <p:childTnLst>
                                    <p:set>
                                      <p:cBhvr>
                                        <p:cTn id="45" dur="1" fill="hold">
                                          <p:stCondLst>
                                            <p:cond delay="0"/>
                                          </p:stCondLst>
                                        </p:cTn>
                                        <p:tgtEl>
                                          <p:spTgt spid="35"/>
                                        </p:tgtEl>
                                        <p:attrNameLst>
                                          <p:attrName>style.visibility</p:attrName>
                                        </p:attrNameLst>
                                      </p:cBhvr>
                                      <p:to>
                                        <p:strVal val="visible"/>
                                      </p:to>
                                    </p:set>
                                  </p:childTnLst>
                                </p:cTn>
                              </p:par>
                            </p:childTnLst>
                          </p:cTn>
                        </p:par>
                        <p:par>
                          <p:cTn id="46" fill="hold">
                            <p:stCondLst>
                              <p:cond delay="6500"/>
                            </p:stCondLst>
                            <p:childTnLst>
                              <p:par>
                                <p:cTn id="47" presetID="1" presetClass="entr" presetSubtype="0" fill="hold" grpId="0" nodeType="afterEffect">
                                  <p:stCondLst>
                                    <p:cond delay="500"/>
                                  </p:stCondLst>
                                  <p:childTnLst>
                                    <p:set>
                                      <p:cBhvr>
                                        <p:cTn id="48" dur="1" fill="hold">
                                          <p:stCondLst>
                                            <p:cond delay="0"/>
                                          </p:stCondLst>
                                        </p:cTn>
                                        <p:tgtEl>
                                          <p:spTgt spid="37"/>
                                        </p:tgtEl>
                                        <p:attrNameLst>
                                          <p:attrName>style.visibility</p:attrName>
                                        </p:attrNameLst>
                                      </p:cBhvr>
                                      <p:to>
                                        <p:strVal val="visible"/>
                                      </p:to>
                                    </p:set>
                                  </p:childTnLst>
                                </p:cTn>
                              </p:par>
                            </p:childTnLst>
                          </p:cTn>
                        </p:par>
                        <p:par>
                          <p:cTn id="49" fill="hold">
                            <p:stCondLst>
                              <p:cond delay="7000"/>
                            </p:stCondLst>
                            <p:childTnLst>
                              <p:par>
                                <p:cTn id="50" presetID="1" presetClass="entr" presetSubtype="0" fill="hold" grpId="0" nodeType="afterEffect">
                                  <p:stCondLst>
                                    <p:cond delay="50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2EEB35-67E8-5FFC-EDFE-B3118BC624C7}"/>
              </a:ext>
            </a:extLst>
          </p:cNvPr>
          <p:cNvSpPr>
            <a:spLocks noGrp="1"/>
          </p:cNvSpPr>
          <p:nvPr>
            <p:ph type="title" idx="4294967295"/>
          </p:nvPr>
        </p:nvSpPr>
        <p:spPr>
          <a:xfrm>
            <a:off x="695324" y="-990600"/>
            <a:ext cx="10801351" cy="990600"/>
          </a:xfrm>
        </p:spPr>
        <p:txBody>
          <a:bodyPr vert="horz" lIns="0" tIns="0" rIns="0" bIns="0" rtlCol="0" anchor="b">
            <a:noAutofit/>
          </a:bodyPr>
          <a:lstStyle/>
          <a:p>
            <a:r>
              <a:rPr lang="nl-NL" dirty="0">
                <a:solidFill>
                  <a:schemeClr val="bg1"/>
                </a:solidFill>
              </a:rPr>
              <a:t>Strooptest word x kleur</a:t>
            </a:r>
          </a:p>
        </p:txBody>
      </p:sp>
      <p:sp>
        <p:nvSpPr>
          <p:cNvPr id="9" name="Tekstvak 8">
            <a:extLst>
              <a:ext uri="{FF2B5EF4-FFF2-40B4-BE49-F238E27FC236}">
                <a16:creationId xmlns:a16="http://schemas.microsoft.com/office/drawing/2014/main" id="{40BA98F1-794D-C111-5FB1-446E5C501A73}"/>
              </a:ext>
            </a:extLst>
          </p:cNvPr>
          <p:cNvSpPr txBox="1"/>
          <p:nvPr/>
        </p:nvSpPr>
        <p:spPr>
          <a:xfrm>
            <a:off x="1925301" y="990124"/>
            <a:ext cx="14291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Rood</a:t>
            </a:r>
          </a:p>
        </p:txBody>
      </p:sp>
      <p:sp>
        <p:nvSpPr>
          <p:cNvPr id="11" name="Tekstvak 10">
            <a:extLst>
              <a:ext uri="{FF2B5EF4-FFF2-40B4-BE49-F238E27FC236}">
                <a16:creationId xmlns:a16="http://schemas.microsoft.com/office/drawing/2014/main" id="{77ABEAA6-4A5B-062D-CC3B-DEF59942D390}"/>
              </a:ext>
            </a:extLst>
          </p:cNvPr>
          <p:cNvSpPr txBox="1"/>
          <p:nvPr/>
        </p:nvSpPr>
        <p:spPr>
          <a:xfrm>
            <a:off x="4356237" y="990124"/>
            <a:ext cx="133250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Geel</a:t>
            </a:r>
          </a:p>
        </p:txBody>
      </p:sp>
      <p:sp>
        <p:nvSpPr>
          <p:cNvPr id="13" name="Tekstvak 12">
            <a:extLst>
              <a:ext uri="{FF2B5EF4-FFF2-40B4-BE49-F238E27FC236}">
                <a16:creationId xmlns:a16="http://schemas.microsoft.com/office/drawing/2014/main" id="{2A1A86B0-5E77-7748-69EB-BEB8BE973832}"/>
              </a:ext>
            </a:extLst>
          </p:cNvPr>
          <p:cNvSpPr txBox="1"/>
          <p:nvPr/>
        </p:nvSpPr>
        <p:spPr>
          <a:xfrm>
            <a:off x="6494201" y="990124"/>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33CC"/>
                </a:solidFill>
              </a:rPr>
              <a:t>Grijs</a:t>
            </a:r>
          </a:p>
        </p:txBody>
      </p:sp>
      <p:sp>
        <p:nvSpPr>
          <p:cNvPr id="15" name="Tekstvak 14">
            <a:extLst>
              <a:ext uri="{FF2B5EF4-FFF2-40B4-BE49-F238E27FC236}">
                <a16:creationId xmlns:a16="http://schemas.microsoft.com/office/drawing/2014/main" id="{91C207C1-1836-0A0E-DC64-8BBBB55C6EFF}"/>
              </a:ext>
            </a:extLst>
          </p:cNvPr>
          <p:cNvSpPr txBox="1"/>
          <p:nvPr/>
        </p:nvSpPr>
        <p:spPr>
          <a:xfrm>
            <a:off x="8161533" y="990124"/>
            <a:ext cx="2105166"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bg1">
                    <a:lumMod val="65000"/>
                  </a:schemeClr>
                </a:solidFill>
              </a:rPr>
              <a:t>Groen</a:t>
            </a:r>
          </a:p>
        </p:txBody>
      </p:sp>
      <p:sp>
        <p:nvSpPr>
          <p:cNvPr id="17" name="Tekstvak 16">
            <a:extLst>
              <a:ext uri="{FF2B5EF4-FFF2-40B4-BE49-F238E27FC236}">
                <a16:creationId xmlns:a16="http://schemas.microsoft.com/office/drawing/2014/main" id="{12BF1322-1DB1-3822-98C4-D21D0986FBE7}"/>
              </a:ext>
            </a:extLst>
          </p:cNvPr>
          <p:cNvSpPr txBox="1"/>
          <p:nvPr/>
        </p:nvSpPr>
        <p:spPr>
          <a:xfrm>
            <a:off x="1860923" y="2087052"/>
            <a:ext cx="159653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Blauw</a:t>
            </a:r>
          </a:p>
        </p:txBody>
      </p:sp>
      <p:sp>
        <p:nvSpPr>
          <p:cNvPr id="19" name="Tekstvak 18">
            <a:extLst>
              <a:ext uri="{FF2B5EF4-FFF2-40B4-BE49-F238E27FC236}">
                <a16:creationId xmlns:a16="http://schemas.microsoft.com/office/drawing/2014/main" id="{2CB10632-F9C6-6939-B64D-51AFC6DF642C}"/>
              </a:ext>
            </a:extLst>
          </p:cNvPr>
          <p:cNvSpPr txBox="1"/>
          <p:nvPr/>
        </p:nvSpPr>
        <p:spPr>
          <a:xfrm>
            <a:off x="4277388" y="2087052"/>
            <a:ext cx="1563754" cy="584775"/>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0EA00"/>
                </a:solidFill>
              </a:rPr>
              <a:t>Oranje</a:t>
            </a:r>
          </a:p>
        </p:txBody>
      </p:sp>
      <p:sp>
        <p:nvSpPr>
          <p:cNvPr id="21" name="Tekstvak 20">
            <a:extLst>
              <a:ext uri="{FF2B5EF4-FFF2-40B4-BE49-F238E27FC236}">
                <a16:creationId xmlns:a16="http://schemas.microsoft.com/office/drawing/2014/main" id="{B113BB8D-4212-AB67-01C9-C68B6A94C767}"/>
              </a:ext>
            </a:extLst>
          </p:cNvPr>
          <p:cNvSpPr txBox="1"/>
          <p:nvPr/>
        </p:nvSpPr>
        <p:spPr>
          <a:xfrm>
            <a:off x="6429823" y="2087052"/>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bg1">
                    <a:lumMod val="75000"/>
                  </a:schemeClr>
                </a:solidFill>
              </a:rPr>
              <a:t>Zwart</a:t>
            </a:r>
          </a:p>
        </p:txBody>
      </p:sp>
      <p:sp>
        <p:nvSpPr>
          <p:cNvPr id="23" name="Tekstvak 22">
            <a:extLst>
              <a:ext uri="{FF2B5EF4-FFF2-40B4-BE49-F238E27FC236}">
                <a16:creationId xmlns:a16="http://schemas.microsoft.com/office/drawing/2014/main" id="{67969687-82D6-87B4-9D81-D189FF547279}"/>
              </a:ext>
            </a:extLst>
          </p:cNvPr>
          <p:cNvSpPr txBox="1"/>
          <p:nvPr/>
        </p:nvSpPr>
        <p:spPr>
          <a:xfrm>
            <a:off x="8161533" y="2087052"/>
            <a:ext cx="1460328"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5"/>
                </a:solidFill>
              </a:rPr>
              <a:t>Bruin</a:t>
            </a:r>
          </a:p>
        </p:txBody>
      </p:sp>
      <p:sp>
        <p:nvSpPr>
          <p:cNvPr id="25" name="Tekstvak 24">
            <a:extLst>
              <a:ext uri="{FF2B5EF4-FFF2-40B4-BE49-F238E27FC236}">
                <a16:creationId xmlns:a16="http://schemas.microsoft.com/office/drawing/2014/main" id="{AC7FF484-F07A-3226-5ED0-6A1E2649E69B}"/>
              </a:ext>
            </a:extLst>
          </p:cNvPr>
          <p:cNvSpPr txBox="1"/>
          <p:nvPr/>
        </p:nvSpPr>
        <p:spPr>
          <a:xfrm>
            <a:off x="1860923" y="3183980"/>
            <a:ext cx="1799293"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tx1"/>
                </a:solidFill>
              </a:rPr>
              <a:t>Groen</a:t>
            </a:r>
          </a:p>
        </p:txBody>
      </p:sp>
      <p:sp>
        <p:nvSpPr>
          <p:cNvPr id="27" name="Tekstvak 26">
            <a:extLst>
              <a:ext uri="{FF2B5EF4-FFF2-40B4-BE49-F238E27FC236}">
                <a16:creationId xmlns:a16="http://schemas.microsoft.com/office/drawing/2014/main" id="{71250382-61BE-E904-F067-8D54CC336AD7}"/>
              </a:ext>
            </a:extLst>
          </p:cNvPr>
          <p:cNvSpPr txBox="1"/>
          <p:nvPr/>
        </p:nvSpPr>
        <p:spPr>
          <a:xfrm>
            <a:off x="4227481" y="3183980"/>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FF0000"/>
                </a:solidFill>
              </a:rPr>
              <a:t>Roze</a:t>
            </a:r>
          </a:p>
        </p:txBody>
      </p:sp>
      <p:sp>
        <p:nvSpPr>
          <p:cNvPr id="29" name="Tekstvak 28">
            <a:extLst>
              <a:ext uri="{FF2B5EF4-FFF2-40B4-BE49-F238E27FC236}">
                <a16:creationId xmlns:a16="http://schemas.microsoft.com/office/drawing/2014/main" id="{51A3B887-4DE7-010E-4E9A-9CCB4EE1318C}"/>
              </a:ext>
            </a:extLst>
          </p:cNvPr>
          <p:cNvSpPr txBox="1"/>
          <p:nvPr/>
        </p:nvSpPr>
        <p:spPr>
          <a:xfrm>
            <a:off x="6429823" y="3183980"/>
            <a:ext cx="1288132"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accent1"/>
                </a:solidFill>
              </a:rPr>
              <a:t>Rood</a:t>
            </a:r>
          </a:p>
        </p:txBody>
      </p:sp>
      <p:sp>
        <p:nvSpPr>
          <p:cNvPr id="31" name="Tekstvak 30">
            <a:extLst>
              <a:ext uri="{FF2B5EF4-FFF2-40B4-BE49-F238E27FC236}">
                <a16:creationId xmlns:a16="http://schemas.microsoft.com/office/drawing/2014/main" id="{2B000F1C-176E-CE72-5BFF-EAEFA93EE8DE}"/>
              </a:ext>
            </a:extLst>
          </p:cNvPr>
          <p:cNvSpPr txBox="1"/>
          <p:nvPr/>
        </p:nvSpPr>
        <p:spPr>
          <a:xfrm>
            <a:off x="8161533" y="3183980"/>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rgbClr val="FF33CC"/>
                </a:solidFill>
              </a:defRPr>
            </a:lvl1pPr>
          </a:lstStyle>
          <a:p>
            <a:r>
              <a:rPr lang="nl-NL" dirty="0"/>
              <a:t>Geel</a:t>
            </a:r>
          </a:p>
        </p:txBody>
      </p:sp>
      <p:sp>
        <p:nvSpPr>
          <p:cNvPr id="33" name="Tekstvak 32">
            <a:extLst>
              <a:ext uri="{FF2B5EF4-FFF2-40B4-BE49-F238E27FC236}">
                <a16:creationId xmlns:a16="http://schemas.microsoft.com/office/drawing/2014/main" id="{233E2727-1B8B-CE87-E5AA-365392DB8A1D}"/>
              </a:ext>
            </a:extLst>
          </p:cNvPr>
          <p:cNvSpPr txBox="1"/>
          <p:nvPr/>
        </p:nvSpPr>
        <p:spPr>
          <a:xfrm>
            <a:off x="1860923" y="4280907"/>
            <a:ext cx="193340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996633"/>
                </a:solidFill>
              </a:rPr>
              <a:t>Zwart</a:t>
            </a:r>
          </a:p>
        </p:txBody>
      </p:sp>
      <p:sp>
        <p:nvSpPr>
          <p:cNvPr id="35" name="Tekstvak 34">
            <a:extLst>
              <a:ext uri="{FF2B5EF4-FFF2-40B4-BE49-F238E27FC236}">
                <a16:creationId xmlns:a16="http://schemas.microsoft.com/office/drawing/2014/main" id="{453BB704-55B2-D0E9-873A-796F02EDE5C7}"/>
              </a:ext>
            </a:extLst>
          </p:cNvPr>
          <p:cNvSpPr txBox="1"/>
          <p:nvPr/>
        </p:nvSpPr>
        <p:spPr>
          <a:xfrm>
            <a:off x="4227481" y="4280907"/>
            <a:ext cx="161366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rgbClr val="00B050"/>
                </a:solidFill>
              </a:rPr>
              <a:t>Bruin</a:t>
            </a:r>
          </a:p>
        </p:txBody>
      </p:sp>
      <p:sp>
        <p:nvSpPr>
          <p:cNvPr id="37" name="Tekstvak 36">
            <a:extLst>
              <a:ext uri="{FF2B5EF4-FFF2-40B4-BE49-F238E27FC236}">
                <a16:creationId xmlns:a16="http://schemas.microsoft.com/office/drawing/2014/main" id="{EFD03D45-8EB0-A9E1-075F-77C6D4895DB0}"/>
              </a:ext>
            </a:extLst>
          </p:cNvPr>
          <p:cNvSpPr txBox="1"/>
          <p:nvPr/>
        </p:nvSpPr>
        <p:spPr>
          <a:xfrm>
            <a:off x="6429822" y="4280907"/>
            <a:ext cx="1501731"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p>
            <a:r>
              <a:rPr lang="nl-NL" sz="3200" dirty="0">
                <a:solidFill>
                  <a:schemeClr val="tx1"/>
                </a:solidFill>
              </a:rPr>
              <a:t>Blauw</a:t>
            </a:r>
          </a:p>
        </p:txBody>
      </p:sp>
      <p:sp>
        <p:nvSpPr>
          <p:cNvPr id="38" name="Tekstvak 37">
            <a:extLst>
              <a:ext uri="{FF2B5EF4-FFF2-40B4-BE49-F238E27FC236}">
                <a16:creationId xmlns:a16="http://schemas.microsoft.com/office/drawing/2014/main" id="{CBB13B22-3486-EA17-D81F-4FDA3C1AAC07}"/>
              </a:ext>
            </a:extLst>
          </p:cNvPr>
          <p:cNvSpPr txBox="1"/>
          <p:nvPr/>
        </p:nvSpPr>
        <p:spPr>
          <a:xfrm>
            <a:off x="8161533" y="4280907"/>
            <a:ext cx="1645790" cy="606961"/>
          </a:xfrm>
          <a:prstGeom prst="rect">
            <a:avLst/>
          </a:prstGeom>
          <a:solidFill>
            <a:schemeClr val="bg1"/>
          </a:solidFill>
          <a:ln w="22225" cap="flat" cmpd="sng" algn="ctr">
            <a:noFill/>
            <a:prstDash val="solid"/>
            <a:extLst>
              <a:ext uri="{C807C97D-BFC1-408E-A445-0C87EB9F89A2}">
                <ask:lineSketchStyleProps xmlns:ask="http://schemas.microsoft.com/office/drawing/2018/sketchyshapes" sd="1219033472">
                  <a:custGeom>
                    <a:avLst/>
                    <a:gdLst>
                      <a:gd name="connsiteX0" fmla="*/ 0 w 1995054"/>
                      <a:gd name="connsiteY0" fmla="*/ 0 h 406265"/>
                      <a:gd name="connsiteX1" fmla="*/ 478813 w 1995054"/>
                      <a:gd name="connsiteY1" fmla="*/ 0 h 406265"/>
                      <a:gd name="connsiteX2" fmla="*/ 917725 w 1995054"/>
                      <a:gd name="connsiteY2" fmla="*/ 0 h 406265"/>
                      <a:gd name="connsiteX3" fmla="*/ 1456389 w 1995054"/>
                      <a:gd name="connsiteY3" fmla="*/ 0 h 406265"/>
                      <a:gd name="connsiteX4" fmla="*/ 1995054 w 1995054"/>
                      <a:gd name="connsiteY4" fmla="*/ 0 h 406265"/>
                      <a:gd name="connsiteX5" fmla="*/ 1995054 w 1995054"/>
                      <a:gd name="connsiteY5" fmla="*/ 406265 h 406265"/>
                      <a:gd name="connsiteX6" fmla="*/ 1536192 w 1995054"/>
                      <a:gd name="connsiteY6" fmla="*/ 406265 h 406265"/>
                      <a:gd name="connsiteX7" fmla="*/ 1077329 w 1995054"/>
                      <a:gd name="connsiteY7" fmla="*/ 406265 h 406265"/>
                      <a:gd name="connsiteX8" fmla="*/ 538665 w 1995054"/>
                      <a:gd name="connsiteY8" fmla="*/ 406265 h 406265"/>
                      <a:gd name="connsiteX9" fmla="*/ 0 w 1995054"/>
                      <a:gd name="connsiteY9" fmla="*/ 406265 h 406265"/>
                      <a:gd name="connsiteX10" fmla="*/ 0 w 1995054"/>
                      <a:gd name="connsiteY10" fmla="*/ 0 h 40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95054" h="406265" extrusionOk="0">
                        <a:moveTo>
                          <a:pt x="0" y="0"/>
                        </a:moveTo>
                        <a:cubicBezTo>
                          <a:pt x="144806" y="-30950"/>
                          <a:pt x="281975" y="38317"/>
                          <a:pt x="478813" y="0"/>
                        </a:cubicBezTo>
                        <a:cubicBezTo>
                          <a:pt x="675651" y="-38317"/>
                          <a:pt x="815635" y="28697"/>
                          <a:pt x="917725" y="0"/>
                        </a:cubicBezTo>
                        <a:cubicBezTo>
                          <a:pt x="1019815" y="-28697"/>
                          <a:pt x="1225363" y="19788"/>
                          <a:pt x="1456389" y="0"/>
                        </a:cubicBezTo>
                        <a:cubicBezTo>
                          <a:pt x="1687415" y="-19788"/>
                          <a:pt x="1749881" y="24246"/>
                          <a:pt x="1995054" y="0"/>
                        </a:cubicBezTo>
                        <a:cubicBezTo>
                          <a:pt x="2023413" y="100183"/>
                          <a:pt x="1987208" y="264741"/>
                          <a:pt x="1995054" y="406265"/>
                        </a:cubicBezTo>
                        <a:cubicBezTo>
                          <a:pt x="1803081" y="459973"/>
                          <a:pt x="1759400" y="351698"/>
                          <a:pt x="1536192" y="406265"/>
                        </a:cubicBezTo>
                        <a:cubicBezTo>
                          <a:pt x="1312984" y="460832"/>
                          <a:pt x="1196702" y="382240"/>
                          <a:pt x="1077329" y="406265"/>
                        </a:cubicBezTo>
                        <a:cubicBezTo>
                          <a:pt x="957956" y="430290"/>
                          <a:pt x="681203" y="391457"/>
                          <a:pt x="538665" y="406265"/>
                        </a:cubicBezTo>
                        <a:cubicBezTo>
                          <a:pt x="396127" y="421073"/>
                          <a:pt x="167298" y="389840"/>
                          <a:pt x="0" y="406265"/>
                        </a:cubicBezTo>
                        <a:cubicBezTo>
                          <a:pt x="-18918" y="315061"/>
                          <a:pt x="12642" y="181461"/>
                          <a:pt x="0" y="0"/>
                        </a:cubicBezTo>
                        <a:close/>
                      </a:path>
                    </a:pathLst>
                  </a:custGeom>
                  <ask:type>
                    <ask:lineSketchNone/>
                  </ask:type>
                </ask:lineSketchStyleProps>
              </a:ext>
            </a:extLst>
          </a:ln>
          <a:effectLst/>
        </p:spPr>
        <p:style>
          <a:lnRef idx="2">
            <a:schemeClr val="accent2"/>
          </a:lnRef>
          <a:fillRef idx="1">
            <a:schemeClr val="lt1"/>
          </a:fillRef>
          <a:effectRef idx="0">
            <a:schemeClr val="accent2"/>
          </a:effectRef>
          <a:fontRef idx="minor">
            <a:schemeClr val="dk1"/>
          </a:fontRef>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3200">
                <a:solidFill>
                  <a:srgbClr val="F0EA00"/>
                </a:solidFill>
              </a:defRPr>
            </a:lvl1pPr>
          </a:lstStyle>
          <a:p>
            <a:r>
              <a:rPr lang="nl-NL" dirty="0"/>
              <a:t>Roze</a:t>
            </a:r>
          </a:p>
        </p:txBody>
      </p:sp>
      <p:pic>
        <p:nvPicPr>
          <p:cNvPr id="7" name="Accessibility logo_transparant RGB.png">
            <a:extLst>
              <a:ext uri="{FF2B5EF4-FFF2-40B4-BE49-F238E27FC236}">
                <a16:creationId xmlns:a16="http://schemas.microsoft.com/office/drawing/2014/main" id="{FBF5FDCB-F560-0E9A-6402-CA3980D521C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69454" y="6354000"/>
            <a:ext cx="2105166" cy="504000"/>
          </a:xfrm>
          <a:prstGeom prst="rect">
            <a:avLst/>
          </a:prstGeom>
          <a:ln w="12700">
            <a:miter lim="400000"/>
          </a:ln>
        </p:spPr>
      </p:pic>
    </p:spTree>
    <p:extLst>
      <p:ext uri="{BB962C8B-B14F-4D97-AF65-F5344CB8AC3E}">
        <p14:creationId xmlns:p14="http://schemas.microsoft.com/office/powerpoint/2010/main" val="11913996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70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700"/>
                            </p:stCondLst>
                            <p:childTnLst>
                              <p:par>
                                <p:cTn id="8" presetID="1" presetClass="entr" presetSubtype="0" fill="hold" grpId="0" nodeType="afterEffect">
                                  <p:stCondLst>
                                    <p:cond delay="550"/>
                                  </p:stCondLst>
                                  <p:childTnLst>
                                    <p:set>
                                      <p:cBhvr>
                                        <p:cTn id="9" dur="1" fill="hold">
                                          <p:stCondLst>
                                            <p:cond delay="0"/>
                                          </p:stCondLst>
                                        </p:cTn>
                                        <p:tgtEl>
                                          <p:spTgt spid="11"/>
                                        </p:tgtEl>
                                        <p:attrNameLst>
                                          <p:attrName>style.visibility</p:attrName>
                                        </p:attrNameLst>
                                      </p:cBhvr>
                                      <p:to>
                                        <p:strVal val="visible"/>
                                      </p:to>
                                    </p:set>
                                  </p:childTnLst>
                                </p:cTn>
                              </p:par>
                            </p:childTnLst>
                          </p:cTn>
                        </p:par>
                        <p:par>
                          <p:cTn id="10" fill="hold">
                            <p:stCondLst>
                              <p:cond delay="1250"/>
                            </p:stCondLst>
                            <p:childTnLst>
                              <p:par>
                                <p:cTn id="11" presetID="1" presetClass="entr" presetSubtype="0" fill="hold" grpId="0" nodeType="afterEffect">
                                  <p:stCondLst>
                                    <p:cond delay="50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1750"/>
                            </p:stCondLst>
                            <p:childTnLst>
                              <p:par>
                                <p:cTn id="14" presetID="1" presetClass="entr" presetSubtype="0" fill="hold" grpId="0" nodeType="afterEffect">
                                  <p:stCondLst>
                                    <p:cond delay="500"/>
                                  </p:stCondLst>
                                  <p:childTnLst>
                                    <p:set>
                                      <p:cBhvr>
                                        <p:cTn id="15" dur="1" fill="hold">
                                          <p:stCondLst>
                                            <p:cond delay="0"/>
                                          </p:stCondLst>
                                        </p:cTn>
                                        <p:tgtEl>
                                          <p:spTgt spid="15"/>
                                        </p:tgtEl>
                                        <p:attrNameLst>
                                          <p:attrName>style.visibility</p:attrName>
                                        </p:attrNameLst>
                                      </p:cBhvr>
                                      <p:to>
                                        <p:strVal val="visible"/>
                                      </p:to>
                                    </p:set>
                                  </p:childTnLst>
                                </p:cTn>
                              </p:par>
                            </p:childTnLst>
                          </p:cTn>
                        </p:par>
                        <p:par>
                          <p:cTn id="16" fill="hold">
                            <p:stCondLst>
                              <p:cond delay="2250"/>
                            </p:stCondLst>
                            <p:childTnLst>
                              <p:par>
                                <p:cTn id="17" presetID="1" presetClass="entr" presetSubtype="0"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childTnLst>
                                </p:cTn>
                              </p:par>
                            </p:childTnLst>
                          </p:cTn>
                        </p:par>
                        <p:par>
                          <p:cTn id="19" fill="hold">
                            <p:stCondLst>
                              <p:cond delay="2750"/>
                            </p:stCondLst>
                            <p:childTnLst>
                              <p:par>
                                <p:cTn id="20" presetID="1" presetClass="entr" presetSubtype="0" fill="hold" grpId="0" nodeType="afterEffect">
                                  <p:stCondLst>
                                    <p:cond delay="5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3250"/>
                            </p:stCondLst>
                            <p:childTnLst>
                              <p:par>
                                <p:cTn id="23" presetID="1" presetClass="entr" presetSubtype="0" fill="hold" grpId="0" nodeType="afterEffect">
                                  <p:stCondLst>
                                    <p:cond delay="5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p:stCondLst>
                              <p:cond delay="3750"/>
                            </p:stCondLst>
                            <p:childTnLst>
                              <p:par>
                                <p:cTn id="26" presetID="1" presetClass="entr" presetSubtype="0" fill="hold" grpId="0" nodeType="afterEffect">
                                  <p:stCondLst>
                                    <p:cond delay="50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4250"/>
                            </p:stCondLst>
                            <p:childTnLst>
                              <p:par>
                                <p:cTn id="29" presetID="1" presetClass="entr" presetSubtype="0" fill="hold" grpId="0" nodeType="afterEffect">
                                  <p:stCondLst>
                                    <p:cond delay="5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p:stCondLst>
                              <p:cond delay="4750"/>
                            </p:stCondLst>
                            <p:childTnLst>
                              <p:par>
                                <p:cTn id="32" presetID="1" presetClass="entr" presetSubtype="0" fill="hold" grpId="0" nodeType="afterEffect">
                                  <p:stCondLst>
                                    <p:cond delay="500"/>
                                  </p:stCondLst>
                                  <p:childTnLst>
                                    <p:set>
                                      <p:cBhvr>
                                        <p:cTn id="33" dur="1" fill="hold">
                                          <p:stCondLst>
                                            <p:cond delay="0"/>
                                          </p:stCondLst>
                                        </p:cTn>
                                        <p:tgtEl>
                                          <p:spTgt spid="27"/>
                                        </p:tgtEl>
                                        <p:attrNameLst>
                                          <p:attrName>style.visibility</p:attrName>
                                        </p:attrNameLst>
                                      </p:cBhvr>
                                      <p:to>
                                        <p:strVal val="visible"/>
                                      </p:to>
                                    </p:set>
                                  </p:childTnLst>
                                </p:cTn>
                              </p:par>
                            </p:childTnLst>
                          </p:cTn>
                        </p:par>
                        <p:par>
                          <p:cTn id="34" fill="hold">
                            <p:stCondLst>
                              <p:cond delay="5250"/>
                            </p:stCondLst>
                            <p:childTnLst>
                              <p:par>
                                <p:cTn id="35" presetID="1" presetClass="entr" presetSubtype="0" fill="hold" grpId="0" nodeType="afterEffect">
                                  <p:stCondLst>
                                    <p:cond delay="500"/>
                                  </p:stCondLst>
                                  <p:childTnLst>
                                    <p:set>
                                      <p:cBhvr>
                                        <p:cTn id="36" dur="1" fill="hold">
                                          <p:stCondLst>
                                            <p:cond delay="0"/>
                                          </p:stCondLst>
                                        </p:cTn>
                                        <p:tgtEl>
                                          <p:spTgt spid="29"/>
                                        </p:tgtEl>
                                        <p:attrNameLst>
                                          <p:attrName>style.visibility</p:attrName>
                                        </p:attrNameLst>
                                      </p:cBhvr>
                                      <p:to>
                                        <p:strVal val="visible"/>
                                      </p:to>
                                    </p:set>
                                  </p:childTnLst>
                                </p:cTn>
                              </p:par>
                            </p:childTnLst>
                          </p:cTn>
                        </p:par>
                        <p:par>
                          <p:cTn id="37" fill="hold">
                            <p:stCondLst>
                              <p:cond delay="5750"/>
                            </p:stCondLst>
                            <p:childTnLst>
                              <p:par>
                                <p:cTn id="38" presetID="1" presetClass="entr" presetSubtype="0" fill="hold" grpId="0" nodeType="afterEffect">
                                  <p:stCondLst>
                                    <p:cond delay="500"/>
                                  </p:stCondLst>
                                  <p:childTnLst>
                                    <p:set>
                                      <p:cBhvr>
                                        <p:cTn id="39" dur="1" fill="hold">
                                          <p:stCondLst>
                                            <p:cond delay="0"/>
                                          </p:stCondLst>
                                        </p:cTn>
                                        <p:tgtEl>
                                          <p:spTgt spid="31"/>
                                        </p:tgtEl>
                                        <p:attrNameLst>
                                          <p:attrName>style.visibility</p:attrName>
                                        </p:attrNameLst>
                                      </p:cBhvr>
                                      <p:to>
                                        <p:strVal val="visible"/>
                                      </p:to>
                                    </p:set>
                                  </p:childTnLst>
                                </p:cTn>
                              </p:par>
                            </p:childTnLst>
                          </p:cTn>
                        </p:par>
                        <p:par>
                          <p:cTn id="40" fill="hold">
                            <p:stCondLst>
                              <p:cond delay="6250"/>
                            </p:stCondLst>
                            <p:childTnLst>
                              <p:par>
                                <p:cTn id="41" presetID="1" presetClass="entr" presetSubtype="0" fill="hold" grpId="0" nodeType="afterEffect">
                                  <p:stCondLst>
                                    <p:cond delay="500"/>
                                  </p:stCondLst>
                                  <p:childTnLst>
                                    <p:set>
                                      <p:cBhvr>
                                        <p:cTn id="42" dur="1" fill="hold">
                                          <p:stCondLst>
                                            <p:cond delay="0"/>
                                          </p:stCondLst>
                                        </p:cTn>
                                        <p:tgtEl>
                                          <p:spTgt spid="33"/>
                                        </p:tgtEl>
                                        <p:attrNameLst>
                                          <p:attrName>style.visibility</p:attrName>
                                        </p:attrNameLst>
                                      </p:cBhvr>
                                      <p:to>
                                        <p:strVal val="visible"/>
                                      </p:to>
                                    </p:set>
                                  </p:childTnLst>
                                </p:cTn>
                              </p:par>
                            </p:childTnLst>
                          </p:cTn>
                        </p:par>
                        <p:par>
                          <p:cTn id="43" fill="hold">
                            <p:stCondLst>
                              <p:cond delay="6750"/>
                            </p:stCondLst>
                            <p:childTnLst>
                              <p:par>
                                <p:cTn id="44" presetID="1" presetClass="entr" presetSubtype="0" fill="hold" grpId="0" nodeType="afterEffect">
                                  <p:stCondLst>
                                    <p:cond delay="500"/>
                                  </p:stCondLst>
                                  <p:childTnLst>
                                    <p:set>
                                      <p:cBhvr>
                                        <p:cTn id="45" dur="1" fill="hold">
                                          <p:stCondLst>
                                            <p:cond delay="0"/>
                                          </p:stCondLst>
                                        </p:cTn>
                                        <p:tgtEl>
                                          <p:spTgt spid="35"/>
                                        </p:tgtEl>
                                        <p:attrNameLst>
                                          <p:attrName>style.visibility</p:attrName>
                                        </p:attrNameLst>
                                      </p:cBhvr>
                                      <p:to>
                                        <p:strVal val="visible"/>
                                      </p:to>
                                    </p:set>
                                  </p:childTnLst>
                                </p:cTn>
                              </p:par>
                            </p:childTnLst>
                          </p:cTn>
                        </p:par>
                        <p:par>
                          <p:cTn id="46" fill="hold">
                            <p:stCondLst>
                              <p:cond delay="7250"/>
                            </p:stCondLst>
                            <p:childTnLst>
                              <p:par>
                                <p:cTn id="47" presetID="1" presetClass="entr" presetSubtype="0" fill="hold" grpId="0" nodeType="afterEffect">
                                  <p:stCondLst>
                                    <p:cond delay="500"/>
                                  </p:stCondLst>
                                  <p:childTnLst>
                                    <p:set>
                                      <p:cBhvr>
                                        <p:cTn id="48" dur="1" fill="hold">
                                          <p:stCondLst>
                                            <p:cond delay="0"/>
                                          </p:stCondLst>
                                        </p:cTn>
                                        <p:tgtEl>
                                          <p:spTgt spid="37"/>
                                        </p:tgtEl>
                                        <p:attrNameLst>
                                          <p:attrName>style.visibility</p:attrName>
                                        </p:attrNameLst>
                                      </p:cBhvr>
                                      <p:to>
                                        <p:strVal val="visible"/>
                                      </p:to>
                                    </p:set>
                                  </p:childTnLst>
                                </p:cTn>
                              </p:par>
                            </p:childTnLst>
                          </p:cTn>
                        </p:par>
                        <p:par>
                          <p:cTn id="49" fill="hold">
                            <p:stCondLst>
                              <p:cond delay="7750"/>
                            </p:stCondLst>
                            <p:childTnLst>
                              <p:par>
                                <p:cTn id="50" presetID="1" presetClass="entr" presetSubtype="0" fill="hold" grpId="0" nodeType="afterEffect">
                                  <p:stCondLst>
                                    <p:cond delay="50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8" grpId="0" animBg="1"/>
    </p:bldLst>
  </p:timing>
</p:sld>
</file>

<file path=ppt/theme/theme1.xml><?xml version="1.0" encoding="utf-8"?>
<a:theme xmlns:a="http://schemas.openxmlformats.org/drawingml/2006/main" name="Accessibility 2025">
  <a:themeElements>
    <a:clrScheme name="Accesssibility PowerPoint 2025">
      <a:dk1>
        <a:srgbClr val="131B56"/>
      </a:dk1>
      <a:lt1>
        <a:srgbClr val="FFFFFF"/>
      </a:lt1>
      <a:dk2>
        <a:srgbClr val="000000"/>
      </a:dk2>
      <a:lt2>
        <a:srgbClr val="FFFFFF"/>
      </a:lt2>
      <a:accent1>
        <a:srgbClr val="4868EE"/>
      </a:accent1>
      <a:accent2>
        <a:srgbClr val="131B56"/>
      </a:accent2>
      <a:accent3>
        <a:srgbClr val="108670"/>
      </a:accent3>
      <a:accent4>
        <a:srgbClr val="766A9E"/>
      </a:accent4>
      <a:accent5>
        <a:srgbClr val="CD4D00"/>
      </a:accent5>
      <a:accent6>
        <a:srgbClr val="111328"/>
      </a:accent6>
      <a:hlink>
        <a:srgbClr val="4868EE"/>
      </a:hlink>
      <a:folHlink>
        <a:srgbClr val="108670"/>
      </a:folHlink>
    </a:clrScheme>
    <a:fontScheme name="Accessbility Verdana 202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2" id="{D88E99E5-7748-4D89-85EC-3EBACDAB7866}" vid="{62685486-FE47-480F-B48C-446D6121C2F0}"/>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lcf76f155ced4ddcb4097134ff3c332f xmlns="1263c341-9713-4178-8275-9acf484fd0e5">
      <Terms xmlns="http://schemas.microsoft.com/office/infopath/2007/PartnerControls"/>
    </lcf76f155ced4ddcb4097134ff3c332f>
    <_Flow_SignoffStatus xmlns="1263c341-9713-4178-8275-9acf484fd0e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5B0822-33D2-46D0-B344-853762DE16BA}">
  <ds:schemaRefs>
    <ds:schemaRef ds:uri="http://schemas.openxmlformats.org/package/2006/metadata/core-properties"/>
    <ds:schemaRef ds:uri="http://purl.org/dc/dcmitype/"/>
    <ds:schemaRef ds:uri="9b6572fc-fa2b-4547-9ddf-896420785c3e"/>
    <ds:schemaRef ds:uri="http://schemas.microsoft.com/office/2006/metadata/properties"/>
    <ds:schemaRef ds:uri="c943f701-3070-4014-93cc-e1a70bea7440"/>
    <ds:schemaRef ds:uri="http://schemas.microsoft.com/office/infopath/2007/PartnerControls"/>
    <ds:schemaRef ds:uri="http://schemas.microsoft.com/office/2006/documentManagement/types"/>
    <ds:schemaRef ds:uri="http://purl.org/dc/terms/"/>
    <ds:schemaRef ds:uri="1263c341-9713-4178-8275-9acf484fd0e5"/>
    <ds:schemaRef ds:uri="http://www.w3.org/XML/1998/namespace"/>
    <ds:schemaRef ds:uri="http://purl.org/dc/elements/1.1/"/>
  </ds:schemaRefs>
</ds:datastoreItem>
</file>

<file path=customXml/itemProps2.xml><?xml version="1.0" encoding="utf-8"?>
<ds:datastoreItem xmlns:ds="http://schemas.openxmlformats.org/officeDocument/2006/customXml" ds:itemID="{8D33CA22-82A8-4811-A433-12D7EE4B24C2}"/>
</file>

<file path=customXml/itemProps3.xml><?xml version="1.0" encoding="utf-8"?>
<ds:datastoreItem xmlns:ds="http://schemas.openxmlformats.org/officeDocument/2006/customXml" ds:itemID="{6FEBE1E2-3474-42DE-9060-62F03C9DC6F8}">
  <ds:schemaRefs>
    <ds:schemaRef ds:uri="http://schemas.microsoft.com/sharepoint/v3/contenttype/forms"/>
  </ds:schemaRefs>
</ds:datastoreItem>
</file>

<file path=docMetadata/LabelInfo.xml><?xml version="1.0" encoding="utf-8"?>
<clbl:labelList xmlns:clbl="http://schemas.microsoft.com/office/2020/mipLabelMetadata">
  <clbl:label id="{6388233e-eab9-4bfa-ba11-cc67e80f819e}" enabled="0" method="" siteId="{6388233e-eab9-4bfa-ba11-cc67e80f819e}" removed="1"/>
</clbl:labelList>
</file>

<file path=docProps/app.xml><?xml version="1.0" encoding="utf-8"?>
<Properties xmlns="http://schemas.openxmlformats.org/officeDocument/2006/extended-properties" xmlns:vt="http://schemas.openxmlformats.org/officeDocument/2006/docPropsVTypes">
  <Template>Acc sjabloon</Template>
  <TotalTime>47</TotalTime>
  <Words>50</Words>
  <Application>Microsoft Office PowerPoint</Application>
  <PresentationFormat>Breedbeeld</PresentationFormat>
  <Paragraphs>38</Paragraphs>
  <Slides>3</Slides>
  <Notes>2</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vt:i4>
      </vt:variant>
    </vt:vector>
  </HeadingPairs>
  <TitlesOfParts>
    <vt:vector size="8" baseType="lpstr">
      <vt:lpstr>Arial</vt:lpstr>
      <vt:lpstr>Wingdings</vt:lpstr>
      <vt:lpstr>Verdana</vt:lpstr>
      <vt:lpstr>Aptos</vt:lpstr>
      <vt:lpstr>Accessibility 2025</vt:lpstr>
      <vt:lpstr>ADHD - Strooptest </vt:lpstr>
      <vt:lpstr>Strooptest word=kleur</vt:lpstr>
      <vt:lpstr>Strooptest word x kleur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Strooptest-klassikaal</dc:title>
  <dc:creator>Kerkmeijer, Sabine</dc:creator>
  <cp:lastModifiedBy>Moreno Hidalgo, Ana Julia</cp:lastModifiedBy>
  <cp:revision>4</cp:revision>
  <dcterms:created xsi:type="dcterms:W3CDTF">2026-06-09T14:40:41Z</dcterms:created>
  <dcterms:modified xsi:type="dcterms:W3CDTF">2026-06-09T15:33:58Z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