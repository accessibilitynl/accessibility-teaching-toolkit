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6" r:id="rId5"/>
  </p:sldMasterIdLst>
  <p:notesMasterIdLst>
    <p:notesMasterId r:id="rId11"/>
  </p:notesMasterIdLst>
  <p:sldIdLst>
    <p:sldId id="1135" r:id="rId6"/>
    <p:sldId id="1141" r:id="rId7"/>
    <p:sldId id="1138" r:id="rId8"/>
    <p:sldId id="1143" r:id="rId9"/>
    <p:sldId id="1144" r:id="rId10"/>
  </p:sldIdLst>
  <p:sldSz cx="9906000" cy="6858000" type="A4"/>
  <p:notesSz cx="6799263" cy="9929813"/>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5242019-0CEB-D4EE-3E3D-019A696B4642}" name="Hootsmans, Eva" initials="EH" userId="S::ehootsmans@accessibility.nl::847a4d53-5687-4b02-9bc3-f49c1cfbb88e" providerId="AD"/>
  <p188:author id="{1C79FED8-D588-906A-5FA8-8A730FB22507}" name="Kerkmeijer, Sabine" initials="KS" userId="S::skerkmeijer@accessibility.nl::da67f59c-a5e7-4a03-b6ac-05ba48f259ea" providerId="AD"/>
  <p188:author id="{B0CB14E8-7E47-8667-885D-37F2BC144289}" name="Sewalt, Kilian" initials="SK" userId="S::ksewalt@accessibility.nl::5e92bfb6-041f-4a64-b479-5b6d03868df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0EA00"/>
    <a:srgbClr val="FFFF99"/>
    <a:srgbClr val="FC7A04"/>
    <a:srgbClr val="FF33CC"/>
    <a:srgbClr val="0D0D0D"/>
    <a:srgbClr val="FF6699"/>
    <a:srgbClr val="FF9900"/>
    <a:srgbClr val="131B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A0B1EE-BABC-4A84-8050-073D19C51B75}" v="9" dt="2026-06-09T11:49:21.4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673" autoAdjust="0"/>
  </p:normalViewPr>
  <p:slideViewPr>
    <p:cSldViewPr snapToGrid="0">
      <p:cViewPr varScale="1">
        <p:scale>
          <a:sx n="105" d="100"/>
          <a:sy n="105" d="100"/>
        </p:scale>
        <p:origin x="810" y="9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viewProps" Target="viewProp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reno Hidalgo, Ana Julia" userId="86045df5-2826-4e0a-a611-ac63bd869f36" providerId="ADAL" clId="{8A9577EC-938E-40A6-8C5F-F44CA8D3340E}"/>
    <pc:docChg chg="undo custSel addSld delSld modSld">
      <pc:chgData name="Moreno Hidalgo, Ana Julia" userId="86045df5-2826-4e0a-a611-ac63bd869f36" providerId="ADAL" clId="{8A9577EC-938E-40A6-8C5F-F44CA8D3340E}" dt="2026-06-09T11:56:02.706" v="156" actId="1076"/>
      <pc:docMkLst>
        <pc:docMk/>
      </pc:docMkLst>
      <pc:sldChg chg="modSp mod">
        <pc:chgData name="Moreno Hidalgo, Ana Julia" userId="86045df5-2826-4e0a-a611-ac63bd869f36" providerId="ADAL" clId="{8A9577EC-938E-40A6-8C5F-F44CA8D3340E}" dt="2026-06-09T11:56:02.706" v="156" actId="1076"/>
        <pc:sldMkLst>
          <pc:docMk/>
          <pc:sldMk cId="1912719538" sldId="1135"/>
        </pc:sldMkLst>
        <pc:spChg chg="mod ord">
          <ac:chgData name="Moreno Hidalgo, Ana Julia" userId="86045df5-2826-4e0a-a611-ac63bd869f36" providerId="ADAL" clId="{8A9577EC-938E-40A6-8C5F-F44CA8D3340E}" dt="2026-06-09T11:55:56.639" v="154" actId="1076"/>
          <ac:spMkLst>
            <pc:docMk/>
            <pc:sldMk cId="1912719538" sldId="1135"/>
            <ac:spMk id="2" creationId="{CA4E76FD-EA8B-CA72-5FF4-BBEFDAB9E74C}"/>
          </ac:spMkLst>
        </pc:spChg>
        <pc:spChg chg="mod">
          <ac:chgData name="Moreno Hidalgo, Ana Julia" userId="86045df5-2826-4e0a-a611-ac63bd869f36" providerId="ADAL" clId="{8A9577EC-938E-40A6-8C5F-F44CA8D3340E}" dt="2026-06-09T11:56:02.706" v="156" actId="1076"/>
          <ac:spMkLst>
            <pc:docMk/>
            <pc:sldMk cId="1912719538" sldId="1135"/>
            <ac:spMk id="5" creationId="{69A7AFC6-3DB0-46B4-7F02-FC8B0B0974A5}"/>
          </ac:spMkLst>
        </pc:spChg>
        <pc:spChg chg="mod">
          <ac:chgData name="Moreno Hidalgo, Ana Julia" userId="86045df5-2826-4e0a-a611-ac63bd869f36" providerId="ADAL" clId="{8A9577EC-938E-40A6-8C5F-F44CA8D3340E}" dt="2026-06-09T11:55:59.010" v="155" actId="1076"/>
          <ac:spMkLst>
            <pc:docMk/>
            <pc:sldMk cId="1912719538" sldId="1135"/>
            <ac:spMk id="8" creationId="{ECAF4916-4B54-C4C9-45F1-3998D2A4F3D9}"/>
          </ac:spMkLst>
        </pc:spChg>
        <pc:picChg chg="mod">
          <ac:chgData name="Moreno Hidalgo, Ana Julia" userId="86045df5-2826-4e0a-a611-ac63bd869f36" providerId="ADAL" clId="{8A9577EC-938E-40A6-8C5F-F44CA8D3340E}" dt="2026-06-09T11:41:54.359" v="7" actId="962"/>
          <ac:picMkLst>
            <pc:docMk/>
            <pc:sldMk cId="1912719538" sldId="1135"/>
            <ac:picMk id="3" creationId="{4CB10370-0F3B-B64D-1541-C9475861A50C}"/>
          </ac:picMkLst>
        </pc:picChg>
      </pc:sldChg>
      <pc:sldChg chg="modSp mod">
        <pc:chgData name="Moreno Hidalgo, Ana Julia" userId="86045df5-2826-4e0a-a611-ac63bd869f36" providerId="ADAL" clId="{8A9577EC-938E-40A6-8C5F-F44CA8D3340E}" dt="2026-06-09T11:45:52.898" v="19" actId="962"/>
        <pc:sldMkLst>
          <pc:docMk/>
          <pc:sldMk cId="3512164927" sldId="1138"/>
        </pc:sldMkLst>
        <pc:spChg chg="mod ord">
          <ac:chgData name="Moreno Hidalgo, Ana Julia" userId="86045df5-2826-4e0a-a611-ac63bd869f36" providerId="ADAL" clId="{8A9577EC-938E-40A6-8C5F-F44CA8D3340E}" dt="2026-06-09T11:45:13.761" v="17" actId="33553"/>
          <ac:spMkLst>
            <pc:docMk/>
            <pc:sldMk cId="3512164927" sldId="1138"/>
            <ac:spMk id="21" creationId="{AB3A5FA7-A3FE-F4EB-A510-AA50858B903D}"/>
          </ac:spMkLst>
        </pc:spChg>
        <pc:grpChg chg="mod">
          <ac:chgData name="Moreno Hidalgo, Ana Julia" userId="86045df5-2826-4e0a-a611-ac63bd869f36" providerId="ADAL" clId="{8A9577EC-938E-40A6-8C5F-F44CA8D3340E}" dt="2026-06-09T11:45:52.898" v="19" actId="962"/>
          <ac:grpSpMkLst>
            <pc:docMk/>
            <pc:sldMk cId="3512164927" sldId="1138"/>
            <ac:grpSpMk id="20" creationId="{FDCB309D-DFF4-BC29-813E-1ADBA5AE6C90}"/>
          </ac:grpSpMkLst>
        </pc:grpChg>
        <pc:picChg chg="mod">
          <ac:chgData name="Moreno Hidalgo, Ana Julia" userId="86045df5-2826-4e0a-a611-ac63bd869f36" providerId="ADAL" clId="{8A9577EC-938E-40A6-8C5F-F44CA8D3340E}" dt="2026-06-09T11:44:56.818" v="15" actId="962"/>
          <ac:picMkLst>
            <pc:docMk/>
            <pc:sldMk cId="3512164927" sldId="1138"/>
            <ac:picMk id="3" creationId="{1DEC00E2-902E-ACEC-42C7-F1137C46759E}"/>
          </ac:picMkLst>
        </pc:picChg>
      </pc:sldChg>
      <pc:sldChg chg="modSp mod">
        <pc:chgData name="Moreno Hidalgo, Ana Julia" userId="86045df5-2826-4e0a-a611-ac63bd869f36" providerId="ADAL" clId="{8A9577EC-938E-40A6-8C5F-F44CA8D3340E}" dt="2026-06-09T11:46:27.754" v="21" actId="962"/>
        <pc:sldMkLst>
          <pc:docMk/>
          <pc:sldMk cId="3104001312" sldId="1141"/>
        </pc:sldMkLst>
        <pc:spChg chg="mod ord">
          <ac:chgData name="Moreno Hidalgo, Ana Julia" userId="86045df5-2826-4e0a-a611-ac63bd869f36" providerId="ADAL" clId="{8A9577EC-938E-40A6-8C5F-F44CA8D3340E}" dt="2026-06-09T11:44:43.913" v="14" actId="13244"/>
          <ac:spMkLst>
            <pc:docMk/>
            <pc:sldMk cId="3104001312" sldId="1141"/>
            <ac:spMk id="9" creationId="{797E981F-128A-AE56-CB75-C351746CDD4C}"/>
          </ac:spMkLst>
        </pc:spChg>
        <pc:grpChg chg="mod">
          <ac:chgData name="Moreno Hidalgo, Ana Julia" userId="86045df5-2826-4e0a-a611-ac63bd869f36" providerId="ADAL" clId="{8A9577EC-938E-40A6-8C5F-F44CA8D3340E}" dt="2026-06-09T11:46:27.754" v="21" actId="962"/>
          <ac:grpSpMkLst>
            <pc:docMk/>
            <pc:sldMk cId="3104001312" sldId="1141"/>
            <ac:grpSpMk id="6" creationId="{DD4A25DF-75A9-9D80-F2B0-2B9059D2C4F8}"/>
          </ac:grpSpMkLst>
        </pc:grpChg>
        <pc:picChg chg="mod">
          <ac:chgData name="Moreno Hidalgo, Ana Julia" userId="86045df5-2826-4e0a-a611-ac63bd869f36" providerId="ADAL" clId="{8A9577EC-938E-40A6-8C5F-F44CA8D3340E}" dt="2026-06-09T11:42:39.482" v="9" actId="962"/>
          <ac:picMkLst>
            <pc:docMk/>
            <pc:sldMk cId="3104001312" sldId="1141"/>
            <ac:picMk id="7" creationId="{FBF5FDCB-F560-0E9A-6402-CA3980D521CC}"/>
          </ac:picMkLst>
        </pc:picChg>
      </pc:sldChg>
      <pc:sldChg chg="modSp mod">
        <pc:chgData name="Moreno Hidalgo, Ana Julia" userId="86045df5-2826-4e0a-a611-ac63bd869f36" providerId="ADAL" clId="{8A9577EC-938E-40A6-8C5F-F44CA8D3340E}" dt="2026-06-09T11:46:45.017" v="24" actId="33553"/>
        <pc:sldMkLst>
          <pc:docMk/>
          <pc:sldMk cId="113695059" sldId="1143"/>
        </pc:sldMkLst>
        <pc:spChg chg="mod ord">
          <ac:chgData name="Moreno Hidalgo, Ana Julia" userId="86045df5-2826-4e0a-a611-ac63bd869f36" providerId="ADAL" clId="{8A9577EC-938E-40A6-8C5F-F44CA8D3340E}" dt="2026-06-09T11:46:45.017" v="24" actId="33553"/>
          <ac:spMkLst>
            <pc:docMk/>
            <pc:sldMk cId="113695059" sldId="1143"/>
            <ac:spMk id="9" creationId="{C88DD8C8-7DDC-F64D-E18F-CDA1805F751C}"/>
          </ac:spMkLst>
        </pc:spChg>
        <pc:grpChg chg="mod">
          <ac:chgData name="Moreno Hidalgo, Ana Julia" userId="86045df5-2826-4e0a-a611-ac63bd869f36" providerId="ADAL" clId="{8A9577EC-938E-40A6-8C5F-F44CA8D3340E}" dt="2026-06-09T11:46:34.483" v="22" actId="962"/>
          <ac:grpSpMkLst>
            <pc:docMk/>
            <pc:sldMk cId="113695059" sldId="1143"/>
            <ac:grpSpMk id="6" creationId="{DD4A25DF-75A9-9D80-F2B0-2B9059D2C4F8}"/>
          </ac:grpSpMkLst>
        </pc:grpChg>
        <pc:picChg chg="mod">
          <ac:chgData name="Moreno Hidalgo, Ana Julia" userId="86045df5-2826-4e0a-a611-ac63bd869f36" providerId="ADAL" clId="{8A9577EC-938E-40A6-8C5F-F44CA8D3340E}" dt="2026-06-09T11:46:01.800" v="20" actId="962"/>
          <ac:picMkLst>
            <pc:docMk/>
            <pc:sldMk cId="113695059" sldId="1143"/>
            <ac:picMk id="7" creationId="{39F250E6-A79D-9300-B480-BA4538E9E685}"/>
          </ac:picMkLst>
        </pc:picChg>
      </pc:sldChg>
      <pc:sldChg chg="addSp delSp modSp mod">
        <pc:chgData name="Moreno Hidalgo, Ana Julia" userId="86045df5-2826-4e0a-a611-ac63bd869f36" providerId="ADAL" clId="{8A9577EC-938E-40A6-8C5F-F44CA8D3340E}" dt="2026-06-09T11:55:46.318" v="153" actId="962"/>
        <pc:sldMkLst>
          <pc:docMk/>
          <pc:sldMk cId="3944159285" sldId="1144"/>
        </pc:sldMkLst>
        <pc:spChg chg="mod">
          <ac:chgData name="Moreno Hidalgo, Ana Julia" userId="86045df5-2826-4e0a-a611-ac63bd869f36" providerId="ADAL" clId="{8A9577EC-938E-40A6-8C5F-F44CA8D3340E}" dt="2026-06-09T11:51:16.936" v="57" actId="1076"/>
          <ac:spMkLst>
            <pc:docMk/>
            <pc:sldMk cId="3944159285" sldId="1144"/>
            <ac:spMk id="2" creationId="{5158F94A-805D-C2FE-3B14-C92156F1FACC}"/>
          </ac:spMkLst>
        </pc:spChg>
        <pc:spChg chg="mod ord">
          <ac:chgData name="Moreno Hidalgo, Ana Julia" userId="86045df5-2826-4e0a-a611-ac63bd869f36" providerId="ADAL" clId="{8A9577EC-938E-40A6-8C5F-F44CA8D3340E}" dt="2026-06-09T11:51:20.402" v="58" actId="13244"/>
          <ac:spMkLst>
            <pc:docMk/>
            <pc:sldMk cId="3944159285" sldId="1144"/>
            <ac:spMk id="11" creationId="{F6EEE351-9D92-A9D8-E002-682729B434AE}"/>
          </ac:spMkLst>
        </pc:spChg>
        <pc:spChg chg="add del">
          <ac:chgData name="Moreno Hidalgo, Ana Julia" userId="86045df5-2826-4e0a-a611-ac63bd869f36" providerId="ADAL" clId="{8A9577EC-938E-40A6-8C5F-F44CA8D3340E}" dt="2026-06-09T11:47:47.667" v="29" actId="22"/>
          <ac:spMkLst>
            <pc:docMk/>
            <pc:sldMk cId="3944159285" sldId="1144"/>
            <ac:spMk id="12" creationId="{4D37E18C-26D7-BFC0-AEFC-E8EDD3526CD2}"/>
          </ac:spMkLst>
        </pc:spChg>
        <pc:grpChg chg="add del mod ord">
          <ac:chgData name="Moreno Hidalgo, Ana Julia" userId="86045df5-2826-4e0a-a611-ac63bd869f36" providerId="ADAL" clId="{8A9577EC-938E-40A6-8C5F-F44CA8D3340E}" dt="2026-06-09T11:55:46.318" v="153" actId="962"/>
          <ac:grpSpMkLst>
            <pc:docMk/>
            <pc:sldMk cId="3944159285" sldId="1144"/>
            <ac:grpSpMk id="3" creationId="{3BBD6378-59D2-1494-6301-CBA95D7E9A7A}"/>
          </ac:grpSpMkLst>
        </pc:grpChg>
        <pc:picChg chg="mod">
          <ac:chgData name="Moreno Hidalgo, Ana Julia" userId="86045df5-2826-4e0a-a611-ac63bd869f36" providerId="ADAL" clId="{8A9577EC-938E-40A6-8C5F-F44CA8D3340E}" dt="2026-06-09T11:48:52.836" v="35" actId="962"/>
          <ac:picMkLst>
            <pc:docMk/>
            <pc:sldMk cId="3944159285" sldId="1144"/>
            <ac:picMk id="8" creationId="{D1F95CCD-37F2-2E7C-48E4-4FD15F9751C0}"/>
          </ac:picMkLst>
        </pc:picChg>
        <pc:cxnChg chg="mod">
          <ac:chgData name="Moreno Hidalgo, Ana Julia" userId="86045df5-2826-4e0a-a611-ac63bd869f36" providerId="ADAL" clId="{8A9577EC-938E-40A6-8C5F-F44CA8D3340E}" dt="2026-06-09T11:52:30.144" v="68" actId="1076"/>
          <ac:cxnSpMkLst>
            <pc:docMk/>
            <pc:sldMk cId="3944159285" sldId="1144"/>
            <ac:cxnSpMk id="4" creationId="{5FDB2367-C110-4B8C-D4F4-0C1A4EB06885}"/>
          </ac:cxnSpMkLst>
        </pc:cxnChg>
        <pc:cxnChg chg="mod">
          <ac:chgData name="Moreno Hidalgo, Ana Julia" userId="86045df5-2826-4e0a-a611-ac63bd869f36" providerId="ADAL" clId="{8A9577EC-938E-40A6-8C5F-F44CA8D3340E}" dt="2026-06-09T11:52:33.832" v="70" actId="1076"/>
          <ac:cxnSpMkLst>
            <pc:docMk/>
            <pc:sldMk cId="3944159285" sldId="1144"/>
            <ac:cxnSpMk id="5" creationId="{78A9422F-EE35-9470-6751-7C7687075A91}"/>
          </ac:cxnSpMkLst>
        </pc:cxnChg>
      </pc:sldChg>
      <pc:sldChg chg="addSp delSp modSp add del mod">
        <pc:chgData name="Moreno Hidalgo, Ana Julia" userId="86045df5-2826-4e0a-a611-ac63bd869f36" providerId="ADAL" clId="{8A9577EC-938E-40A6-8C5F-F44CA8D3340E}" dt="2026-06-09T11:53:25.066" v="150" actId="47"/>
        <pc:sldMkLst>
          <pc:docMk/>
          <pc:sldMk cId="2659124767" sldId="1145"/>
        </pc:sldMkLst>
        <pc:spChg chg="mod topLvl">
          <ac:chgData name="Moreno Hidalgo, Ana Julia" userId="86045df5-2826-4e0a-a611-ac63bd869f36" providerId="ADAL" clId="{8A9577EC-938E-40A6-8C5F-F44CA8D3340E}" dt="2026-06-09T11:53:23.437" v="149" actId="20577"/>
          <ac:spMkLst>
            <pc:docMk/>
            <pc:sldMk cId="2659124767" sldId="1145"/>
            <ac:spMk id="2" creationId="{8C5B54F3-A1E0-B31E-DB41-850EE23092CD}"/>
          </ac:spMkLst>
        </pc:spChg>
        <pc:grpChg chg="add del mod">
          <ac:chgData name="Moreno Hidalgo, Ana Julia" userId="86045df5-2826-4e0a-a611-ac63bd869f36" providerId="ADAL" clId="{8A9577EC-938E-40A6-8C5F-F44CA8D3340E}" dt="2026-06-09T11:53:03.324" v="88" actId="478"/>
          <ac:grpSpMkLst>
            <pc:docMk/>
            <pc:sldMk cId="2659124767" sldId="1145"/>
            <ac:grpSpMk id="3" creationId="{B629FCFB-B1FA-F39E-C4BF-FC09D34B1EC2}"/>
          </ac:grpSpMkLst>
        </pc:grpChg>
        <pc:cxnChg chg="del">
          <ac:chgData name="Moreno Hidalgo, Ana Julia" userId="86045df5-2826-4e0a-a611-ac63bd869f36" providerId="ADAL" clId="{8A9577EC-938E-40A6-8C5F-F44CA8D3340E}" dt="2026-06-09T11:52:49.481" v="77" actId="478"/>
          <ac:cxnSpMkLst>
            <pc:docMk/>
            <pc:sldMk cId="2659124767" sldId="1145"/>
            <ac:cxnSpMk id="4" creationId="{941BCDC2-C57C-2B9A-9238-1C1695DEC010}"/>
          </ac:cxnSpMkLst>
        </pc:cxnChg>
        <pc:cxnChg chg="del">
          <ac:chgData name="Moreno Hidalgo, Ana Julia" userId="86045df5-2826-4e0a-a611-ac63bd869f36" providerId="ADAL" clId="{8A9577EC-938E-40A6-8C5F-F44CA8D3340E}" dt="2026-06-09T11:52:56.050" v="82" actId="478"/>
          <ac:cxnSpMkLst>
            <pc:docMk/>
            <pc:sldMk cId="2659124767" sldId="1145"/>
            <ac:cxnSpMk id="5" creationId="{DD646127-87BF-7F04-7C16-EDC7ADE0A423}"/>
          </ac:cxnSpMkLst>
        </pc:cxnChg>
        <pc:cxnChg chg="del mod">
          <ac:chgData name="Moreno Hidalgo, Ana Julia" userId="86045df5-2826-4e0a-a611-ac63bd869f36" providerId="ADAL" clId="{8A9577EC-938E-40A6-8C5F-F44CA8D3340E}" dt="2026-06-09T11:52:54.324" v="81" actId="478"/>
          <ac:cxnSpMkLst>
            <pc:docMk/>
            <pc:sldMk cId="2659124767" sldId="1145"/>
            <ac:cxnSpMk id="6" creationId="{F2DE2956-1138-E1AF-0F72-98EF83030F18}"/>
          </ac:cxnSpMkLst>
        </pc:cxnChg>
        <pc:cxnChg chg="del">
          <ac:chgData name="Moreno Hidalgo, Ana Julia" userId="86045df5-2826-4e0a-a611-ac63bd869f36" providerId="ADAL" clId="{8A9577EC-938E-40A6-8C5F-F44CA8D3340E}" dt="2026-06-09T11:52:59.873" v="85" actId="478"/>
          <ac:cxnSpMkLst>
            <pc:docMk/>
            <pc:sldMk cId="2659124767" sldId="1145"/>
            <ac:cxnSpMk id="7" creationId="{A44641EF-88E2-36FB-60D7-D036268C2EA6}"/>
          </ac:cxnSpMkLst>
        </pc:cxnChg>
        <pc:cxnChg chg="del topLvl">
          <ac:chgData name="Moreno Hidalgo, Ana Julia" userId="86045df5-2826-4e0a-a611-ac63bd869f36" providerId="ADAL" clId="{8A9577EC-938E-40A6-8C5F-F44CA8D3340E}" dt="2026-06-09T11:53:03.324" v="88" actId="478"/>
          <ac:cxnSpMkLst>
            <pc:docMk/>
            <pc:sldMk cId="2659124767" sldId="1145"/>
            <ac:cxnSpMk id="9" creationId="{11733AF9-4C83-32DE-41A1-482C7A543F85}"/>
          </ac:cxnSpMkLst>
        </pc:cxnChg>
      </pc:sldChg>
      <pc:sldChg chg="addSp delSp modSp add del mod">
        <pc:chgData name="Moreno Hidalgo, Ana Julia" userId="86045df5-2826-4e0a-a611-ac63bd869f36" providerId="ADAL" clId="{8A9577EC-938E-40A6-8C5F-F44CA8D3340E}" dt="2026-06-09T11:51:27.045" v="59" actId="47"/>
        <pc:sldMkLst>
          <pc:docMk/>
          <pc:sldMk cId="3625603348" sldId="1145"/>
        </pc:sldMkLst>
        <pc:spChg chg="del mod">
          <ac:chgData name="Moreno Hidalgo, Ana Julia" userId="86045df5-2826-4e0a-a611-ac63bd869f36" providerId="ADAL" clId="{8A9577EC-938E-40A6-8C5F-F44CA8D3340E}" dt="2026-06-09T11:50:09.425" v="42" actId="478"/>
          <ac:spMkLst>
            <pc:docMk/>
            <pc:sldMk cId="3625603348" sldId="1145"/>
            <ac:spMk id="2" creationId="{94BC2DD1-0ED3-C28C-76BC-2927915ECEE5}"/>
          </ac:spMkLst>
        </pc:spChg>
        <pc:spChg chg="add mod">
          <ac:chgData name="Moreno Hidalgo, Ana Julia" userId="86045df5-2826-4e0a-a611-ac63bd869f36" providerId="ADAL" clId="{8A9577EC-938E-40A6-8C5F-F44CA8D3340E}" dt="2026-06-09T11:50:29.751" v="46" actId="1076"/>
          <ac:spMkLst>
            <pc:docMk/>
            <pc:sldMk cId="3625603348" sldId="1145"/>
            <ac:spMk id="12" creationId="{7CB97335-E7EE-4380-B198-D4D7DFF2707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46347" cy="498215"/>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51342" y="0"/>
            <a:ext cx="2946347" cy="498215"/>
          </a:xfrm>
          <a:prstGeom prst="rect">
            <a:avLst/>
          </a:prstGeom>
        </p:spPr>
        <p:txBody>
          <a:bodyPr vert="horz" lIns="91440" tIns="45720" rIns="91440" bIns="45720" rtlCol="0"/>
          <a:lstStyle>
            <a:lvl1pPr algn="r">
              <a:defRPr sz="1200"/>
            </a:lvl1pPr>
          </a:lstStyle>
          <a:p>
            <a:fld id="{EC5FB109-19A2-4B6E-AF2B-EFA0633E325D}" type="datetimeFigureOut">
              <a:rPr lang="nl-NL" smtClean="0"/>
              <a:t>9-6-2026</a:t>
            </a:fld>
            <a:endParaRPr lang="nl-NL"/>
          </a:p>
        </p:txBody>
      </p:sp>
      <p:sp>
        <p:nvSpPr>
          <p:cNvPr id="4" name="Tijdelijke aanduiding voor dia-afbeelding 3"/>
          <p:cNvSpPr>
            <a:spLocks noGrp="1" noRot="1" noChangeAspect="1"/>
          </p:cNvSpPr>
          <p:nvPr>
            <p:ph type="sldImg" idx="2"/>
          </p:nvPr>
        </p:nvSpPr>
        <p:spPr>
          <a:xfrm>
            <a:off x="979488" y="1241425"/>
            <a:ext cx="4840287" cy="3351213"/>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79927" y="4778722"/>
            <a:ext cx="5439410" cy="3909864"/>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9431600"/>
            <a:ext cx="2946347" cy="498214"/>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51342" y="9431600"/>
            <a:ext cx="2946347" cy="498214"/>
          </a:xfrm>
          <a:prstGeom prst="rect">
            <a:avLst/>
          </a:prstGeom>
        </p:spPr>
        <p:txBody>
          <a:bodyPr vert="horz" lIns="91440" tIns="45720" rIns="91440" bIns="45720" rtlCol="0" anchor="b"/>
          <a:lstStyle>
            <a:lvl1pPr algn="r">
              <a:defRPr sz="1200"/>
            </a:lvl1pPr>
          </a:lstStyle>
          <a:p>
            <a:fld id="{B71A1C8E-208B-4D3E-9DCB-7CB259FA60DE}" type="slidenum">
              <a:rPr lang="nl-NL" smtClean="0"/>
              <a:t>‹nr.›</a:t>
            </a:fld>
            <a:endParaRPr lang="nl-NL"/>
          </a:p>
        </p:txBody>
      </p:sp>
    </p:spTree>
    <p:extLst>
      <p:ext uri="{BB962C8B-B14F-4D97-AF65-F5344CB8AC3E}">
        <p14:creationId xmlns:p14="http://schemas.microsoft.com/office/powerpoint/2010/main" val="3799759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479425" y="808038"/>
            <a:ext cx="5840413" cy="4043362"/>
          </a:xfrm>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1647355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angepaste indel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6A8F47-3D81-CB14-152C-5EE0DB637E22}"/>
              </a:ext>
            </a:extLst>
          </p:cNvPr>
          <p:cNvSpPr>
            <a:spLocks noGrp="1"/>
          </p:cNvSpPr>
          <p:nvPr>
            <p:ph type="title" hasCustomPrompt="1"/>
          </p:nvPr>
        </p:nvSpPr>
        <p:spPr>
          <a:xfrm>
            <a:off x="553674" y="757012"/>
            <a:ext cx="5269639" cy="671194"/>
          </a:xfrm>
          <a:prstGeom prst="rect">
            <a:avLst/>
          </a:prstGeom>
        </p:spPr>
        <p:txBody>
          <a:bodyPr/>
          <a:lstStyle>
            <a:lvl1pPr>
              <a:defRPr sz="3251" b="1" i="0" baseline="0">
                <a:solidFill>
                  <a:schemeClr val="tx1"/>
                </a:solidFill>
                <a:latin typeface="Muli" pitchFamily="2" charset="77"/>
              </a:defRPr>
            </a:lvl1pPr>
          </a:lstStyle>
          <a:p>
            <a:r>
              <a:rPr lang="nl-NL"/>
              <a:t>Titel</a:t>
            </a:r>
          </a:p>
        </p:txBody>
      </p:sp>
      <p:sp>
        <p:nvSpPr>
          <p:cNvPr id="6" name="Tijdelijke aanduiding voor tekst 5">
            <a:extLst>
              <a:ext uri="{FF2B5EF4-FFF2-40B4-BE49-F238E27FC236}">
                <a16:creationId xmlns:a16="http://schemas.microsoft.com/office/drawing/2014/main" id="{9AA42F94-D699-E9D9-B231-76E8C97498BF}"/>
              </a:ext>
            </a:extLst>
          </p:cNvPr>
          <p:cNvSpPr>
            <a:spLocks noGrp="1"/>
          </p:cNvSpPr>
          <p:nvPr>
            <p:ph type="body" sz="quarter" idx="10" hasCustomPrompt="1"/>
          </p:nvPr>
        </p:nvSpPr>
        <p:spPr>
          <a:xfrm>
            <a:off x="553676" y="1628457"/>
            <a:ext cx="8107807" cy="4472531"/>
          </a:xfrm>
          <a:prstGeom prst="rect">
            <a:avLst/>
          </a:prstGeom>
        </p:spPr>
        <p:txBody>
          <a:bodyPr/>
          <a:lstStyle>
            <a:lvl1pPr>
              <a:defRPr sz="2438" b="0" i="0" baseline="0">
                <a:solidFill>
                  <a:schemeClr val="tx1"/>
                </a:solidFill>
                <a:latin typeface="Muli" pitchFamily="2" charset="77"/>
              </a:defRPr>
            </a:lvl1pPr>
          </a:lstStyle>
          <a:p>
            <a:pPr lvl="0"/>
            <a:r>
              <a:rPr lang="nl-NL"/>
              <a:t>Bodytekst paginabreed, doorlopende alineatekst</a:t>
            </a:r>
          </a:p>
        </p:txBody>
      </p:sp>
    </p:spTree>
    <p:extLst>
      <p:ext uri="{BB962C8B-B14F-4D97-AF65-F5344CB8AC3E}">
        <p14:creationId xmlns:p14="http://schemas.microsoft.com/office/powerpoint/2010/main" val="910167177"/>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Aangepaste indel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52E0EC-300F-065C-4C73-030DAB5B479F}"/>
              </a:ext>
            </a:extLst>
          </p:cNvPr>
          <p:cNvSpPr>
            <a:spLocks noGrp="1"/>
          </p:cNvSpPr>
          <p:nvPr>
            <p:ph type="title" hasCustomPrompt="1"/>
          </p:nvPr>
        </p:nvSpPr>
        <p:spPr>
          <a:xfrm>
            <a:off x="553674" y="757012"/>
            <a:ext cx="5269639" cy="671194"/>
          </a:xfrm>
          <a:prstGeom prst="rect">
            <a:avLst/>
          </a:prstGeom>
        </p:spPr>
        <p:txBody>
          <a:bodyPr/>
          <a:lstStyle>
            <a:lvl1pPr>
              <a:defRPr sz="3251" b="1" i="0" baseline="0">
                <a:solidFill>
                  <a:schemeClr val="tx1"/>
                </a:solidFill>
                <a:latin typeface="Muli" pitchFamily="2" charset="77"/>
              </a:defRPr>
            </a:lvl1pPr>
          </a:lstStyle>
          <a:p>
            <a:r>
              <a:rPr lang="nl-NL"/>
              <a:t>Titel</a:t>
            </a:r>
          </a:p>
        </p:txBody>
      </p:sp>
      <p:sp>
        <p:nvSpPr>
          <p:cNvPr id="5" name="Tijdelijke aanduiding voor tekst 5">
            <a:extLst>
              <a:ext uri="{FF2B5EF4-FFF2-40B4-BE49-F238E27FC236}">
                <a16:creationId xmlns:a16="http://schemas.microsoft.com/office/drawing/2014/main" id="{FFAEF388-BCE9-53AE-F469-99524096FF2E}"/>
              </a:ext>
            </a:extLst>
          </p:cNvPr>
          <p:cNvSpPr>
            <a:spLocks noGrp="1"/>
          </p:cNvSpPr>
          <p:nvPr>
            <p:ph type="body" sz="quarter" idx="10" hasCustomPrompt="1"/>
          </p:nvPr>
        </p:nvSpPr>
        <p:spPr>
          <a:xfrm>
            <a:off x="553676" y="1628457"/>
            <a:ext cx="3979261" cy="4472531"/>
          </a:xfrm>
          <a:prstGeom prst="rect">
            <a:avLst/>
          </a:prstGeom>
        </p:spPr>
        <p:txBody>
          <a:bodyPr/>
          <a:lstStyle>
            <a:lvl1pPr marL="371484" indent="-371484">
              <a:buFontTx/>
              <a:buBlip>
                <a:blip r:embed="rId2"/>
              </a:buBlip>
              <a:defRPr sz="2438" b="0" i="0" baseline="0">
                <a:solidFill>
                  <a:schemeClr val="tx1"/>
                </a:solidFill>
                <a:latin typeface="Muli" pitchFamily="2" charset="77"/>
              </a:defRPr>
            </a:lvl1pPr>
          </a:lstStyle>
          <a:p>
            <a:pPr lvl="0"/>
            <a:r>
              <a:rPr lang="nl-NL"/>
              <a:t>Punt 1</a:t>
            </a:r>
          </a:p>
          <a:p>
            <a:pPr lvl="0"/>
            <a:r>
              <a:rPr lang="nl-NL"/>
              <a:t>Punt 2</a:t>
            </a:r>
          </a:p>
          <a:p>
            <a:pPr lvl="0"/>
            <a:r>
              <a:rPr lang="nl-NL"/>
              <a:t>Punt 3</a:t>
            </a:r>
          </a:p>
          <a:p>
            <a:pPr lvl="0"/>
            <a:r>
              <a:rPr lang="nl-NL"/>
              <a:t>Etc.</a:t>
            </a:r>
          </a:p>
        </p:txBody>
      </p:sp>
      <p:sp>
        <p:nvSpPr>
          <p:cNvPr id="6" name="Tijdelijke aanduiding voor tekst 5">
            <a:extLst>
              <a:ext uri="{FF2B5EF4-FFF2-40B4-BE49-F238E27FC236}">
                <a16:creationId xmlns:a16="http://schemas.microsoft.com/office/drawing/2014/main" id="{DFBCE0AD-D11B-92D1-DFB2-DFDDE00ED8BA}"/>
              </a:ext>
            </a:extLst>
          </p:cNvPr>
          <p:cNvSpPr>
            <a:spLocks noGrp="1"/>
          </p:cNvSpPr>
          <p:nvPr>
            <p:ph type="body" sz="quarter" idx="11" hasCustomPrompt="1"/>
          </p:nvPr>
        </p:nvSpPr>
        <p:spPr>
          <a:xfrm>
            <a:off x="4862470" y="1628457"/>
            <a:ext cx="3979261" cy="4472531"/>
          </a:xfrm>
          <a:prstGeom prst="rect">
            <a:avLst/>
          </a:prstGeom>
        </p:spPr>
        <p:txBody>
          <a:bodyPr/>
          <a:lstStyle>
            <a:lvl1pPr>
              <a:defRPr sz="2438" b="0" i="0" baseline="0">
                <a:solidFill>
                  <a:schemeClr val="tx1"/>
                </a:solidFill>
                <a:latin typeface="Muli" pitchFamily="2" charset="77"/>
              </a:defRPr>
            </a:lvl1pPr>
          </a:lstStyle>
          <a:p>
            <a:pPr lvl="0"/>
            <a:r>
              <a:rPr lang="nl-NL"/>
              <a:t>Bodytekst, doorlopende alineatekst, twee losse kolommen</a:t>
            </a:r>
          </a:p>
        </p:txBody>
      </p:sp>
    </p:spTree>
    <p:extLst>
      <p:ext uri="{BB962C8B-B14F-4D97-AF65-F5344CB8AC3E}">
        <p14:creationId xmlns:p14="http://schemas.microsoft.com/office/powerpoint/2010/main" val="3756872921"/>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kst en klein beeld">
  <p:cSld name="Tekst en klein beeld">
    <p:spTree>
      <p:nvGrpSpPr>
        <p:cNvPr id="1" name="Shape 50"/>
        <p:cNvGrpSpPr/>
        <p:nvPr/>
      </p:nvGrpSpPr>
      <p:grpSpPr>
        <a:xfrm>
          <a:off x="0" y="0"/>
          <a:ext cx="0" cy="0"/>
          <a:chOff x="0" y="0"/>
          <a:chExt cx="0" cy="0"/>
        </a:xfrm>
      </p:grpSpPr>
      <p:sp>
        <p:nvSpPr>
          <p:cNvPr id="51" name="Google Shape;51;p6"/>
          <p:cNvSpPr txBox="1">
            <a:spLocks noGrp="1"/>
          </p:cNvSpPr>
          <p:nvPr>
            <p:ph type="title"/>
          </p:nvPr>
        </p:nvSpPr>
        <p:spPr>
          <a:xfrm>
            <a:off x="812604" y="698954"/>
            <a:ext cx="4078486" cy="540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nl-NL"/>
              <a:t>Klik om stijl te bewerken</a:t>
            </a:r>
            <a:endParaRPr/>
          </a:p>
        </p:txBody>
      </p:sp>
      <p:sp>
        <p:nvSpPr>
          <p:cNvPr id="52" name="Google Shape;52;p6"/>
          <p:cNvSpPr txBox="1">
            <a:spLocks noGrp="1"/>
          </p:cNvSpPr>
          <p:nvPr>
            <p:ph type="sldNum" idx="12"/>
          </p:nvPr>
        </p:nvSpPr>
        <p:spPr>
          <a:xfrm>
            <a:off x="8712421" y="6461968"/>
            <a:ext cx="182341" cy="153888"/>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nl-NL" smtClean="0"/>
              <a:pPr/>
              <a:t>‹nr.›</a:t>
            </a:fld>
            <a:endParaRPr lang="nl-NL"/>
          </a:p>
        </p:txBody>
      </p:sp>
      <p:sp>
        <p:nvSpPr>
          <p:cNvPr id="53" name="Google Shape;53;p6"/>
          <p:cNvSpPr txBox="1">
            <a:spLocks noGrp="1"/>
          </p:cNvSpPr>
          <p:nvPr>
            <p:ph type="body" idx="1"/>
          </p:nvPr>
        </p:nvSpPr>
        <p:spPr>
          <a:xfrm>
            <a:off x="812604" y="1484313"/>
            <a:ext cx="4078486" cy="4284662"/>
          </a:xfrm>
          <a:prstGeom prst="rect">
            <a:avLst/>
          </a:prstGeom>
          <a:noFill/>
          <a:ln>
            <a:noFill/>
          </a:ln>
        </p:spPr>
        <p:txBody>
          <a:bodyPr spcFirstLastPara="1" wrap="square" lIns="0" tIns="0" rIns="0" bIns="0" anchor="t" anchorCtr="0">
            <a:noAutofit/>
          </a:bodyPr>
          <a:lstStyle>
            <a:lvl1pPr marL="371484" lvl="0" indent="-185742" algn="l">
              <a:lnSpc>
                <a:spcPct val="135000"/>
              </a:lnSpc>
              <a:spcBef>
                <a:spcPts val="0"/>
              </a:spcBef>
              <a:spcAft>
                <a:spcPts val="0"/>
              </a:spcAft>
              <a:buClr>
                <a:schemeClr val="accent6"/>
              </a:buClr>
              <a:buSzPts val="1800"/>
              <a:buNone/>
              <a:defRPr/>
            </a:lvl1pPr>
            <a:lvl2pPr marL="742969" lvl="1" indent="-282482" algn="l">
              <a:lnSpc>
                <a:spcPct val="135000"/>
              </a:lnSpc>
              <a:spcBef>
                <a:spcPts val="0"/>
              </a:spcBef>
              <a:spcAft>
                <a:spcPts val="0"/>
              </a:spcAft>
              <a:buClr>
                <a:schemeClr val="accent6"/>
              </a:buClr>
              <a:buSzPts val="1875"/>
              <a:buFont typeface="Arial"/>
              <a:buChar char="•"/>
              <a:defRPr sz="2031"/>
            </a:lvl2pPr>
            <a:lvl3pPr marL="1114452" lvl="2" indent="-278613" algn="l">
              <a:lnSpc>
                <a:spcPct val="135000"/>
              </a:lnSpc>
              <a:spcBef>
                <a:spcPts val="0"/>
              </a:spcBef>
              <a:spcAft>
                <a:spcPts val="0"/>
              </a:spcAft>
              <a:buClr>
                <a:schemeClr val="accent6"/>
              </a:buClr>
              <a:buSzPts val="1800"/>
              <a:buChar char="•"/>
              <a:defRPr/>
            </a:lvl3pPr>
            <a:lvl4pPr marL="1485937" lvl="3" indent="-278613" algn="l">
              <a:lnSpc>
                <a:spcPct val="135000"/>
              </a:lnSpc>
              <a:spcBef>
                <a:spcPts val="0"/>
              </a:spcBef>
              <a:spcAft>
                <a:spcPts val="0"/>
              </a:spcAft>
              <a:buClr>
                <a:schemeClr val="accent6"/>
              </a:buClr>
              <a:buSzPts val="1800"/>
              <a:buChar char="•"/>
              <a:defRPr/>
            </a:lvl4pPr>
            <a:lvl5pPr marL="1857421" lvl="4" indent="-278613" algn="l">
              <a:lnSpc>
                <a:spcPct val="135000"/>
              </a:lnSpc>
              <a:spcBef>
                <a:spcPts val="0"/>
              </a:spcBef>
              <a:spcAft>
                <a:spcPts val="0"/>
              </a:spcAft>
              <a:buClr>
                <a:schemeClr val="accent6"/>
              </a:buClr>
              <a:buSzPts val="1800"/>
              <a:buChar char="•"/>
              <a:defRPr/>
            </a:lvl5pPr>
            <a:lvl6pPr marL="2228906" lvl="5" indent="-278613" algn="l">
              <a:lnSpc>
                <a:spcPct val="90000"/>
              </a:lnSpc>
              <a:spcBef>
                <a:spcPts val="406"/>
              </a:spcBef>
              <a:spcAft>
                <a:spcPts val="0"/>
              </a:spcAft>
              <a:buClr>
                <a:schemeClr val="dk1"/>
              </a:buClr>
              <a:buSzPts val="1800"/>
              <a:buChar char="•"/>
              <a:defRPr/>
            </a:lvl6pPr>
            <a:lvl7pPr marL="2600390" lvl="6" indent="-278613" algn="l">
              <a:lnSpc>
                <a:spcPct val="90000"/>
              </a:lnSpc>
              <a:spcBef>
                <a:spcPts val="406"/>
              </a:spcBef>
              <a:spcAft>
                <a:spcPts val="0"/>
              </a:spcAft>
              <a:buClr>
                <a:schemeClr val="dk1"/>
              </a:buClr>
              <a:buSzPts val="1800"/>
              <a:buChar char="•"/>
              <a:defRPr/>
            </a:lvl7pPr>
            <a:lvl8pPr marL="2971875" lvl="7" indent="-278613" algn="l">
              <a:lnSpc>
                <a:spcPct val="90000"/>
              </a:lnSpc>
              <a:spcBef>
                <a:spcPts val="406"/>
              </a:spcBef>
              <a:spcAft>
                <a:spcPts val="0"/>
              </a:spcAft>
              <a:buClr>
                <a:schemeClr val="dk1"/>
              </a:buClr>
              <a:buSzPts val="1800"/>
              <a:buChar char="•"/>
              <a:defRPr/>
            </a:lvl8pPr>
            <a:lvl9pPr marL="3343359" lvl="8" indent="-278613" algn="l">
              <a:lnSpc>
                <a:spcPct val="90000"/>
              </a:lnSpc>
              <a:spcBef>
                <a:spcPts val="406"/>
              </a:spcBef>
              <a:spcAft>
                <a:spcPts val="0"/>
              </a:spcAft>
              <a:buClr>
                <a:schemeClr val="dk1"/>
              </a:buClr>
              <a:buSzPts val="1800"/>
              <a:buChar char="•"/>
              <a:defRPr/>
            </a:lvl9pPr>
          </a:lstStyle>
          <a:p>
            <a:pPr lvl="0"/>
            <a:r>
              <a:rPr lang="nl-NL"/>
              <a:t>Klikken om de tekststijl van het model te bewerken</a:t>
            </a:r>
          </a:p>
        </p:txBody>
      </p:sp>
      <p:sp>
        <p:nvSpPr>
          <p:cNvPr id="54" name="Google Shape;54;p6"/>
          <p:cNvSpPr>
            <a:spLocks noGrp="1"/>
          </p:cNvSpPr>
          <p:nvPr>
            <p:ph type="pic" idx="2"/>
          </p:nvPr>
        </p:nvSpPr>
        <p:spPr>
          <a:xfrm>
            <a:off x="5871705" y="1484318"/>
            <a:ext cx="3221697" cy="2320771"/>
          </a:xfrm>
          <a:prstGeom prst="rect">
            <a:avLst/>
          </a:prstGeom>
          <a:solidFill>
            <a:srgbClr val="F2F2F2"/>
          </a:solidFill>
          <a:ln>
            <a:noFill/>
          </a:ln>
        </p:spPr>
        <p:txBody>
          <a:bodyPr spcFirstLastPara="1" wrap="square" lIns="0" tIns="936000" rIns="0" bIns="0" anchor="ctr" anchorCtr="1">
            <a:noAutofit/>
          </a:bodyPr>
          <a:lstStyle>
            <a:lvl1pPr marR="0" lvl="0" algn="ctr" rtl="0">
              <a:lnSpc>
                <a:spcPct val="135000"/>
              </a:lnSpc>
              <a:spcBef>
                <a:spcPts val="0"/>
              </a:spcBef>
              <a:spcAft>
                <a:spcPts val="0"/>
              </a:spcAft>
              <a:buClr>
                <a:schemeClr val="accent6"/>
              </a:buClr>
              <a:buSzPts val="1200"/>
              <a:buFont typeface="Arial"/>
              <a:buNone/>
              <a:defRPr sz="975" b="0" i="0" u="none" strike="noStrike" cap="none">
                <a:solidFill>
                  <a:schemeClr val="accent6"/>
                </a:solidFill>
                <a:latin typeface="Arial"/>
                <a:ea typeface="Arial"/>
                <a:cs typeface="Arial"/>
                <a:sym typeface="Arial"/>
              </a:defRPr>
            </a:lvl1pPr>
            <a:lvl2pPr marR="0" lvl="1" algn="l" rtl="0">
              <a:lnSpc>
                <a:spcPct val="135000"/>
              </a:lnSpc>
              <a:spcBef>
                <a:spcPts val="0"/>
              </a:spcBef>
              <a:spcAft>
                <a:spcPts val="0"/>
              </a:spcAft>
              <a:buClr>
                <a:schemeClr val="accent6"/>
              </a:buClr>
              <a:buSzPts val="1575"/>
              <a:buFont typeface="Arial"/>
              <a:buChar char="•"/>
              <a:defRPr sz="1706" b="0" i="0" u="none" strike="noStrike" cap="none">
                <a:solidFill>
                  <a:schemeClr val="accent6"/>
                </a:solidFill>
                <a:latin typeface="Arial"/>
                <a:ea typeface="Arial"/>
                <a:cs typeface="Arial"/>
                <a:sym typeface="Arial"/>
              </a:defRPr>
            </a:lvl2pPr>
            <a:lvl3pPr marR="0" lvl="2" algn="l" rtl="0">
              <a:lnSpc>
                <a:spcPct val="135000"/>
              </a:lnSpc>
              <a:spcBef>
                <a:spcPts val="0"/>
              </a:spcBef>
              <a:spcAft>
                <a:spcPts val="0"/>
              </a:spcAft>
              <a:buClr>
                <a:schemeClr val="accent6"/>
              </a:buClr>
              <a:buSzPts val="2100"/>
              <a:buFont typeface="Arial"/>
              <a:buChar char="•"/>
              <a:defRPr sz="1706" b="0" i="0" u="none" strike="noStrike" cap="none">
                <a:solidFill>
                  <a:schemeClr val="accent6"/>
                </a:solidFill>
                <a:latin typeface="Arial"/>
                <a:ea typeface="Arial"/>
                <a:cs typeface="Arial"/>
                <a:sym typeface="Arial"/>
              </a:defRPr>
            </a:lvl3pPr>
            <a:lvl4pPr marR="0" lvl="3" algn="l" rtl="0">
              <a:lnSpc>
                <a:spcPct val="135000"/>
              </a:lnSpc>
              <a:spcBef>
                <a:spcPts val="0"/>
              </a:spcBef>
              <a:spcAft>
                <a:spcPts val="0"/>
              </a:spcAft>
              <a:buClr>
                <a:schemeClr val="accent6"/>
              </a:buClr>
              <a:buSzPts val="2100"/>
              <a:buFont typeface="Arial"/>
              <a:buChar char="•"/>
              <a:defRPr sz="1706" b="0" i="0" u="none" strike="noStrike" cap="none">
                <a:solidFill>
                  <a:schemeClr val="accent6"/>
                </a:solidFill>
                <a:latin typeface="Arial"/>
                <a:ea typeface="Arial"/>
                <a:cs typeface="Arial"/>
                <a:sym typeface="Arial"/>
              </a:defRPr>
            </a:lvl4pPr>
            <a:lvl5pPr marR="0" lvl="4" algn="l" rtl="0">
              <a:lnSpc>
                <a:spcPct val="135000"/>
              </a:lnSpc>
              <a:spcBef>
                <a:spcPts val="0"/>
              </a:spcBef>
              <a:spcAft>
                <a:spcPts val="0"/>
              </a:spcAft>
              <a:buClr>
                <a:schemeClr val="accent6"/>
              </a:buClr>
              <a:buSzPts val="2100"/>
              <a:buFont typeface="Arial"/>
              <a:buChar char="•"/>
              <a:defRPr sz="1706" b="0" i="0" u="none" strike="noStrike" cap="none">
                <a:solidFill>
                  <a:schemeClr val="accent6"/>
                </a:solidFill>
                <a:latin typeface="Arial"/>
                <a:ea typeface="Arial"/>
                <a:cs typeface="Arial"/>
                <a:sym typeface="Arial"/>
              </a:defRPr>
            </a:lvl5pPr>
            <a:lvl6pPr marR="0" lvl="5" algn="l" rtl="0">
              <a:lnSpc>
                <a:spcPct val="90000"/>
              </a:lnSpc>
              <a:spcBef>
                <a:spcPts val="406"/>
              </a:spcBef>
              <a:spcAft>
                <a:spcPts val="0"/>
              </a:spcAft>
              <a:buClr>
                <a:schemeClr val="dk1"/>
              </a:buClr>
              <a:buSzPts val="1800"/>
              <a:buFont typeface="Arial"/>
              <a:buChar char="•"/>
              <a:defRPr sz="1463" b="0" i="0" u="none" strike="noStrike" cap="none">
                <a:solidFill>
                  <a:schemeClr val="dk1"/>
                </a:solidFill>
                <a:latin typeface="Arial"/>
                <a:ea typeface="Arial"/>
                <a:cs typeface="Arial"/>
                <a:sym typeface="Arial"/>
              </a:defRPr>
            </a:lvl6pPr>
            <a:lvl7pPr marR="0" lvl="6" algn="l" rtl="0">
              <a:lnSpc>
                <a:spcPct val="90000"/>
              </a:lnSpc>
              <a:spcBef>
                <a:spcPts val="406"/>
              </a:spcBef>
              <a:spcAft>
                <a:spcPts val="0"/>
              </a:spcAft>
              <a:buClr>
                <a:schemeClr val="dk1"/>
              </a:buClr>
              <a:buSzPts val="1800"/>
              <a:buFont typeface="Arial"/>
              <a:buChar char="•"/>
              <a:defRPr sz="1463" b="0" i="0" u="none" strike="noStrike" cap="none">
                <a:solidFill>
                  <a:schemeClr val="dk1"/>
                </a:solidFill>
                <a:latin typeface="Arial"/>
                <a:ea typeface="Arial"/>
                <a:cs typeface="Arial"/>
                <a:sym typeface="Arial"/>
              </a:defRPr>
            </a:lvl7pPr>
            <a:lvl8pPr marR="0" lvl="7" algn="l" rtl="0">
              <a:lnSpc>
                <a:spcPct val="90000"/>
              </a:lnSpc>
              <a:spcBef>
                <a:spcPts val="406"/>
              </a:spcBef>
              <a:spcAft>
                <a:spcPts val="0"/>
              </a:spcAft>
              <a:buClr>
                <a:schemeClr val="dk1"/>
              </a:buClr>
              <a:buSzPts val="1800"/>
              <a:buFont typeface="Arial"/>
              <a:buChar char="•"/>
              <a:defRPr sz="1463" b="0" i="0" u="none" strike="noStrike" cap="none">
                <a:solidFill>
                  <a:schemeClr val="dk1"/>
                </a:solidFill>
                <a:latin typeface="Arial"/>
                <a:ea typeface="Arial"/>
                <a:cs typeface="Arial"/>
                <a:sym typeface="Arial"/>
              </a:defRPr>
            </a:lvl8pPr>
            <a:lvl9pPr marR="0" lvl="8" algn="l" rtl="0">
              <a:lnSpc>
                <a:spcPct val="90000"/>
              </a:lnSpc>
              <a:spcBef>
                <a:spcPts val="406"/>
              </a:spcBef>
              <a:spcAft>
                <a:spcPts val="0"/>
              </a:spcAft>
              <a:buClr>
                <a:schemeClr val="dk1"/>
              </a:buClr>
              <a:buSzPts val="1800"/>
              <a:buFont typeface="Arial"/>
              <a:buChar char="•"/>
              <a:defRPr sz="1463" b="0" i="0" u="none" strike="noStrike" cap="none">
                <a:solidFill>
                  <a:schemeClr val="dk1"/>
                </a:solidFill>
                <a:latin typeface="Arial"/>
                <a:ea typeface="Arial"/>
                <a:cs typeface="Arial"/>
                <a:sym typeface="Arial"/>
              </a:defRPr>
            </a:lvl9pPr>
          </a:lstStyle>
          <a:p>
            <a:r>
              <a:rPr lang="nl-NL"/>
              <a:t>Klik op het pictogram als u een afbeelding wilt toevoegen</a:t>
            </a:r>
            <a:endParaRPr/>
          </a:p>
        </p:txBody>
      </p:sp>
      <p:grpSp>
        <p:nvGrpSpPr>
          <p:cNvPr id="55" name="Google Shape;55;p6"/>
          <p:cNvGrpSpPr/>
          <p:nvPr/>
        </p:nvGrpSpPr>
        <p:grpSpPr>
          <a:xfrm>
            <a:off x="-1284684" y="1484319"/>
            <a:ext cx="1211163" cy="2721685"/>
            <a:chOff x="-1581150" y="1825625"/>
            <a:chExt cx="1490662" cy="2721685"/>
          </a:xfrm>
        </p:grpSpPr>
        <p:sp>
          <p:nvSpPr>
            <p:cNvPr id="56" name="Google Shape;56;p6"/>
            <p:cNvSpPr/>
            <p:nvPr/>
          </p:nvSpPr>
          <p:spPr>
            <a:xfrm>
              <a:off x="-1581150" y="1825625"/>
              <a:ext cx="1490662" cy="498791"/>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chemeClr val="dk1"/>
                </a:buClr>
                <a:buSzPts val="1050"/>
                <a:buFont typeface="Karla"/>
                <a:buNone/>
              </a:pPr>
              <a:r>
                <a:rPr lang="nl-NL" sz="853">
                  <a:solidFill>
                    <a:schemeClr val="dk1"/>
                  </a:solidFill>
                  <a:latin typeface="Arial"/>
                  <a:ea typeface="Arial"/>
                  <a:cs typeface="Arial"/>
                  <a:sym typeface="Arial"/>
                </a:rPr>
                <a:t>Het eerste tekstniveau heeft geen bullet en springt niet in. </a:t>
              </a:r>
              <a:endParaRPr sz="1463"/>
            </a:p>
          </p:txBody>
        </p:sp>
        <p:pic>
          <p:nvPicPr>
            <p:cNvPr id="57" name="Google Shape;57;p6"/>
            <p:cNvPicPr preferRelativeResize="0"/>
            <p:nvPr/>
          </p:nvPicPr>
          <p:blipFill rotWithShape="1">
            <a:blip r:embed="rId2">
              <a:alphaModFix/>
            </a:blip>
            <a:srcRect/>
            <a:stretch/>
          </p:blipFill>
          <p:spPr>
            <a:xfrm>
              <a:off x="-1581150" y="2383997"/>
              <a:ext cx="1171575" cy="580360"/>
            </a:xfrm>
            <a:prstGeom prst="rect">
              <a:avLst/>
            </a:prstGeom>
            <a:solidFill>
              <a:schemeClr val="lt2"/>
            </a:solidFill>
            <a:ln>
              <a:noFill/>
            </a:ln>
            <a:effectLst>
              <a:outerShdw blurRad="50800" dist="38100" dir="2700000" algn="tl" rotWithShape="0">
                <a:srgbClr val="000000">
                  <a:alpha val="20000"/>
                </a:srgbClr>
              </a:outerShdw>
            </a:effectLst>
          </p:spPr>
        </p:pic>
        <p:grpSp>
          <p:nvGrpSpPr>
            <p:cNvPr id="58" name="Google Shape;58;p6"/>
            <p:cNvGrpSpPr/>
            <p:nvPr/>
          </p:nvGrpSpPr>
          <p:grpSpPr>
            <a:xfrm>
              <a:off x="-1581150" y="3751973"/>
              <a:ext cx="1245474" cy="795337"/>
              <a:chOff x="-1603261" y="3756031"/>
              <a:chExt cx="1245474" cy="795337"/>
            </a:xfrm>
          </p:grpSpPr>
          <p:pic>
            <p:nvPicPr>
              <p:cNvPr id="59" name="Google Shape;59;p6"/>
              <p:cNvPicPr preferRelativeResize="0"/>
              <p:nvPr/>
            </p:nvPicPr>
            <p:blipFill rotWithShape="1">
              <a:blip r:embed="rId3">
                <a:alphaModFix/>
              </a:blip>
              <a:srcRect b="6146"/>
              <a:stretch/>
            </p:blipFill>
            <p:spPr>
              <a:xfrm>
                <a:off x="-1603261" y="3935363"/>
                <a:ext cx="1007844" cy="616005"/>
              </a:xfrm>
              <a:prstGeom prst="rect">
                <a:avLst/>
              </a:prstGeom>
              <a:solidFill>
                <a:schemeClr val="lt2"/>
              </a:solidFill>
              <a:ln>
                <a:noFill/>
              </a:ln>
              <a:effectLst>
                <a:outerShdw blurRad="50800" dist="38100" dir="2700000" algn="tl" rotWithShape="0">
                  <a:srgbClr val="000000">
                    <a:alpha val="20000"/>
                  </a:srgbClr>
                </a:outerShdw>
              </a:effectLst>
            </p:spPr>
          </p:pic>
          <p:sp>
            <p:nvSpPr>
              <p:cNvPr id="60" name="Google Shape;60;p6"/>
              <p:cNvSpPr txBox="1"/>
              <p:nvPr/>
            </p:nvSpPr>
            <p:spPr>
              <a:xfrm>
                <a:off x="-1266854" y="4415637"/>
                <a:ext cx="291748" cy="123495"/>
              </a:xfrm>
              <a:prstGeom prst="rect">
                <a:avLst/>
              </a:prstGeom>
              <a:noFill/>
              <a:ln>
                <a:noFill/>
              </a:ln>
            </p:spPr>
            <p:txBody>
              <a:bodyPr spcFirstLastPara="1" wrap="square" lIns="0" tIns="0" rIns="0" bIns="0" anchor="t" anchorCtr="0">
                <a:noAutofit/>
              </a:bodyPr>
              <a:lstStyle/>
              <a:p>
                <a:pPr marL="0" marR="0" lvl="0" indent="0" algn="ctr" rtl="0">
                  <a:lnSpc>
                    <a:spcPct val="105000"/>
                  </a:lnSpc>
                  <a:spcBef>
                    <a:spcPts val="0"/>
                  </a:spcBef>
                  <a:spcAft>
                    <a:spcPts val="0"/>
                  </a:spcAft>
                  <a:buNone/>
                </a:pPr>
                <a:r>
                  <a:rPr lang="nl-NL" sz="650">
                    <a:solidFill>
                      <a:schemeClr val="dk2"/>
                    </a:solidFill>
                    <a:latin typeface="Arial"/>
                    <a:ea typeface="Arial"/>
                    <a:cs typeface="Arial"/>
                    <a:sym typeface="Arial"/>
                  </a:rPr>
                  <a:t>Alinea</a:t>
                </a:r>
                <a:endParaRPr sz="1463"/>
              </a:p>
            </p:txBody>
          </p:sp>
          <p:pic>
            <p:nvPicPr>
              <p:cNvPr id="61" name="Google Shape;61;p6" descr="Vergrootglas"/>
              <p:cNvPicPr preferRelativeResize="0"/>
              <p:nvPr/>
            </p:nvPicPr>
            <p:blipFill rotWithShape="1">
              <a:blip r:embed="rId4">
                <a:alphaModFix/>
              </a:blip>
              <a:srcRect/>
              <a:stretch/>
            </p:blipFill>
            <p:spPr>
              <a:xfrm>
                <a:off x="-1148362" y="3756031"/>
                <a:ext cx="790575" cy="790575"/>
              </a:xfrm>
              <a:prstGeom prst="rect">
                <a:avLst/>
              </a:prstGeom>
              <a:noFill/>
              <a:ln>
                <a:noFill/>
              </a:ln>
            </p:spPr>
          </p:pic>
        </p:grpSp>
        <p:sp>
          <p:nvSpPr>
            <p:cNvPr id="62" name="Google Shape;62;p6"/>
            <p:cNvSpPr/>
            <p:nvPr/>
          </p:nvSpPr>
          <p:spPr>
            <a:xfrm>
              <a:off x="-1581150" y="3023938"/>
              <a:ext cx="1490662" cy="668453"/>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chemeClr val="dk1"/>
                </a:buClr>
                <a:buSzPts val="1050"/>
                <a:buFont typeface="Karla"/>
                <a:buNone/>
              </a:pPr>
              <a:r>
                <a:rPr lang="nl-NL" sz="853">
                  <a:solidFill>
                    <a:schemeClr val="dk1"/>
                  </a:solidFill>
                  <a:latin typeface="Arial"/>
                  <a:ea typeface="Arial"/>
                  <a:cs typeface="Arial"/>
                  <a:sym typeface="Arial"/>
                </a:rPr>
                <a:t>Om een bullet lijst te starten, klik op ‘</a:t>
              </a:r>
              <a:r>
                <a:rPr lang="nl-NL" sz="853">
                  <a:solidFill>
                    <a:schemeClr val="accent3"/>
                  </a:solidFill>
                  <a:latin typeface="Arial"/>
                  <a:ea typeface="Arial"/>
                  <a:cs typeface="Arial"/>
                  <a:sym typeface="Arial"/>
                </a:rPr>
                <a:t>Lijstniveau verhogen</a:t>
              </a:r>
              <a:r>
                <a:rPr lang="nl-NL" sz="853">
                  <a:solidFill>
                    <a:schemeClr val="dk1"/>
                  </a:solidFill>
                  <a:latin typeface="Arial"/>
                  <a:ea typeface="Arial"/>
                  <a:cs typeface="Arial"/>
                  <a:sym typeface="Arial"/>
                </a:rPr>
                <a:t>’ op tabblad Start</a:t>
              </a:r>
              <a:endParaRPr sz="1463"/>
            </a:p>
          </p:txBody>
        </p:sp>
      </p:grpSp>
    </p:spTree>
    <p:extLst>
      <p:ext uri="{BB962C8B-B14F-4D97-AF65-F5344CB8AC3E}">
        <p14:creationId xmlns:p14="http://schemas.microsoft.com/office/powerpoint/2010/main" val="4250666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cSld name="Tussenpagina">
    <p:bg>
      <p:bgPr>
        <a:solidFill>
          <a:schemeClr val="accent1"/>
        </a:solidFill>
        <a:effectLst/>
      </p:bgPr>
    </p:bg>
    <p:spTree>
      <p:nvGrpSpPr>
        <p:cNvPr id="1" name=""/>
        <p:cNvGrpSpPr/>
        <p:nvPr/>
      </p:nvGrpSpPr>
      <p:grpSpPr>
        <a:xfrm>
          <a:off x="0" y="0"/>
          <a:ext cx="0" cy="0"/>
          <a:chOff x="0" y="0"/>
          <a:chExt cx="0" cy="0"/>
        </a:xfrm>
      </p:grpSpPr>
      <p:sp>
        <p:nvSpPr>
          <p:cNvPr id="17" name="Vrije vorm: vorm 16">
            <a:extLst>
              <a:ext uri="{FF2B5EF4-FFF2-40B4-BE49-F238E27FC236}">
                <a16:creationId xmlns:a16="http://schemas.microsoft.com/office/drawing/2014/main" id="{239D59E7-5F05-4E02-BF60-B87052A1126D}"/>
              </a:ext>
            </a:extLst>
          </p:cNvPr>
          <p:cNvSpPr>
            <a:spLocks/>
          </p:cNvSpPr>
          <p:nvPr userDrawn="1"/>
        </p:nvSpPr>
        <p:spPr bwMode="auto">
          <a:xfrm>
            <a:off x="7890464" y="2131594"/>
            <a:ext cx="2015536" cy="4726411"/>
          </a:xfrm>
          <a:custGeom>
            <a:avLst/>
            <a:gdLst>
              <a:gd name="connsiteX0" fmla="*/ 1857716 w 2480660"/>
              <a:gd name="connsiteY0" fmla="*/ 0 h 4726411"/>
              <a:gd name="connsiteX1" fmla="*/ 2480660 w 2480660"/>
              <a:gd name="connsiteY1" fmla="*/ 192663 h 4726411"/>
              <a:gd name="connsiteX2" fmla="*/ 2480660 w 2480660"/>
              <a:gd name="connsiteY2" fmla="*/ 4726411 h 4726411"/>
              <a:gd name="connsiteX3" fmla="*/ 0 w 2480660"/>
              <a:gd name="connsiteY3" fmla="*/ 4726411 h 4726411"/>
            </a:gdLst>
            <a:ahLst/>
            <a:cxnLst>
              <a:cxn ang="0">
                <a:pos x="connsiteX0" y="connsiteY0"/>
              </a:cxn>
              <a:cxn ang="0">
                <a:pos x="connsiteX1" y="connsiteY1"/>
              </a:cxn>
              <a:cxn ang="0">
                <a:pos x="connsiteX2" y="connsiteY2"/>
              </a:cxn>
              <a:cxn ang="0">
                <a:pos x="connsiteX3" y="connsiteY3"/>
              </a:cxn>
            </a:cxnLst>
            <a:rect l="l" t="t" r="r" b="b"/>
            <a:pathLst>
              <a:path w="2480660" h="4726411">
                <a:moveTo>
                  <a:pt x="1857716" y="0"/>
                </a:moveTo>
                <a:lnTo>
                  <a:pt x="2480660" y="192663"/>
                </a:lnTo>
                <a:lnTo>
                  <a:pt x="2480660" y="4726411"/>
                </a:lnTo>
                <a:lnTo>
                  <a:pt x="0" y="4726411"/>
                </a:lnTo>
                <a:close/>
              </a:path>
            </a:pathLst>
          </a:custGeom>
          <a:solidFill>
            <a:schemeClr val="accent3"/>
          </a:solidFill>
          <a:ln>
            <a:noFill/>
          </a:ln>
        </p:spPr>
        <p:txBody>
          <a:bodyPr vert="horz" wrap="square" lIns="74295" tIns="37148" rIns="74295" bIns="37148" numCol="1" anchor="t" anchorCtr="0" compatLnSpc="1">
            <a:prstTxWarp prst="textNoShape">
              <a:avLst/>
            </a:prstTxWarp>
            <a:noAutofit/>
          </a:bodyPr>
          <a:lstStyle/>
          <a:p>
            <a:endParaRPr lang="nl-NL" sz="1463"/>
          </a:p>
        </p:txBody>
      </p:sp>
      <p:sp>
        <p:nvSpPr>
          <p:cNvPr id="6" name="Tijdelijke aanduiding voor dianummer 5">
            <a:extLst>
              <a:ext uri="{FF2B5EF4-FFF2-40B4-BE49-F238E27FC236}">
                <a16:creationId xmlns:a16="http://schemas.microsoft.com/office/drawing/2014/main" id="{F5A34DB6-2A36-4E2B-816F-26B158667EAA}"/>
              </a:ext>
            </a:extLst>
          </p:cNvPr>
          <p:cNvSpPr>
            <a:spLocks noGrp="1"/>
          </p:cNvSpPr>
          <p:nvPr>
            <p:ph type="sldNum" sz="quarter" idx="12"/>
          </p:nvPr>
        </p:nvSpPr>
        <p:spPr/>
        <p:txBody>
          <a:bodyPr/>
          <a:lstStyle/>
          <a:p>
            <a:fld id="{C300B898-51E3-47C9-86FC-BCC74C80B2D5}" type="slidenum">
              <a:rPr lang="nl-NL" smtClean="0"/>
              <a:t>‹nr.›</a:t>
            </a:fld>
            <a:endParaRPr lang="nl-NL"/>
          </a:p>
        </p:txBody>
      </p:sp>
      <p:sp>
        <p:nvSpPr>
          <p:cNvPr id="2" name="Titel 1">
            <a:extLst>
              <a:ext uri="{FF2B5EF4-FFF2-40B4-BE49-F238E27FC236}">
                <a16:creationId xmlns:a16="http://schemas.microsoft.com/office/drawing/2014/main" id="{E47AA52C-6497-49BB-B88F-8B0009B99B25}"/>
              </a:ext>
            </a:extLst>
          </p:cNvPr>
          <p:cNvSpPr>
            <a:spLocks noGrp="1"/>
          </p:cNvSpPr>
          <p:nvPr>
            <p:ph type="title" hasCustomPrompt="1"/>
          </p:nvPr>
        </p:nvSpPr>
        <p:spPr>
          <a:xfrm>
            <a:off x="812602" y="2425359"/>
            <a:ext cx="7312500" cy="609398"/>
          </a:xfrm>
        </p:spPr>
        <p:txBody>
          <a:bodyPr anchor="b"/>
          <a:lstStyle>
            <a:lvl1pPr>
              <a:defRPr sz="3575">
                <a:solidFill>
                  <a:schemeClr val="bg1"/>
                </a:solidFill>
                <a:latin typeface="+mn-lt"/>
              </a:defRPr>
            </a:lvl1pPr>
          </a:lstStyle>
          <a:p>
            <a:r>
              <a:rPr lang="nl-NL"/>
              <a:t>Titel</a:t>
            </a:r>
          </a:p>
        </p:txBody>
      </p:sp>
      <p:sp>
        <p:nvSpPr>
          <p:cNvPr id="3" name="Tijdelijke aanduiding voor tekst 2">
            <a:extLst>
              <a:ext uri="{FF2B5EF4-FFF2-40B4-BE49-F238E27FC236}">
                <a16:creationId xmlns:a16="http://schemas.microsoft.com/office/drawing/2014/main" id="{DBEEBC94-7660-41F3-937A-FFE130FD1B47}"/>
              </a:ext>
            </a:extLst>
          </p:cNvPr>
          <p:cNvSpPr>
            <a:spLocks noGrp="1"/>
          </p:cNvSpPr>
          <p:nvPr>
            <p:ph type="body" idx="1" hasCustomPrompt="1"/>
          </p:nvPr>
        </p:nvSpPr>
        <p:spPr>
          <a:xfrm>
            <a:off x="812602" y="3112861"/>
            <a:ext cx="7312500" cy="447495"/>
          </a:xfrm>
        </p:spPr>
        <p:txBody>
          <a:bodyPr wrap="square">
            <a:noAutofit/>
          </a:bodyPr>
          <a:lstStyle>
            <a:lvl1pPr marL="0" indent="0">
              <a:buNone/>
              <a:defRPr sz="1950">
                <a:solidFill>
                  <a:schemeClr val="bg1"/>
                </a:solidFill>
                <a:latin typeface="+mn-lt"/>
              </a:defRPr>
            </a:lvl1pPr>
            <a:lvl2pPr marL="371484" indent="0">
              <a:buNone/>
              <a:defRPr sz="1625">
                <a:solidFill>
                  <a:schemeClr val="tx1">
                    <a:tint val="75000"/>
                  </a:schemeClr>
                </a:solidFill>
              </a:defRPr>
            </a:lvl2pPr>
            <a:lvl3pPr marL="742969" indent="0">
              <a:buNone/>
              <a:defRPr sz="1463">
                <a:solidFill>
                  <a:schemeClr val="tx1">
                    <a:tint val="75000"/>
                  </a:schemeClr>
                </a:solidFill>
              </a:defRPr>
            </a:lvl3pPr>
            <a:lvl4pPr marL="1114452" indent="0">
              <a:buNone/>
              <a:defRPr sz="1300">
                <a:solidFill>
                  <a:schemeClr val="tx1">
                    <a:tint val="75000"/>
                  </a:schemeClr>
                </a:solidFill>
              </a:defRPr>
            </a:lvl4pPr>
            <a:lvl5pPr marL="1485937" indent="0">
              <a:buNone/>
              <a:defRPr sz="1300">
                <a:solidFill>
                  <a:schemeClr val="tx1">
                    <a:tint val="75000"/>
                  </a:schemeClr>
                </a:solidFill>
              </a:defRPr>
            </a:lvl5pPr>
            <a:lvl6pPr marL="1857421" indent="0">
              <a:buNone/>
              <a:defRPr sz="1300">
                <a:solidFill>
                  <a:schemeClr val="tx1">
                    <a:tint val="75000"/>
                  </a:schemeClr>
                </a:solidFill>
              </a:defRPr>
            </a:lvl6pPr>
            <a:lvl7pPr marL="2228906" indent="0">
              <a:buNone/>
              <a:defRPr sz="1300">
                <a:solidFill>
                  <a:schemeClr val="tx1">
                    <a:tint val="75000"/>
                  </a:schemeClr>
                </a:solidFill>
              </a:defRPr>
            </a:lvl7pPr>
            <a:lvl8pPr marL="2600390" indent="0">
              <a:buNone/>
              <a:defRPr sz="1300">
                <a:solidFill>
                  <a:schemeClr val="tx1">
                    <a:tint val="75000"/>
                  </a:schemeClr>
                </a:solidFill>
              </a:defRPr>
            </a:lvl8pPr>
            <a:lvl9pPr marL="2971875" indent="0">
              <a:buNone/>
              <a:defRPr sz="1300">
                <a:solidFill>
                  <a:schemeClr val="tx1">
                    <a:tint val="75000"/>
                  </a:schemeClr>
                </a:solidFill>
              </a:defRPr>
            </a:lvl9pPr>
          </a:lstStyle>
          <a:p>
            <a:pPr lvl="0"/>
            <a:r>
              <a:rPr lang="nl-NL"/>
              <a:t>Subtitel</a:t>
            </a:r>
          </a:p>
        </p:txBody>
      </p:sp>
      <p:grpSp>
        <p:nvGrpSpPr>
          <p:cNvPr id="9" name="Groep 8">
            <a:extLst>
              <a:ext uri="{FF2B5EF4-FFF2-40B4-BE49-F238E27FC236}">
                <a16:creationId xmlns:a16="http://schemas.microsoft.com/office/drawing/2014/main" id="{14BFC5AE-BBA7-4022-891E-FDA842B624E7}"/>
              </a:ext>
            </a:extLst>
          </p:cNvPr>
          <p:cNvGrpSpPr/>
          <p:nvPr userDrawn="1"/>
        </p:nvGrpSpPr>
        <p:grpSpPr>
          <a:xfrm>
            <a:off x="0" y="6089650"/>
            <a:ext cx="9906000" cy="768350"/>
            <a:chOff x="0" y="6089650"/>
            <a:chExt cx="12192000" cy="768350"/>
          </a:xfrm>
        </p:grpSpPr>
        <p:sp>
          <p:nvSpPr>
            <p:cNvPr id="10" name="Freeform 5">
              <a:extLst>
                <a:ext uri="{FF2B5EF4-FFF2-40B4-BE49-F238E27FC236}">
                  <a16:creationId xmlns:a16="http://schemas.microsoft.com/office/drawing/2014/main" id="{2B7D37B5-6E1B-49C7-8BEA-57F0A7260423}"/>
                </a:ext>
              </a:extLst>
            </p:cNvPr>
            <p:cNvSpPr>
              <a:spLocks/>
            </p:cNvSpPr>
            <p:nvPr userDrawn="1"/>
          </p:nvSpPr>
          <p:spPr bwMode="auto">
            <a:xfrm>
              <a:off x="0" y="6332537"/>
              <a:ext cx="4279900" cy="525463"/>
            </a:xfrm>
            <a:custGeom>
              <a:avLst/>
              <a:gdLst>
                <a:gd name="T0" fmla="*/ 2696 w 2696"/>
                <a:gd name="T1" fmla="*/ 331 h 331"/>
                <a:gd name="T2" fmla="*/ 2348 w 2696"/>
                <a:gd name="T3" fmla="*/ 49 h 331"/>
                <a:gd name="T4" fmla="*/ 0 w 2696"/>
                <a:gd name="T5" fmla="*/ 0 h 331"/>
                <a:gd name="T6" fmla="*/ 0 w 2696"/>
                <a:gd name="T7" fmla="*/ 331 h 331"/>
                <a:gd name="T8" fmla="*/ 2696 w 2696"/>
                <a:gd name="T9" fmla="*/ 331 h 331"/>
              </a:gdLst>
              <a:ahLst/>
              <a:cxnLst>
                <a:cxn ang="0">
                  <a:pos x="T0" y="T1"/>
                </a:cxn>
                <a:cxn ang="0">
                  <a:pos x="T2" y="T3"/>
                </a:cxn>
                <a:cxn ang="0">
                  <a:pos x="T4" y="T5"/>
                </a:cxn>
                <a:cxn ang="0">
                  <a:pos x="T6" y="T7"/>
                </a:cxn>
                <a:cxn ang="0">
                  <a:pos x="T8" y="T9"/>
                </a:cxn>
              </a:cxnLst>
              <a:rect l="0" t="0" r="r" b="b"/>
              <a:pathLst>
                <a:path w="2696" h="331">
                  <a:moveTo>
                    <a:pt x="2696" y="331"/>
                  </a:moveTo>
                  <a:lnTo>
                    <a:pt x="2348" y="49"/>
                  </a:lnTo>
                  <a:lnTo>
                    <a:pt x="0" y="0"/>
                  </a:lnTo>
                  <a:lnTo>
                    <a:pt x="0" y="331"/>
                  </a:lnTo>
                  <a:lnTo>
                    <a:pt x="2696" y="33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nl-NL" sz="1463"/>
            </a:p>
          </p:txBody>
        </p:sp>
        <p:sp>
          <p:nvSpPr>
            <p:cNvPr id="11" name="Freeform 6">
              <a:extLst>
                <a:ext uri="{FF2B5EF4-FFF2-40B4-BE49-F238E27FC236}">
                  <a16:creationId xmlns:a16="http://schemas.microsoft.com/office/drawing/2014/main" id="{4E744938-16E8-4DA1-8399-0EFD27BE9257}"/>
                </a:ext>
              </a:extLst>
            </p:cNvPr>
            <p:cNvSpPr>
              <a:spLocks/>
            </p:cNvSpPr>
            <p:nvPr userDrawn="1"/>
          </p:nvSpPr>
          <p:spPr bwMode="auto">
            <a:xfrm>
              <a:off x="0" y="6089650"/>
              <a:ext cx="12192000" cy="768350"/>
            </a:xfrm>
            <a:custGeom>
              <a:avLst/>
              <a:gdLst>
                <a:gd name="T0" fmla="*/ 7680 w 7680"/>
                <a:gd name="T1" fmla="*/ 484 h 484"/>
                <a:gd name="T2" fmla="*/ 7680 w 7680"/>
                <a:gd name="T3" fmla="*/ 0 h 484"/>
                <a:gd name="T4" fmla="*/ 0 w 7680"/>
                <a:gd name="T5" fmla="*/ 290 h 484"/>
                <a:gd name="T6" fmla="*/ 0 w 7680"/>
                <a:gd name="T7" fmla="*/ 484 h 484"/>
                <a:gd name="T8" fmla="*/ 7680 w 7680"/>
                <a:gd name="T9" fmla="*/ 484 h 484"/>
              </a:gdLst>
              <a:ahLst/>
              <a:cxnLst>
                <a:cxn ang="0">
                  <a:pos x="T0" y="T1"/>
                </a:cxn>
                <a:cxn ang="0">
                  <a:pos x="T2" y="T3"/>
                </a:cxn>
                <a:cxn ang="0">
                  <a:pos x="T4" y="T5"/>
                </a:cxn>
                <a:cxn ang="0">
                  <a:pos x="T6" y="T7"/>
                </a:cxn>
                <a:cxn ang="0">
                  <a:pos x="T8" y="T9"/>
                </a:cxn>
              </a:cxnLst>
              <a:rect l="0" t="0" r="r" b="b"/>
              <a:pathLst>
                <a:path w="7680" h="484">
                  <a:moveTo>
                    <a:pt x="7680" y="484"/>
                  </a:moveTo>
                  <a:lnTo>
                    <a:pt x="7680" y="0"/>
                  </a:lnTo>
                  <a:lnTo>
                    <a:pt x="0" y="290"/>
                  </a:lnTo>
                  <a:lnTo>
                    <a:pt x="0" y="484"/>
                  </a:lnTo>
                  <a:lnTo>
                    <a:pt x="7680" y="48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nl-NL" sz="1463"/>
            </a:p>
          </p:txBody>
        </p:sp>
      </p:grpSp>
      <p:pic>
        <p:nvPicPr>
          <p:cNvPr id="12" name="Afbeelding 11">
            <a:extLst>
              <a:ext uri="{FF2B5EF4-FFF2-40B4-BE49-F238E27FC236}">
                <a16:creationId xmlns:a16="http://schemas.microsoft.com/office/drawing/2014/main" id="{BE0DC7DB-3FF4-4A02-9E29-EC575532B7C1}"/>
              </a:ext>
            </a:extLst>
          </p:cNvPr>
          <p:cNvPicPr>
            <a:picLocks noChangeAspect="1"/>
          </p:cNvPicPr>
          <p:nvPr userDrawn="1"/>
        </p:nvPicPr>
        <p:blipFill>
          <a:blip r:embed="rId2"/>
          <a:stretch>
            <a:fillRect/>
          </a:stretch>
        </p:blipFill>
        <p:spPr>
          <a:xfrm>
            <a:off x="9101139" y="5872685"/>
            <a:ext cx="558628" cy="690045"/>
          </a:xfrm>
          <a:prstGeom prst="rect">
            <a:avLst/>
          </a:prstGeom>
        </p:spPr>
      </p:pic>
    </p:spTree>
    <p:extLst>
      <p:ext uri="{BB962C8B-B14F-4D97-AF65-F5344CB8AC3E}">
        <p14:creationId xmlns:p14="http://schemas.microsoft.com/office/powerpoint/2010/main" val="3355171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Aangepaste indelin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34669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angepaste indel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6A8F47-3D81-CB14-152C-5EE0DB637E22}"/>
              </a:ext>
            </a:extLst>
          </p:cNvPr>
          <p:cNvSpPr>
            <a:spLocks noGrp="1"/>
          </p:cNvSpPr>
          <p:nvPr>
            <p:ph type="title" hasCustomPrompt="1"/>
          </p:nvPr>
        </p:nvSpPr>
        <p:spPr>
          <a:xfrm>
            <a:off x="553674" y="757012"/>
            <a:ext cx="5269639" cy="671194"/>
          </a:xfrm>
          <a:prstGeom prst="rect">
            <a:avLst/>
          </a:prstGeom>
        </p:spPr>
        <p:txBody>
          <a:bodyPr/>
          <a:lstStyle>
            <a:lvl1pPr>
              <a:defRPr sz="3250" b="1" i="0" baseline="0">
                <a:solidFill>
                  <a:schemeClr val="tx1"/>
                </a:solidFill>
                <a:latin typeface="Muli" pitchFamily="2" charset="77"/>
              </a:defRPr>
            </a:lvl1pPr>
          </a:lstStyle>
          <a:p>
            <a:r>
              <a:rPr lang="nl-NL"/>
              <a:t>Titel</a:t>
            </a:r>
          </a:p>
        </p:txBody>
      </p:sp>
      <p:sp>
        <p:nvSpPr>
          <p:cNvPr id="6" name="Tijdelijke aanduiding voor tekst 5">
            <a:extLst>
              <a:ext uri="{FF2B5EF4-FFF2-40B4-BE49-F238E27FC236}">
                <a16:creationId xmlns:a16="http://schemas.microsoft.com/office/drawing/2014/main" id="{9AA42F94-D699-E9D9-B231-76E8C97498BF}"/>
              </a:ext>
            </a:extLst>
          </p:cNvPr>
          <p:cNvSpPr>
            <a:spLocks noGrp="1"/>
          </p:cNvSpPr>
          <p:nvPr>
            <p:ph type="body" sz="quarter" idx="10" hasCustomPrompt="1"/>
          </p:nvPr>
        </p:nvSpPr>
        <p:spPr>
          <a:xfrm>
            <a:off x="553674" y="1628457"/>
            <a:ext cx="8107807" cy="4472531"/>
          </a:xfrm>
          <a:prstGeom prst="rect">
            <a:avLst/>
          </a:prstGeom>
        </p:spPr>
        <p:txBody>
          <a:bodyPr/>
          <a:lstStyle>
            <a:lvl1pPr>
              <a:defRPr sz="2438" b="0" i="0" baseline="0">
                <a:solidFill>
                  <a:schemeClr val="tx1"/>
                </a:solidFill>
                <a:latin typeface="Muli" pitchFamily="2" charset="77"/>
              </a:defRPr>
            </a:lvl1pPr>
          </a:lstStyle>
          <a:p>
            <a:pPr lvl="0"/>
            <a:r>
              <a:rPr lang="nl-NL"/>
              <a:t>Bodytekst paginabreed, doorlopende alineatekst</a:t>
            </a:r>
          </a:p>
        </p:txBody>
      </p:sp>
    </p:spTree>
    <p:extLst>
      <p:ext uri="{BB962C8B-B14F-4D97-AF65-F5344CB8AC3E}">
        <p14:creationId xmlns:p14="http://schemas.microsoft.com/office/powerpoint/2010/main" val="419571062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Aangepaste indel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52E0EC-300F-065C-4C73-030DAB5B479F}"/>
              </a:ext>
            </a:extLst>
          </p:cNvPr>
          <p:cNvSpPr>
            <a:spLocks noGrp="1"/>
          </p:cNvSpPr>
          <p:nvPr>
            <p:ph type="title" hasCustomPrompt="1"/>
          </p:nvPr>
        </p:nvSpPr>
        <p:spPr>
          <a:xfrm>
            <a:off x="553674" y="757012"/>
            <a:ext cx="5269639" cy="671194"/>
          </a:xfrm>
          <a:prstGeom prst="rect">
            <a:avLst/>
          </a:prstGeom>
        </p:spPr>
        <p:txBody>
          <a:bodyPr/>
          <a:lstStyle>
            <a:lvl1pPr>
              <a:defRPr sz="3250" b="1" i="0" baseline="0">
                <a:solidFill>
                  <a:schemeClr val="tx1"/>
                </a:solidFill>
                <a:latin typeface="Muli" pitchFamily="2" charset="77"/>
              </a:defRPr>
            </a:lvl1pPr>
          </a:lstStyle>
          <a:p>
            <a:r>
              <a:rPr lang="nl-NL"/>
              <a:t>Titel</a:t>
            </a:r>
          </a:p>
        </p:txBody>
      </p:sp>
      <p:sp>
        <p:nvSpPr>
          <p:cNvPr id="5" name="Tijdelijke aanduiding voor tekst 5">
            <a:extLst>
              <a:ext uri="{FF2B5EF4-FFF2-40B4-BE49-F238E27FC236}">
                <a16:creationId xmlns:a16="http://schemas.microsoft.com/office/drawing/2014/main" id="{FFAEF388-BCE9-53AE-F469-99524096FF2E}"/>
              </a:ext>
            </a:extLst>
          </p:cNvPr>
          <p:cNvSpPr>
            <a:spLocks noGrp="1"/>
          </p:cNvSpPr>
          <p:nvPr>
            <p:ph type="body" sz="quarter" idx="10" hasCustomPrompt="1"/>
          </p:nvPr>
        </p:nvSpPr>
        <p:spPr>
          <a:xfrm>
            <a:off x="553674" y="1628457"/>
            <a:ext cx="3979261" cy="4472531"/>
          </a:xfrm>
          <a:prstGeom prst="rect">
            <a:avLst/>
          </a:prstGeom>
        </p:spPr>
        <p:txBody>
          <a:bodyPr/>
          <a:lstStyle>
            <a:lvl1pPr marL="371475" indent="-371475">
              <a:buFontTx/>
              <a:buBlip>
                <a:blip r:embed="rId2"/>
              </a:buBlip>
              <a:defRPr sz="2438" b="0" i="0" baseline="0">
                <a:solidFill>
                  <a:schemeClr val="tx1"/>
                </a:solidFill>
                <a:latin typeface="Muli" pitchFamily="2" charset="77"/>
              </a:defRPr>
            </a:lvl1pPr>
          </a:lstStyle>
          <a:p>
            <a:pPr lvl="0"/>
            <a:r>
              <a:rPr lang="nl-NL"/>
              <a:t>Punt 1</a:t>
            </a:r>
          </a:p>
          <a:p>
            <a:pPr lvl="0"/>
            <a:r>
              <a:rPr lang="nl-NL"/>
              <a:t>Punt 2</a:t>
            </a:r>
          </a:p>
          <a:p>
            <a:pPr lvl="0"/>
            <a:r>
              <a:rPr lang="nl-NL"/>
              <a:t>Punt 3</a:t>
            </a:r>
          </a:p>
          <a:p>
            <a:pPr lvl="0"/>
            <a:r>
              <a:rPr lang="nl-NL"/>
              <a:t>Etc.</a:t>
            </a:r>
          </a:p>
        </p:txBody>
      </p:sp>
      <p:sp>
        <p:nvSpPr>
          <p:cNvPr id="6" name="Tijdelijke aanduiding voor tekst 5">
            <a:extLst>
              <a:ext uri="{FF2B5EF4-FFF2-40B4-BE49-F238E27FC236}">
                <a16:creationId xmlns:a16="http://schemas.microsoft.com/office/drawing/2014/main" id="{DFBCE0AD-D11B-92D1-DFB2-DFDDE00ED8BA}"/>
              </a:ext>
            </a:extLst>
          </p:cNvPr>
          <p:cNvSpPr>
            <a:spLocks noGrp="1"/>
          </p:cNvSpPr>
          <p:nvPr>
            <p:ph type="body" sz="quarter" idx="11" hasCustomPrompt="1"/>
          </p:nvPr>
        </p:nvSpPr>
        <p:spPr>
          <a:xfrm>
            <a:off x="4862470" y="1628457"/>
            <a:ext cx="3979261" cy="4472531"/>
          </a:xfrm>
          <a:prstGeom prst="rect">
            <a:avLst/>
          </a:prstGeom>
        </p:spPr>
        <p:txBody>
          <a:bodyPr/>
          <a:lstStyle>
            <a:lvl1pPr>
              <a:defRPr sz="2438" b="0" i="0" baseline="0">
                <a:solidFill>
                  <a:schemeClr val="tx1"/>
                </a:solidFill>
                <a:latin typeface="Muli" pitchFamily="2" charset="77"/>
              </a:defRPr>
            </a:lvl1pPr>
          </a:lstStyle>
          <a:p>
            <a:pPr lvl="0"/>
            <a:r>
              <a:rPr lang="nl-NL"/>
              <a:t>Bodytekst, doorlopende alineatekst, twee losse kolommen</a:t>
            </a:r>
          </a:p>
        </p:txBody>
      </p:sp>
    </p:spTree>
    <p:extLst>
      <p:ext uri="{BB962C8B-B14F-4D97-AF65-F5344CB8AC3E}">
        <p14:creationId xmlns:p14="http://schemas.microsoft.com/office/powerpoint/2010/main" val="2287167732"/>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ekst en klein beeld">
  <p:cSld name="Tekst en klein beeld">
    <p:spTree>
      <p:nvGrpSpPr>
        <p:cNvPr id="1" name="Shape 50"/>
        <p:cNvGrpSpPr/>
        <p:nvPr/>
      </p:nvGrpSpPr>
      <p:grpSpPr>
        <a:xfrm>
          <a:off x="0" y="0"/>
          <a:ext cx="0" cy="0"/>
          <a:chOff x="0" y="0"/>
          <a:chExt cx="0" cy="0"/>
        </a:xfrm>
      </p:grpSpPr>
      <p:sp>
        <p:nvSpPr>
          <p:cNvPr id="51" name="Google Shape;51;p6"/>
          <p:cNvSpPr txBox="1">
            <a:spLocks noGrp="1"/>
          </p:cNvSpPr>
          <p:nvPr>
            <p:ph type="title"/>
          </p:nvPr>
        </p:nvSpPr>
        <p:spPr>
          <a:xfrm>
            <a:off x="812602" y="698954"/>
            <a:ext cx="4078486" cy="540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nl-NL"/>
              <a:t>Klik om stijl te bewerken</a:t>
            </a:r>
            <a:endParaRPr/>
          </a:p>
        </p:txBody>
      </p:sp>
      <p:sp>
        <p:nvSpPr>
          <p:cNvPr id="52" name="Google Shape;52;p6"/>
          <p:cNvSpPr txBox="1">
            <a:spLocks noGrp="1"/>
          </p:cNvSpPr>
          <p:nvPr>
            <p:ph type="sldNum" idx="12"/>
          </p:nvPr>
        </p:nvSpPr>
        <p:spPr>
          <a:xfrm>
            <a:off x="8712421" y="6461968"/>
            <a:ext cx="182341" cy="153888"/>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nl-NL"/>
              <a:pPr marL="0" lvl="0" indent="0" algn="r" rtl="0">
                <a:spcBef>
                  <a:spcPts val="0"/>
                </a:spcBef>
                <a:spcAft>
                  <a:spcPts val="0"/>
                </a:spcAft>
                <a:buNone/>
              </a:pPr>
              <a:t>‹nr.›</a:t>
            </a:fld>
            <a:endParaRPr/>
          </a:p>
        </p:txBody>
      </p:sp>
      <p:sp>
        <p:nvSpPr>
          <p:cNvPr id="53" name="Google Shape;53;p6"/>
          <p:cNvSpPr txBox="1">
            <a:spLocks noGrp="1"/>
          </p:cNvSpPr>
          <p:nvPr>
            <p:ph type="body" idx="1"/>
          </p:nvPr>
        </p:nvSpPr>
        <p:spPr>
          <a:xfrm>
            <a:off x="812602" y="1484313"/>
            <a:ext cx="4078486" cy="4284662"/>
          </a:xfrm>
          <a:prstGeom prst="rect">
            <a:avLst/>
          </a:prstGeom>
          <a:noFill/>
          <a:ln>
            <a:noFill/>
          </a:ln>
        </p:spPr>
        <p:txBody>
          <a:bodyPr spcFirstLastPara="1" wrap="square" lIns="0" tIns="0" rIns="0" bIns="0" anchor="t" anchorCtr="0">
            <a:noAutofit/>
          </a:bodyPr>
          <a:lstStyle>
            <a:lvl1pPr marL="371475" lvl="0" indent="-185738" algn="l">
              <a:lnSpc>
                <a:spcPct val="135000"/>
              </a:lnSpc>
              <a:spcBef>
                <a:spcPts val="0"/>
              </a:spcBef>
              <a:spcAft>
                <a:spcPts val="0"/>
              </a:spcAft>
              <a:buClr>
                <a:schemeClr val="accent6"/>
              </a:buClr>
              <a:buSzPts val="1800"/>
              <a:buNone/>
              <a:defRPr/>
            </a:lvl1pPr>
            <a:lvl2pPr marL="742950" lvl="1" indent="-282475" algn="l">
              <a:lnSpc>
                <a:spcPct val="135000"/>
              </a:lnSpc>
              <a:spcBef>
                <a:spcPts val="0"/>
              </a:spcBef>
              <a:spcAft>
                <a:spcPts val="0"/>
              </a:spcAft>
              <a:buClr>
                <a:schemeClr val="accent6"/>
              </a:buClr>
              <a:buSzPts val="1875"/>
              <a:buFont typeface="Arial"/>
              <a:buChar char="•"/>
              <a:defRPr sz="2031"/>
            </a:lvl2pPr>
            <a:lvl3pPr marL="1114425" lvl="2" indent="-278606" algn="l">
              <a:lnSpc>
                <a:spcPct val="135000"/>
              </a:lnSpc>
              <a:spcBef>
                <a:spcPts val="0"/>
              </a:spcBef>
              <a:spcAft>
                <a:spcPts val="0"/>
              </a:spcAft>
              <a:buClr>
                <a:schemeClr val="accent6"/>
              </a:buClr>
              <a:buSzPts val="1800"/>
              <a:buChar char="•"/>
              <a:defRPr/>
            </a:lvl3pPr>
            <a:lvl4pPr marL="1485900" lvl="3" indent="-278606" algn="l">
              <a:lnSpc>
                <a:spcPct val="135000"/>
              </a:lnSpc>
              <a:spcBef>
                <a:spcPts val="0"/>
              </a:spcBef>
              <a:spcAft>
                <a:spcPts val="0"/>
              </a:spcAft>
              <a:buClr>
                <a:schemeClr val="accent6"/>
              </a:buClr>
              <a:buSzPts val="1800"/>
              <a:buChar char="•"/>
              <a:defRPr/>
            </a:lvl4pPr>
            <a:lvl5pPr marL="1857375" lvl="4" indent="-278606" algn="l">
              <a:lnSpc>
                <a:spcPct val="135000"/>
              </a:lnSpc>
              <a:spcBef>
                <a:spcPts val="0"/>
              </a:spcBef>
              <a:spcAft>
                <a:spcPts val="0"/>
              </a:spcAft>
              <a:buClr>
                <a:schemeClr val="accent6"/>
              </a:buClr>
              <a:buSzPts val="1800"/>
              <a:buChar char="•"/>
              <a:defRPr/>
            </a:lvl5pPr>
            <a:lvl6pPr marL="2228850" lvl="5" indent="-278606" algn="l">
              <a:lnSpc>
                <a:spcPct val="90000"/>
              </a:lnSpc>
              <a:spcBef>
                <a:spcPts val="406"/>
              </a:spcBef>
              <a:spcAft>
                <a:spcPts val="0"/>
              </a:spcAft>
              <a:buClr>
                <a:schemeClr val="dk1"/>
              </a:buClr>
              <a:buSzPts val="1800"/>
              <a:buChar char="•"/>
              <a:defRPr/>
            </a:lvl6pPr>
            <a:lvl7pPr marL="2600325" lvl="6" indent="-278606" algn="l">
              <a:lnSpc>
                <a:spcPct val="90000"/>
              </a:lnSpc>
              <a:spcBef>
                <a:spcPts val="406"/>
              </a:spcBef>
              <a:spcAft>
                <a:spcPts val="0"/>
              </a:spcAft>
              <a:buClr>
                <a:schemeClr val="dk1"/>
              </a:buClr>
              <a:buSzPts val="1800"/>
              <a:buChar char="•"/>
              <a:defRPr/>
            </a:lvl7pPr>
            <a:lvl8pPr marL="2971800" lvl="7" indent="-278606" algn="l">
              <a:lnSpc>
                <a:spcPct val="90000"/>
              </a:lnSpc>
              <a:spcBef>
                <a:spcPts val="406"/>
              </a:spcBef>
              <a:spcAft>
                <a:spcPts val="0"/>
              </a:spcAft>
              <a:buClr>
                <a:schemeClr val="dk1"/>
              </a:buClr>
              <a:buSzPts val="1800"/>
              <a:buChar char="•"/>
              <a:defRPr/>
            </a:lvl8pPr>
            <a:lvl9pPr marL="3343275" lvl="8" indent="-278606" algn="l">
              <a:lnSpc>
                <a:spcPct val="90000"/>
              </a:lnSpc>
              <a:spcBef>
                <a:spcPts val="406"/>
              </a:spcBef>
              <a:spcAft>
                <a:spcPts val="0"/>
              </a:spcAft>
              <a:buClr>
                <a:schemeClr val="dk1"/>
              </a:buClr>
              <a:buSzPts val="1800"/>
              <a:buChar char="•"/>
              <a:defRPr/>
            </a:lvl9pPr>
          </a:lstStyle>
          <a:p>
            <a:pPr lvl="0"/>
            <a:r>
              <a:rPr lang="nl-NL"/>
              <a:t>Klikken om de tekststijl van het model te bewerken</a:t>
            </a:r>
          </a:p>
        </p:txBody>
      </p:sp>
      <p:sp>
        <p:nvSpPr>
          <p:cNvPr id="54" name="Google Shape;54;p6"/>
          <p:cNvSpPr>
            <a:spLocks noGrp="1"/>
          </p:cNvSpPr>
          <p:nvPr>
            <p:ph type="pic" idx="2"/>
          </p:nvPr>
        </p:nvSpPr>
        <p:spPr>
          <a:xfrm>
            <a:off x="5871703" y="1484314"/>
            <a:ext cx="3221697" cy="2320771"/>
          </a:xfrm>
          <a:prstGeom prst="rect">
            <a:avLst/>
          </a:prstGeom>
          <a:solidFill>
            <a:srgbClr val="F2F2F2"/>
          </a:solidFill>
          <a:ln>
            <a:noFill/>
          </a:ln>
        </p:spPr>
        <p:txBody>
          <a:bodyPr spcFirstLastPara="1" wrap="square" lIns="0" tIns="936000" rIns="0" bIns="0" anchor="ctr" anchorCtr="1">
            <a:noAutofit/>
          </a:bodyPr>
          <a:lstStyle>
            <a:lvl1pPr marR="0" lvl="0" algn="ctr" rtl="0">
              <a:lnSpc>
                <a:spcPct val="135000"/>
              </a:lnSpc>
              <a:spcBef>
                <a:spcPts val="0"/>
              </a:spcBef>
              <a:spcAft>
                <a:spcPts val="0"/>
              </a:spcAft>
              <a:buClr>
                <a:schemeClr val="accent6"/>
              </a:buClr>
              <a:buSzPts val="1200"/>
              <a:buFont typeface="Arial"/>
              <a:buNone/>
              <a:defRPr sz="975" b="0" i="0" u="none" strike="noStrike" cap="none">
                <a:solidFill>
                  <a:schemeClr val="accent6"/>
                </a:solidFill>
                <a:latin typeface="Arial"/>
                <a:ea typeface="Arial"/>
                <a:cs typeface="Arial"/>
                <a:sym typeface="Arial"/>
              </a:defRPr>
            </a:lvl1pPr>
            <a:lvl2pPr marR="0" lvl="1" algn="l" rtl="0">
              <a:lnSpc>
                <a:spcPct val="135000"/>
              </a:lnSpc>
              <a:spcBef>
                <a:spcPts val="0"/>
              </a:spcBef>
              <a:spcAft>
                <a:spcPts val="0"/>
              </a:spcAft>
              <a:buClr>
                <a:schemeClr val="accent6"/>
              </a:buClr>
              <a:buSzPts val="1575"/>
              <a:buFont typeface="Arial"/>
              <a:buChar char="•"/>
              <a:defRPr sz="1706" b="0" i="0" u="none" strike="noStrike" cap="none">
                <a:solidFill>
                  <a:schemeClr val="accent6"/>
                </a:solidFill>
                <a:latin typeface="Arial"/>
                <a:ea typeface="Arial"/>
                <a:cs typeface="Arial"/>
                <a:sym typeface="Arial"/>
              </a:defRPr>
            </a:lvl2pPr>
            <a:lvl3pPr marR="0" lvl="2" algn="l" rtl="0">
              <a:lnSpc>
                <a:spcPct val="135000"/>
              </a:lnSpc>
              <a:spcBef>
                <a:spcPts val="0"/>
              </a:spcBef>
              <a:spcAft>
                <a:spcPts val="0"/>
              </a:spcAft>
              <a:buClr>
                <a:schemeClr val="accent6"/>
              </a:buClr>
              <a:buSzPts val="2100"/>
              <a:buFont typeface="Arial"/>
              <a:buChar char="•"/>
              <a:defRPr sz="1706" b="0" i="0" u="none" strike="noStrike" cap="none">
                <a:solidFill>
                  <a:schemeClr val="accent6"/>
                </a:solidFill>
                <a:latin typeface="Arial"/>
                <a:ea typeface="Arial"/>
                <a:cs typeface="Arial"/>
                <a:sym typeface="Arial"/>
              </a:defRPr>
            </a:lvl3pPr>
            <a:lvl4pPr marR="0" lvl="3" algn="l" rtl="0">
              <a:lnSpc>
                <a:spcPct val="135000"/>
              </a:lnSpc>
              <a:spcBef>
                <a:spcPts val="0"/>
              </a:spcBef>
              <a:spcAft>
                <a:spcPts val="0"/>
              </a:spcAft>
              <a:buClr>
                <a:schemeClr val="accent6"/>
              </a:buClr>
              <a:buSzPts val="2100"/>
              <a:buFont typeface="Arial"/>
              <a:buChar char="•"/>
              <a:defRPr sz="1706" b="0" i="0" u="none" strike="noStrike" cap="none">
                <a:solidFill>
                  <a:schemeClr val="accent6"/>
                </a:solidFill>
                <a:latin typeface="Arial"/>
                <a:ea typeface="Arial"/>
                <a:cs typeface="Arial"/>
                <a:sym typeface="Arial"/>
              </a:defRPr>
            </a:lvl4pPr>
            <a:lvl5pPr marR="0" lvl="4" algn="l" rtl="0">
              <a:lnSpc>
                <a:spcPct val="135000"/>
              </a:lnSpc>
              <a:spcBef>
                <a:spcPts val="0"/>
              </a:spcBef>
              <a:spcAft>
                <a:spcPts val="0"/>
              </a:spcAft>
              <a:buClr>
                <a:schemeClr val="accent6"/>
              </a:buClr>
              <a:buSzPts val="2100"/>
              <a:buFont typeface="Arial"/>
              <a:buChar char="•"/>
              <a:defRPr sz="1706" b="0" i="0" u="none" strike="noStrike" cap="none">
                <a:solidFill>
                  <a:schemeClr val="accent6"/>
                </a:solidFill>
                <a:latin typeface="Arial"/>
                <a:ea typeface="Arial"/>
                <a:cs typeface="Arial"/>
                <a:sym typeface="Arial"/>
              </a:defRPr>
            </a:lvl5pPr>
            <a:lvl6pPr marR="0" lvl="5" algn="l" rtl="0">
              <a:lnSpc>
                <a:spcPct val="90000"/>
              </a:lnSpc>
              <a:spcBef>
                <a:spcPts val="406"/>
              </a:spcBef>
              <a:spcAft>
                <a:spcPts val="0"/>
              </a:spcAft>
              <a:buClr>
                <a:schemeClr val="dk1"/>
              </a:buClr>
              <a:buSzPts val="1800"/>
              <a:buFont typeface="Arial"/>
              <a:buChar char="•"/>
              <a:defRPr sz="1463" b="0" i="0" u="none" strike="noStrike" cap="none">
                <a:solidFill>
                  <a:schemeClr val="dk1"/>
                </a:solidFill>
                <a:latin typeface="Arial"/>
                <a:ea typeface="Arial"/>
                <a:cs typeface="Arial"/>
                <a:sym typeface="Arial"/>
              </a:defRPr>
            </a:lvl6pPr>
            <a:lvl7pPr marR="0" lvl="6" algn="l" rtl="0">
              <a:lnSpc>
                <a:spcPct val="90000"/>
              </a:lnSpc>
              <a:spcBef>
                <a:spcPts val="406"/>
              </a:spcBef>
              <a:spcAft>
                <a:spcPts val="0"/>
              </a:spcAft>
              <a:buClr>
                <a:schemeClr val="dk1"/>
              </a:buClr>
              <a:buSzPts val="1800"/>
              <a:buFont typeface="Arial"/>
              <a:buChar char="•"/>
              <a:defRPr sz="1463" b="0" i="0" u="none" strike="noStrike" cap="none">
                <a:solidFill>
                  <a:schemeClr val="dk1"/>
                </a:solidFill>
                <a:latin typeface="Arial"/>
                <a:ea typeface="Arial"/>
                <a:cs typeface="Arial"/>
                <a:sym typeface="Arial"/>
              </a:defRPr>
            </a:lvl7pPr>
            <a:lvl8pPr marR="0" lvl="7" algn="l" rtl="0">
              <a:lnSpc>
                <a:spcPct val="90000"/>
              </a:lnSpc>
              <a:spcBef>
                <a:spcPts val="406"/>
              </a:spcBef>
              <a:spcAft>
                <a:spcPts val="0"/>
              </a:spcAft>
              <a:buClr>
                <a:schemeClr val="dk1"/>
              </a:buClr>
              <a:buSzPts val="1800"/>
              <a:buFont typeface="Arial"/>
              <a:buChar char="•"/>
              <a:defRPr sz="1463" b="0" i="0" u="none" strike="noStrike" cap="none">
                <a:solidFill>
                  <a:schemeClr val="dk1"/>
                </a:solidFill>
                <a:latin typeface="Arial"/>
                <a:ea typeface="Arial"/>
                <a:cs typeface="Arial"/>
                <a:sym typeface="Arial"/>
              </a:defRPr>
            </a:lvl8pPr>
            <a:lvl9pPr marR="0" lvl="8" algn="l" rtl="0">
              <a:lnSpc>
                <a:spcPct val="90000"/>
              </a:lnSpc>
              <a:spcBef>
                <a:spcPts val="406"/>
              </a:spcBef>
              <a:spcAft>
                <a:spcPts val="0"/>
              </a:spcAft>
              <a:buClr>
                <a:schemeClr val="dk1"/>
              </a:buClr>
              <a:buSzPts val="1800"/>
              <a:buFont typeface="Arial"/>
              <a:buChar char="•"/>
              <a:defRPr sz="1463" b="0" i="0" u="none" strike="noStrike" cap="none">
                <a:solidFill>
                  <a:schemeClr val="dk1"/>
                </a:solidFill>
                <a:latin typeface="Arial"/>
                <a:ea typeface="Arial"/>
                <a:cs typeface="Arial"/>
                <a:sym typeface="Arial"/>
              </a:defRPr>
            </a:lvl9pPr>
          </a:lstStyle>
          <a:p>
            <a:r>
              <a:rPr lang="nl-NL"/>
              <a:t>Klik op het pictogram als u een afbeelding wilt toevoegen</a:t>
            </a:r>
            <a:endParaRPr/>
          </a:p>
        </p:txBody>
      </p:sp>
      <p:grpSp>
        <p:nvGrpSpPr>
          <p:cNvPr id="55" name="Google Shape;55;p6"/>
          <p:cNvGrpSpPr/>
          <p:nvPr/>
        </p:nvGrpSpPr>
        <p:grpSpPr>
          <a:xfrm>
            <a:off x="-1284684" y="1484315"/>
            <a:ext cx="1211163" cy="2721685"/>
            <a:chOff x="-1581150" y="1825625"/>
            <a:chExt cx="1490662" cy="2721685"/>
          </a:xfrm>
        </p:grpSpPr>
        <p:sp>
          <p:nvSpPr>
            <p:cNvPr id="56" name="Google Shape;56;p6"/>
            <p:cNvSpPr/>
            <p:nvPr/>
          </p:nvSpPr>
          <p:spPr>
            <a:xfrm>
              <a:off x="-1581150" y="1825625"/>
              <a:ext cx="1490662" cy="498791"/>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chemeClr val="dk1"/>
                </a:buClr>
                <a:buSzPts val="1050"/>
                <a:buFont typeface="Karla"/>
                <a:buNone/>
              </a:pPr>
              <a:r>
                <a:rPr lang="nl-NL" sz="853">
                  <a:solidFill>
                    <a:schemeClr val="dk1"/>
                  </a:solidFill>
                  <a:latin typeface="Arial"/>
                  <a:ea typeface="Arial"/>
                  <a:cs typeface="Arial"/>
                  <a:sym typeface="Arial"/>
                </a:rPr>
                <a:t>Het eerste tekstniveau heeft geen bullet en springt niet in. </a:t>
              </a:r>
              <a:endParaRPr sz="1463"/>
            </a:p>
          </p:txBody>
        </p:sp>
        <p:pic>
          <p:nvPicPr>
            <p:cNvPr id="57" name="Google Shape;57;p6"/>
            <p:cNvPicPr preferRelativeResize="0"/>
            <p:nvPr/>
          </p:nvPicPr>
          <p:blipFill rotWithShape="1">
            <a:blip r:embed="rId2">
              <a:alphaModFix/>
            </a:blip>
            <a:srcRect/>
            <a:stretch/>
          </p:blipFill>
          <p:spPr>
            <a:xfrm>
              <a:off x="-1581150" y="2383997"/>
              <a:ext cx="1171575" cy="580360"/>
            </a:xfrm>
            <a:prstGeom prst="rect">
              <a:avLst/>
            </a:prstGeom>
            <a:solidFill>
              <a:schemeClr val="lt2"/>
            </a:solidFill>
            <a:ln>
              <a:noFill/>
            </a:ln>
            <a:effectLst>
              <a:outerShdw blurRad="50800" dist="38100" dir="2700000" algn="tl" rotWithShape="0">
                <a:srgbClr val="000000">
                  <a:alpha val="20000"/>
                </a:srgbClr>
              </a:outerShdw>
            </a:effectLst>
          </p:spPr>
        </p:pic>
        <p:grpSp>
          <p:nvGrpSpPr>
            <p:cNvPr id="58" name="Google Shape;58;p6"/>
            <p:cNvGrpSpPr/>
            <p:nvPr/>
          </p:nvGrpSpPr>
          <p:grpSpPr>
            <a:xfrm>
              <a:off x="-1581150" y="3751973"/>
              <a:ext cx="1245474" cy="795337"/>
              <a:chOff x="-1603261" y="3756031"/>
              <a:chExt cx="1245474" cy="795337"/>
            </a:xfrm>
          </p:grpSpPr>
          <p:pic>
            <p:nvPicPr>
              <p:cNvPr id="59" name="Google Shape;59;p6"/>
              <p:cNvPicPr preferRelativeResize="0"/>
              <p:nvPr/>
            </p:nvPicPr>
            <p:blipFill rotWithShape="1">
              <a:blip r:embed="rId3">
                <a:alphaModFix/>
              </a:blip>
              <a:srcRect b="6146"/>
              <a:stretch/>
            </p:blipFill>
            <p:spPr>
              <a:xfrm>
                <a:off x="-1603261" y="3935363"/>
                <a:ext cx="1007844" cy="616005"/>
              </a:xfrm>
              <a:prstGeom prst="rect">
                <a:avLst/>
              </a:prstGeom>
              <a:solidFill>
                <a:schemeClr val="lt2"/>
              </a:solidFill>
              <a:ln>
                <a:noFill/>
              </a:ln>
              <a:effectLst>
                <a:outerShdw blurRad="50800" dist="38100" dir="2700000" algn="tl" rotWithShape="0">
                  <a:srgbClr val="000000">
                    <a:alpha val="20000"/>
                  </a:srgbClr>
                </a:outerShdw>
              </a:effectLst>
            </p:spPr>
          </p:pic>
          <p:sp>
            <p:nvSpPr>
              <p:cNvPr id="60" name="Google Shape;60;p6"/>
              <p:cNvSpPr txBox="1"/>
              <p:nvPr/>
            </p:nvSpPr>
            <p:spPr>
              <a:xfrm>
                <a:off x="-1266854" y="4415637"/>
                <a:ext cx="291748" cy="123495"/>
              </a:xfrm>
              <a:prstGeom prst="rect">
                <a:avLst/>
              </a:prstGeom>
              <a:noFill/>
              <a:ln>
                <a:noFill/>
              </a:ln>
            </p:spPr>
            <p:txBody>
              <a:bodyPr spcFirstLastPara="1" wrap="square" lIns="0" tIns="0" rIns="0" bIns="0" anchor="t" anchorCtr="0">
                <a:noAutofit/>
              </a:bodyPr>
              <a:lstStyle/>
              <a:p>
                <a:pPr marL="0" marR="0" lvl="0" indent="0" algn="ctr" rtl="0">
                  <a:lnSpc>
                    <a:spcPct val="105000"/>
                  </a:lnSpc>
                  <a:spcBef>
                    <a:spcPts val="0"/>
                  </a:spcBef>
                  <a:spcAft>
                    <a:spcPts val="0"/>
                  </a:spcAft>
                  <a:buNone/>
                </a:pPr>
                <a:r>
                  <a:rPr lang="nl-NL" sz="650">
                    <a:solidFill>
                      <a:schemeClr val="dk2"/>
                    </a:solidFill>
                    <a:latin typeface="Arial"/>
                    <a:ea typeface="Arial"/>
                    <a:cs typeface="Arial"/>
                    <a:sym typeface="Arial"/>
                  </a:rPr>
                  <a:t>Alinea</a:t>
                </a:r>
                <a:endParaRPr sz="1463"/>
              </a:p>
            </p:txBody>
          </p:sp>
          <p:pic>
            <p:nvPicPr>
              <p:cNvPr id="61" name="Google Shape;61;p6" descr="Vergrootglas"/>
              <p:cNvPicPr preferRelativeResize="0"/>
              <p:nvPr/>
            </p:nvPicPr>
            <p:blipFill rotWithShape="1">
              <a:blip r:embed="rId4">
                <a:alphaModFix/>
              </a:blip>
              <a:srcRect/>
              <a:stretch/>
            </p:blipFill>
            <p:spPr>
              <a:xfrm>
                <a:off x="-1148362" y="3756031"/>
                <a:ext cx="790575" cy="790575"/>
              </a:xfrm>
              <a:prstGeom prst="rect">
                <a:avLst/>
              </a:prstGeom>
              <a:noFill/>
              <a:ln>
                <a:noFill/>
              </a:ln>
            </p:spPr>
          </p:pic>
        </p:grpSp>
        <p:sp>
          <p:nvSpPr>
            <p:cNvPr id="62" name="Google Shape;62;p6"/>
            <p:cNvSpPr/>
            <p:nvPr/>
          </p:nvSpPr>
          <p:spPr>
            <a:xfrm>
              <a:off x="-1581150" y="3023938"/>
              <a:ext cx="1490662" cy="668453"/>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chemeClr val="dk1"/>
                </a:buClr>
                <a:buSzPts val="1050"/>
                <a:buFont typeface="Karla"/>
                <a:buNone/>
              </a:pPr>
              <a:r>
                <a:rPr lang="nl-NL" sz="853">
                  <a:solidFill>
                    <a:schemeClr val="dk1"/>
                  </a:solidFill>
                  <a:latin typeface="Arial"/>
                  <a:ea typeface="Arial"/>
                  <a:cs typeface="Arial"/>
                  <a:sym typeface="Arial"/>
                </a:rPr>
                <a:t>Om een bullet lijst te starten, klik op ‘</a:t>
              </a:r>
              <a:r>
                <a:rPr lang="nl-NL" sz="853">
                  <a:solidFill>
                    <a:schemeClr val="accent3"/>
                  </a:solidFill>
                  <a:latin typeface="Arial"/>
                  <a:ea typeface="Arial"/>
                  <a:cs typeface="Arial"/>
                  <a:sym typeface="Arial"/>
                </a:rPr>
                <a:t>Lijstniveau verhogen</a:t>
              </a:r>
              <a:r>
                <a:rPr lang="nl-NL" sz="853">
                  <a:solidFill>
                    <a:schemeClr val="dk1"/>
                  </a:solidFill>
                  <a:latin typeface="Arial"/>
                  <a:ea typeface="Arial"/>
                  <a:cs typeface="Arial"/>
                  <a:sym typeface="Arial"/>
                </a:rPr>
                <a:t>’ op tabblad Start</a:t>
              </a:r>
              <a:endParaRPr sz="1463"/>
            </a:p>
          </p:txBody>
        </p:sp>
      </p:grpSp>
    </p:spTree>
    <p:extLst>
      <p:ext uri="{BB962C8B-B14F-4D97-AF65-F5344CB8AC3E}">
        <p14:creationId xmlns:p14="http://schemas.microsoft.com/office/powerpoint/2010/main" val="2470622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secHead">
  <p:cSld name="Tussenpagina">
    <p:bg>
      <p:bgPr>
        <a:solidFill>
          <a:schemeClr val="accent1"/>
        </a:solidFill>
        <a:effectLst/>
      </p:bgPr>
    </p:bg>
    <p:spTree>
      <p:nvGrpSpPr>
        <p:cNvPr id="1" name=""/>
        <p:cNvGrpSpPr/>
        <p:nvPr/>
      </p:nvGrpSpPr>
      <p:grpSpPr>
        <a:xfrm>
          <a:off x="0" y="0"/>
          <a:ext cx="0" cy="0"/>
          <a:chOff x="0" y="0"/>
          <a:chExt cx="0" cy="0"/>
        </a:xfrm>
      </p:grpSpPr>
      <p:sp>
        <p:nvSpPr>
          <p:cNvPr id="17" name="Vrije vorm: vorm 16">
            <a:extLst>
              <a:ext uri="{FF2B5EF4-FFF2-40B4-BE49-F238E27FC236}">
                <a16:creationId xmlns:a16="http://schemas.microsoft.com/office/drawing/2014/main" id="{239D59E7-5F05-4E02-BF60-B87052A1126D}"/>
              </a:ext>
            </a:extLst>
          </p:cNvPr>
          <p:cNvSpPr>
            <a:spLocks/>
          </p:cNvSpPr>
          <p:nvPr userDrawn="1"/>
        </p:nvSpPr>
        <p:spPr bwMode="auto">
          <a:xfrm>
            <a:off x="7890464" y="2131590"/>
            <a:ext cx="2015536" cy="4726411"/>
          </a:xfrm>
          <a:custGeom>
            <a:avLst/>
            <a:gdLst>
              <a:gd name="connsiteX0" fmla="*/ 1857716 w 2480660"/>
              <a:gd name="connsiteY0" fmla="*/ 0 h 4726411"/>
              <a:gd name="connsiteX1" fmla="*/ 2480660 w 2480660"/>
              <a:gd name="connsiteY1" fmla="*/ 192663 h 4726411"/>
              <a:gd name="connsiteX2" fmla="*/ 2480660 w 2480660"/>
              <a:gd name="connsiteY2" fmla="*/ 4726411 h 4726411"/>
              <a:gd name="connsiteX3" fmla="*/ 0 w 2480660"/>
              <a:gd name="connsiteY3" fmla="*/ 4726411 h 4726411"/>
            </a:gdLst>
            <a:ahLst/>
            <a:cxnLst>
              <a:cxn ang="0">
                <a:pos x="connsiteX0" y="connsiteY0"/>
              </a:cxn>
              <a:cxn ang="0">
                <a:pos x="connsiteX1" y="connsiteY1"/>
              </a:cxn>
              <a:cxn ang="0">
                <a:pos x="connsiteX2" y="connsiteY2"/>
              </a:cxn>
              <a:cxn ang="0">
                <a:pos x="connsiteX3" y="connsiteY3"/>
              </a:cxn>
            </a:cxnLst>
            <a:rect l="l" t="t" r="r" b="b"/>
            <a:pathLst>
              <a:path w="2480660" h="4726411">
                <a:moveTo>
                  <a:pt x="1857716" y="0"/>
                </a:moveTo>
                <a:lnTo>
                  <a:pt x="2480660" y="192663"/>
                </a:lnTo>
                <a:lnTo>
                  <a:pt x="2480660" y="4726411"/>
                </a:lnTo>
                <a:lnTo>
                  <a:pt x="0" y="4726411"/>
                </a:lnTo>
                <a:close/>
              </a:path>
            </a:pathLst>
          </a:custGeom>
          <a:solidFill>
            <a:schemeClr val="accent3"/>
          </a:solidFill>
          <a:ln>
            <a:noFill/>
          </a:ln>
        </p:spPr>
        <p:txBody>
          <a:bodyPr vert="horz" wrap="square" lIns="74295" tIns="37148" rIns="74295" bIns="37148" numCol="1" anchor="t" anchorCtr="0" compatLnSpc="1">
            <a:prstTxWarp prst="textNoShape">
              <a:avLst/>
            </a:prstTxWarp>
            <a:noAutofit/>
          </a:bodyPr>
          <a:lstStyle/>
          <a:p>
            <a:endParaRPr lang="nl-NL" sz="1463"/>
          </a:p>
        </p:txBody>
      </p:sp>
      <p:sp>
        <p:nvSpPr>
          <p:cNvPr id="6" name="Tijdelijke aanduiding voor dianummer 5">
            <a:extLst>
              <a:ext uri="{FF2B5EF4-FFF2-40B4-BE49-F238E27FC236}">
                <a16:creationId xmlns:a16="http://schemas.microsoft.com/office/drawing/2014/main" id="{F5A34DB6-2A36-4E2B-816F-26B158667EAA}"/>
              </a:ext>
            </a:extLst>
          </p:cNvPr>
          <p:cNvSpPr>
            <a:spLocks noGrp="1"/>
          </p:cNvSpPr>
          <p:nvPr>
            <p:ph type="sldNum" sz="quarter" idx="12"/>
          </p:nvPr>
        </p:nvSpPr>
        <p:spPr/>
        <p:txBody>
          <a:bodyPr/>
          <a:lstStyle/>
          <a:p>
            <a:fld id="{C300B898-51E3-47C9-86FC-BCC74C80B2D5}" type="slidenum">
              <a:rPr lang="nl-NL" smtClean="0"/>
              <a:t>‹nr.›</a:t>
            </a:fld>
            <a:endParaRPr lang="nl-NL"/>
          </a:p>
        </p:txBody>
      </p:sp>
      <p:sp>
        <p:nvSpPr>
          <p:cNvPr id="2" name="Titel 1">
            <a:extLst>
              <a:ext uri="{FF2B5EF4-FFF2-40B4-BE49-F238E27FC236}">
                <a16:creationId xmlns:a16="http://schemas.microsoft.com/office/drawing/2014/main" id="{E47AA52C-6497-49BB-B88F-8B0009B99B25}"/>
              </a:ext>
            </a:extLst>
          </p:cNvPr>
          <p:cNvSpPr>
            <a:spLocks noGrp="1"/>
          </p:cNvSpPr>
          <p:nvPr>
            <p:ph type="title" hasCustomPrompt="1"/>
          </p:nvPr>
        </p:nvSpPr>
        <p:spPr>
          <a:xfrm>
            <a:off x="812602" y="2425359"/>
            <a:ext cx="7312500" cy="609398"/>
          </a:xfrm>
        </p:spPr>
        <p:txBody>
          <a:bodyPr anchor="b"/>
          <a:lstStyle>
            <a:lvl1pPr>
              <a:defRPr sz="3575">
                <a:solidFill>
                  <a:schemeClr val="bg1"/>
                </a:solidFill>
                <a:latin typeface="+mn-lt"/>
              </a:defRPr>
            </a:lvl1pPr>
          </a:lstStyle>
          <a:p>
            <a:r>
              <a:rPr lang="nl-NL"/>
              <a:t>Titel</a:t>
            </a:r>
          </a:p>
        </p:txBody>
      </p:sp>
      <p:sp>
        <p:nvSpPr>
          <p:cNvPr id="3" name="Tijdelijke aanduiding voor tekst 2">
            <a:extLst>
              <a:ext uri="{FF2B5EF4-FFF2-40B4-BE49-F238E27FC236}">
                <a16:creationId xmlns:a16="http://schemas.microsoft.com/office/drawing/2014/main" id="{DBEEBC94-7660-41F3-937A-FFE130FD1B47}"/>
              </a:ext>
            </a:extLst>
          </p:cNvPr>
          <p:cNvSpPr>
            <a:spLocks noGrp="1"/>
          </p:cNvSpPr>
          <p:nvPr>
            <p:ph type="body" idx="1" hasCustomPrompt="1"/>
          </p:nvPr>
        </p:nvSpPr>
        <p:spPr>
          <a:xfrm>
            <a:off x="812602" y="3112857"/>
            <a:ext cx="7312500" cy="447495"/>
          </a:xfrm>
        </p:spPr>
        <p:txBody>
          <a:bodyPr wrap="square">
            <a:noAutofit/>
          </a:bodyPr>
          <a:lstStyle>
            <a:lvl1pPr marL="0" indent="0">
              <a:buNone/>
              <a:defRPr sz="1950">
                <a:solidFill>
                  <a:schemeClr val="bg1"/>
                </a:solidFill>
                <a:latin typeface="+mn-lt"/>
              </a:defRPr>
            </a:lvl1pPr>
            <a:lvl2pPr marL="371475" indent="0">
              <a:buNone/>
              <a:defRPr sz="1625">
                <a:solidFill>
                  <a:schemeClr val="tx1">
                    <a:tint val="75000"/>
                  </a:schemeClr>
                </a:solidFill>
              </a:defRPr>
            </a:lvl2pPr>
            <a:lvl3pPr marL="742950" indent="0">
              <a:buNone/>
              <a:defRPr sz="1463">
                <a:solidFill>
                  <a:schemeClr val="tx1">
                    <a:tint val="75000"/>
                  </a:schemeClr>
                </a:solidFill>
              </a:defRPr>
            </a:lvl3pPr>
            <a:lvl4pPr marL="1114425" indent="0">
              <a:buNone/>
              <a:defRPr sz="1300">
                <a:solidFill>
                  <a:schemeClr val="tx1">
                    <a:tint val="75000"/>
                  </a:schemeClr>
                </a:solidFill>
              </a:defRPr>
            </a:lvl4pPr>
            <a:lvl5pPr marL="1485900" indent="0">
              <a:buNone/>
              <a:defRPr sz="1300">
                <a:solidFill>
                  <a:schemeClr val="tx1">
                    <a:tint val="75000"/>
                  </a:schemeClr>
                </a:solidFill>
              </a:defRPr>
            </a:lvl5pPr>
            <a:lvl6pPr marL="1857375" indent="0">
              <a:buNone/>
              <a:defRPr sz="1300">
                <a:solidFill>
                  <a:schemeClr val="tx1">
                    <a:tint val="75000"/>
                  </a:schemeClr>
                </a:solidFill>
              </a:defRPr>
            </a:lvl6pPr>
            <a:lvl7pPr marL="2228850" indent="0">
              <a:buNone/>
              <a:defRPr sz="1300">
                <a:solidFill>
                  <a:schemeClr val="tx1">
                    <a:tint val="75000"/>
                  </a:schemeClr>
                </a:solidFill>
              </a:defRPr>
            </a:lvl7pPr>
            <a:lvl8pPr marL="2600325" indent="0">
              <a:buNone/>
              <a:defRPr sz="1300">
                <a:solidFill>
                  <a:schemeClr val="tx1">
                    <a:tint val="75000"/>
                  </a:schemeClr>
                </a:solidFill>
              </a:defRPr>
            </a:lvl8pPr>
            <a:lvl9pPr marL="2971800" indent="0">
              <a:buNone/>
              <a:defRPr sz="1300">
                <a:solidFill>
                  <a:schemeClr val="tx1">
                    <a:tint val="75000"/>
                  </a:schemeClr>
                </a:solidFill>
              </a:defRPr>
            </a:lvl9pPr>
          </a:lstStyle>
          <a:p>
            <a:pPr lvl="0"/>
            <a:r>
              <a:rPr lang="nl-NL"/>
              <a:t>Subtitel</a:t>
            </a:r>
          </a:p>
        </p:txBody>
      </p:sp>
      <p:grpSp>
        <p:nvGrpSpPr>
          <p:cNvPr id="9" name="Groep 8">
            <a:extLst>
              <a:ext uri="{FF2B5EF4-FFF2-40B4-BE49-F238E27FC236}">
                <a16:creationId xmlns:a16="http://schemas.microsoft.com/office/drawing/2014/main" id="{14BFC5AE-BBA7-4022-891E-FDA842B624E7}"/>
              </a:ext>
            </a:extLst>
          </p:cNvPr>
          <p:cNvGrpSpPr/>
          <p:nvPr userDrawn="1"/>
        </p:nvGrpSpPr>
        <p:grpSpPr>
          <a:xfrm>
            <a:off x="0" y="6089650"/>
            <a:ext cx="9906000" cy="768350"/>
            <a:chOff x="0" y="6089650"/>
            <a:chExt cx="12192000" cy="768350"/>
          </a:xfrm>
        </p:grpSpPr>
        <p:sp>
          <p:nvSpPr>
            <p:cNvPr id="10" name="Freeform 5">
              <a:extLst>
                <a:ext uri="{FF2B5EF4-FFF2-40B4-BE49-F238E27FC236}">
                  <a16:creationId xmlns:a16="http://schemas.microsoft.com/office/drawing/2014/main" id="{2B7D37B5-6E1B-49C7-8BEA-57F0A7260423}"/>
                </a:ext>
              </a:extLst>
            </p:cNvPr>
            <p:cNvSpPr>
              <a:spLocks/>
            </p:cNvSpPr>
            <p:nvPr userDrawn="1"/>
          </p:nvSpPr>
          <p:spPr bwMode="auto">
            <a:xfrm>
              <a:off x="0" y="6332537"/>
              <a:ext cx="4279900" cy="525463"/>
            </a:xfrm>
            <a:custGeom>
              <a:avLst/>
              <a:gdLst>
                <a:gd name="T0" fmla="*/ 2696 w 2696"/>
                <a:gd name="T1" fmla="*/ 331 h 331"/>
                <a:gd name="T2" fmla="*/ 2348 w 2696"/>
                <a:gd name="T3" fmla="*/ 49 h 331"/>
                <a:gd name="T4" fmla="*/ 0 w 2696"/>
                <a:gd name="T5" fmla="*/ 0 h 331"/>
                <a:gd name="T6" fmla="*/ 0 w 2696"/>
                <a:gd name="T7" fmla="*/ 331 h 331"/>
                <a:gd name="T8" fmla="*/ 2696 w 2696"/>
                <a:gd name="T9" fmla="*/ 331 h 331"/>
              </a:gdLst>
              <a:ahLst/>
              <a:cxnLst>
                <a:cxn ang="0">
                  <a:pos x="T0" y="T1"/>
                </a:cxn>
                <a:cxn ang="0">
                  <a:pos x="T2" y="T3"/>
                </a:cxn>
                <a:cxn ang="0">
                  <a:pos x="T4" y="T5"/>
                </a:cxn>
                <a:cxn ang="0">
                  <a:pos x="T6" y="T7"/>
                </a:cxn>
                <a:cxn ang="0">
                  <a:pos x="T8" y="T9"/>
                </a:cxn>
              </a:cxnLst>
              <a:rect l="0" t="0" r="r" b="b"/>
              <a:pathLst>
                <a:path w="2696" h="331">
                  <a:moveTo>
                    <a:pt x="2696" y="331"/>
                  </a:moveTo>
                  <a:lnTo>
                    <a:pt x="2348" y="49"/>
                  </a:lnTo>
                  <a:lnTo>
                    <a:pt x="0" y="0"/>
                  </a:lnTo>
                  <a:lnTo>
                    <a:pt x="0" y="331"/>
                  </a:lnTo>
                  <a:lnTo>
                    <a:pt x="2696" y="33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nl-NL" sz="1463"/>
            </a:p>
          </p:txBody>
        </p:sp>
        <p:sp>
          <p:nvSpPr>
            <p:cNvPr id="11" name="Freeform 6">
              <a:extLst>
                <a:ext uri="{FF2B5EF4-FFF2-40B4-BE49-F238E27FC236}">
                  <a16:creationId xmlns:a16="http://schemas.microsoft.com/office/drawing/2014/main" id="{4E744938-16E8-4DA1-8399-0EFD27BE9257}"/>
                </a:ext>
              </a:extLst>
            </p:cNvPr>
            <p:cNvSpPr>
              <a:spLocks/>
            </p:cNvSpPr>
            <p:nvPr userDrawn="1"/>
          </p:nvSpPr>
          <p:spPr bwMode="auto">
            <a:xfrm>
              <a:off x="0" y="6089650"/>
              <a:ext cx="12192000" cy="768350"/>
            </a:xfrm>
            <a:custGeom>
              <a:avLst/>
              <a:gdLst>
                <a:gd name="T0" fmla="*/ 7680 w 7680"/>
                <a:gd name="T1" fmla="*/ 484 h 484"/>
                <a:gd name="T2" fmla="*/ 7680 w 7680"/>
                <a:gd name="T3" fmla="*/ 0 h 484"/>
                <a:gd name="T4" fmla="*/ 0 w 7680"/>
                <a:gd name="T5" fmla="*/ 290 h 484"/>
                <a:gd name="T6" fmla="*/ 0 w 7680"/>
                <a:gd name="T7" fmla="*/ 484 h 484"/>
                <a:gd name="T8" fmla="*/ 7680 w 7680"/>
                <a:gd name="T9" fmla="*/ 484 h 484"/>
              </a:gdLst>
              <a:ahLst/>
              <a:cxnLst>
                <a:cxn ang="0">
                  <a:pos x="T0" y="T1"/>
                </a:cxn>
                <a:cxn ang="0">
                  <a:pos x="T2" y="T3"/>
                </a:cxn>
                <a:cxn ang="0">
                  <a:pos x="T4" y="T5"/>
                </a:cxn>
                <a:cxn ang="0">
                  <a:pos x="T6" y="T7"/>
                </a:cxn>
                <a:cxn ang="0">
                  <a:pos x="T8" y="T9"/>
                </a:cxn>
              </a:cxnLst>
              <a:rect l="0" t="0" r="r" b="b"/>
              <a:pathLst>
                <a:path w="7680" h="484">
                  <a:moveTo>
                    <a:pt x="7680" y="484"/>
                  </a:moveTo>
                  <a:lnTo>
                    <a:pt x="7680" y="0"/>
                  </a:lnTo>
                  <a:lnTo>
                    <a:pt x="0" y="290"/>
                  </a:lnTo>
                  <a:lnTo>
                    <a:pt x="0" y="484"/>
                  </a:lnTo>
                  <a:lnTo>
                    <a:pt x="7680" y="48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nl-NL" sz="1463"/>
            </a:p>
          </p:txBody>
        </p:sp>
      </p:grpSp>
      <p:pic>
        <p:nvPicPr>
          <p:cNvPr id="12" name="Afbeelding 11">
            <a:extLst>
              <a:ext uri="{FF2B5EF4-FFF2-40B4-BE49-F238E27FC236}">
                <a16:creationId xmlns:a16="http://schemas.microsoft.com/office/drawing/2014/main" id="{BE0DC7DB-3FF4-4A02-9E29-EC575532B7C1}"/>
              </a:ext>
            </a:extLst>
          </p:cNvPr>
          <p:cNvPicPr>
            <a:picLocks noChangeAspect="1"/>
          </p:cNvPicPr>
          <p:nvPr userDrawn="1"/>
        </p:nvPicPr>
        <p:blipFill>
          <a:blip r:embed="rId2"/>
          <a:stretch>
            <a:fillRect/>
          </a:stretch>
        </p:blipFill>
        <p:spPr>
          <a:xfrm>
            <a:off x="9101139" y="5872681"/>
            <a:ext cx="558628" cy="690045"/>
          </a:xfrm>
          <a:prstGeom prst="rect">
            <a:avLst/>
          </a:prstGeom>
        </p:spPr>
      </p:pic>
    </p:spTree>
    <p:extLst>
      <p:ext uri="{BB962C8B-B14F-4D97-AF65-F5344CB8AC3E}">
        <p14:creationId xmlns:p14="http://schemas.microsoft.com/office/powerpoint/2010/main" val="3249291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Aangepaste indelin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73291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8.xml"/><Relationship Id="rId7" Type="http://schemas.openxmlformats.org/officeDocument/2006/relationships/image" Target="../media/image1.emf"/><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2" name="Afbeelding 1">
            <a:extLst>
              <a:ext uri="{FF2B5EF4-FFF2-40B4-BE49-F238E27FC236}">
                <a16:creationId xmlns:a16="http://schemas.microsoft.com/office/drawing/2014/main" id="{82E2F3DC-560B-1513-87D5-2B76F5AD6229}"/>
              </a:ext>
            </a:extLst>
          </p:cNvPr>
          <p:cNvPicPr>
            <a:picLocks noChangeAspect="1"/>
          </p:cNvPicPr>
          <p:nvPr userDrawn="1"/>
        </p:nvPicPr>
        <p:blipFill>
          <a:blip r:embed="rId7"/>
          <a:stretch>
            <a:fillRect/>
          </a:stretch>
        </p:blipFill>
        <p:spPr>
          <a:xfrm>
            <a:off x="7192171" y="6134100"/>
            <a:ext cx="2713831" cy="723900"/>
          </a:xfrm>
          <a:prstGeom prst="rect">
            <a:avLst/>
          </a:prstGeom>
        </p:spPr>
      </p:pic>
    </p:spTree>
    <p:extLst>
      <p:ext uri="{BB962C8B-B14F-4D97-AF65-F5344CB8AC3E}">
        <p14:creationId xmlns:p14="http://schemas.microsoft.com/office/powerpoint/2010/main" val="36765765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ransition spd="med"/>
  <p:hf sldNum="0" hdr="0" ftr="0" dt="0"/>
  <p:txStyles>
    <p:titleStyle>
      <a:lvl1pPr marL="0" marR="0" indent="0" algn="l" defTabSz="914423" rtl="0" latinLnBrk="0">
        <a:lnSpc>
          <a:spcPct val="100000"/>
        </a:lnSpc>
        <a:spcBef>
          <a:spcPts val="0"/>
        </a:spcBef>
        <a:spcAft>
          <a:spcPts val="0"/>
        </a:spcAft>
        <a:buClrTx/>
        <a:buSzTx/>
        <a:buFontTx/>
        <a:buNone/>
        <a:tabLst/>
        <a:defRPr sz="15001" b="1" i="0" u="none" strike="noStrike" cap="none" spc="0" baseline="0">
          <a:solidFill>
            <a:srgbClr val="FFFFFF"/>
          </a:solidFill>
          <a:uFillTx/>
          <a:latin typeface="Muli ExtraBold"/>
          <a:ea typeface="Muli ExtraBold"/>
          <a:cs typeface="Muli ExtraBold"/>
          <a:sym typeface="Muli ExtraBold"/>
        </a:defRPr>
      </a:lvl1pPr>
      <a:lvl2pPr marL="0" marR="0" indent="0" algn="l" defTabSz="914423" rtl="0" latinLnBrk="0">
        <a:lnSpc>
          <a:spcPct val="100000"/>
        </a:lnSpc>
        <a:spcBef>
          <a:spcPts val="0"/>
        </a:spcBef>
        <a:spcAft>
          <a:spcPts val="0"/>
        </a:spcAft>
        <a:buClrTx/>
        <a:buSzTx/>
        <a:buFontTx/>
        <a:buNone/>
        <a:tabLst/>
        <a:defRPr sz="15001" b="1" i="0" u="none" strike="noStrike" cap="none" spc="0" baseline="0">
          <a:solidFill>
            <a:srgbClr val="FFFFFF"/>
          </a:solidFill>
          <a:uFillTx/>
          <a:latin typeface="Muli ExtraBold"/>
          <a:ea typeface="Muli ExtraBold"/>
          <a:cs typeface="Muli ExtraBold"/>
          <a:sym typeface="Muli ExtraBold"/>
        </a:defRPr>
      </a:lvl2pPr>
      <a:lvl3pPr marL="0" marR="0" indent="0" algn="l" defTabSz="914423" rtl="0" latinLnBrk="0">
        <a:lnSpc>
          <a:spcPct val="100000"/>
        </a:lnSpc>
        <a:spcBef>
          <a:spcPts val="0"/>
        </a:spcBef>
        <a:spcAft>
          <a:spcPts val="0"/>
        </a:spcAft>
        <a:buClrTx/>
        <a:buSzTx/>
        <a:buFontTx/>
        <a:buNone/>
        <a:tabLst/>
        <a:defRPr sz="15001" b="1" i="0" u="none" strike="noStrike" cap="none" spc="0" baseline="0">
          <a:solidFill>
            <a:srgbClr val="FFFFFF"/>
          </a:solidFill>
          <a:uFillTx/>
          <a:latin typeface="Muli ExtraBold"/>
          <a:ea typeface="Muli ExtraBold"/>
          <a:cs typeface="Muli ExtraBold"/>
          <a:sym typeface="Muli ExtraBold"/>
        </a:defRPr>
      </a:lvl3pPr>
      <a:lvl4pPr marL="0" marR="0" indent="0" algn="l" defTabSz="914423" rtl="0" latinLnBrk="0">
        <a:lnSpc>
          <a:spcPct val="100000"/>
        </a:lnSpc>
        <a:spcBef>
          <a:spcPts val="0"/>
        </a:spcBef>
        <a:spcAft>
          <a:spcPts val="0"/>
        </a:spcAft>
        <a:buClrTx/>
        <a:buSzTx/>
        <a:buFontTx/>
        <a:buNone/>
        <a:tabLst/>
        <a:defRPr sz="15001" b="1" i="0" u="none" strike="noStrike" cap="none" spc="0" baseline="0">
          <a:solidFill>
            <a:srgbClr val="FFFFFF"/>
          </a:solidFill>
          <a:uFillTx/>
          <a:latin typeface="Muli ExtraBold"/>
          <a:ea typeface="Muli ExtraBold"/>
          <a:cs typeface="Muli ExtraBold"/>
          <a:sym typeface="Muli ExtraBold"/>
        </a:defRPr>
      </a:lvl4pPr>
      <a:lvl5pPr marL="0" marR="0" indent="0" algn="l" defTabSz="914423" rtl="0" latinLnBrk="0">
        <a:lnSpc>
          <a:spcPct val="100000"/>
        </a:lnSpc>
        <a:spcBef>
          <a:spcPts val="0"/>
        </a:spcBef>
        <a:spcAft>
          <a:spcPts val="0"/>
        </a:spcAft>
        <a:buClrTx/>
        <a:buSzTx/>
        <a:buFontTx/>
        <a:buNone/>
        <a:tabLst/>
        <a:defRPr sz="15001" b="1" i="0" u="none" strike="noStrike" cap="none" spc="0" baseline="0">
          <a:solidFill>
            <a:srgbClr val="FFFFFF"/>
          </a:solidFill>
          <a:uFillTx/>
          <a:latin typeface="Muli ExtraBold"/>
          <a:ea typeface="Muli ExtraBold"/>
          <a:cs typeface="Muli ExtraBold"/>
          <a:sym typeface="Muli ExtraBold"/>
        </a:defRPr>
      </a:lvl5pPr>
      <a:lvl6pPr marL="0" marR="0" indent="0" algn="l" defTabSz="914423" rtl="0" latinLnBrk="0">
        <a:lnSpc>
          <a:spcPct val="100000"/>
        </a:lnSpc>
        <a:spcBef>
          <a:spcPts val="0"/>
        </a:spcBef>
        <a:spcAft>
          <a:spcPts val="0"/>
        </a:spcAft>
        <a:buClrTx/>
        <a:buSzTx/>
        <a:buFontTx/>
        <a:buNone/>
        <a:tabLst/>
        <a:defRPr sz="15001" b="1" i="0" u="none" strike="noStrike" cap="none" spc="0" baseline="0">
          <a:solidFill>
            <a:srgbClr val="FFFFFF"/>
          </a:solidFill>
          <a:uFillTx/>
          <a:latin typeface="Muli ExtraBold"/>
          <a:ea typeface="Muli ExtraBold"/>
          <a:cs typeface="Muli ExtraBold"/>
          <a:sym typeface="Muli ExtraBold"/>
        </a:defRPr>
      </a:lvl6pPr>
      <a:lvl7pPr marL="0" marR="0" indent="0" algn="l" defTabSz="914423" rtl="0" latinLnBrk="0">
        <a:lnSpc>
          <a:spcPct val="100000"/>
        </a:lnSpc>
        <a:spcBef>
          <a:spcPts val="0"/>
        </a:spcBef>
        <a:spcAft>
          <a:spcPts val="0"/>
        </a:spcAft>
        <a:buClrTx/>
        <a:buSzTx/>
        <a:buFontTx/>
        <a:buNone/>
        <a:tabLst/>
        <a:defRPr sz="15001" b="1" i="0" u="none" strike="noStrike" cap="none" spc="0" baseline="0">
          <a:solidFill>
            <a:srgbClr val="FFFFFF"/>
          </a:solidFill>
          <a:uFillTx/>
          <a:latin typeface="Muli ExtraBold"/>
          <a:ea typeface="Muli ExtraBold"/>
          <a:cs typeface="Muli ExtraBold"/>
          <a:sym typeface="Muli ExtraBold"/>
        </a:defRPr>
      </a:lvl7pPr>
      <a:lvl8pPr marL="0" marR="0" indent="0" algn="l" defTabSz="914423" rtl="0" latinLnBrk="0">
        <a:lnSpc>
          <a:spcPct val="100000"/>
        </a:lnSpc>
        <a:spcBef>
          <a:spcPts val="0"/>
        </a:spcBef>
        <a:spcAft>
          <a:spcPts val="0"/>
        </a:spcAft>
        <a:buClrTx/>
        <a:buSzTx/>
        <a:buFontTx/>
        <a:buNone/>
        <a:tabLst/>
        <a:defRPr sz="15001" b="1" i="0" u="none" strike="noStrike" cap="none" spc="0" baseline="0">
          <a:solidFill>
            <a:srgbClr val="FFFFFF"/>
          </a:solidFill>
          <a:uFillTx/>
          <a:latin typeface="Muli ExtraBold"/>
          <a:ea typeface="Muli ExtraBold"/>
          <a:cs typeface="Muli ExtraBold"/>
          <a:sym typeface="Muli ExtraBold"/>
        </a:defRPr>
      </a:lvl8pPr>
      <a:lvl9pPr marL="0" marR="0" indent="0" algn="l" defTabSz="914423" rtl="0" latinLnBrk="0">
        <a:lnSpc>
          <a:spcPct val="100000"/>
        </a:lnSpc>
        <a:spcBef>
          <a:spcPts val="0"/>
        </a:spcBef>
        <a:spcAft>
          <a:spcPts val="0"/>
        </a:spcAft>
        <a:buClrTx/>
        <a:buSzTx/>
        <a:buFontTx/>
        <a:buNone/>
        <a:tabLst/>
        <a:defRPr sz="15001" b="1" i="0" u="none" strike="noStrike" cap="none" spc="0" baseline="0">
          <a:solidFill>
            <a:srgbClr val="FFFFFF"/>
          </a:solidFill>
          <a:uFillTx/>
          <a:latin typeface="Muli ExtraBold"/>
          <a:ea typeface="Muli ExtraBold"/>
          <a:cs typeface="Muli ExtraBold"/>
          <a:sym typeface="Muli ExtraBold"/>
        </a:defRPr>
      </a:lvl9pPr>
    </p:titleStyle>
    <p:bodyStyle>
      <a:lvl1pPr marL="0" marR="0" indent="0" algn="l" defTabSz="914423" rtl="0" latinLnBrk="0">
        <a:lnSpc>
          <a:spcPct val="120000"/>
        </a:lnSpc>
        <a:spcBef>
          <a:spcPts val="0"/>
        </a:spcBef>
        <a:spcAft>
          <a:spcPts val="0"/>
        </a:spcAft>
        <a:buClrTx/>
        <a:buSzTx/>
        <a:buFontTx/>
        <a:buNone/>
        <a:tabLst/>
        <a:defRPr sz="2400" b="1" i="0" u="none" strike="noStrike" cap="none" spc="0" baseline="0">
          <a:solidFill>
            <a:srgbClr val="131B56"/>
          </a:solidFill>
          <a:uFillTx/>
          <a:latin typeface="Muli ExtraBold"/>
          <a:ea typeface="Muli ExtraBold"/>
          <a:cs typeface="Muli ExtraBold"/>
          <a:sym typeface="Muli ExtraBold"/>
        </a:defRPr>
      </a:lvl1pPr>
      <a:lvl2pPr marL="341385" marR="0" indent="-341385" algn="l" defTabSz="914423" rtl="0" latinLnBrk="0">
        <a:lnSpc>
          <a:spcPct val="120000"/>
        </a:lnSpc>
        <a:spcBef>
          <a:spcPts val="0"/>
        </a:spcBef>
        <a:spcAft>
          <a:spcPts val="0"/>
        </a:spcAft>
        <a:buClrTx/>
        <a:buSzPct val="75000"/>
        <a:buFontTx/>
        <a:buBlip>
          <a:blip r:embed="rId8"/>
        </a:buBlip>
        <a:tabLst/>
        <a:defRPr sz="2400" b="1" i="0" u="none" strike="noStrike" cap="none" spc="0" baseline="0">
          <a:solidFill>
            <a:srgbClr val="131B56"/>
          </a:solidFill>
          <a:uFillTx/>
          <a:latin typeface="Muli ExtraBold"/>
          <a:ea typeface="Muli ExtraBold"/>
          <a:cs typeface="Muli ExtraBold"/>
          <a:sym typeface="Muli ExtraBold"/>
        </a:defRPr>
      </a:lvl2pPr>
      <a:lvl3pPr marL="778348" marR="0" indent="-435439" algn="l" defTabSz="914423" rtl="0" latinLnBrk="0">
        <a:lnSpc>
          <a:spcPct val="120000"/>
        </a:lnSpc>
        <a:spcBef>
          <a:spcPts val="0"/>
        </a:spcBef>
        <a:spcAft>
          <a:spcPts val="0"/>
        </a:spcAft>
        <a:buClrTx/>
        <a:buSzPct val="100000"/>
        <a:buFontTx/>
        <a:buBlip>
          <a:blip r:embed="rId8"/>
        </a:buBlip>
        <a:tabLst/>
        <a:defRPr sz="2400" b="1" i="0" u="none" strike="noStrike" cap="none" spc="0" baseline="0">
          <a:solidFill>
            <a:srgbClr val="131B56"/>
          </a:solidFill>
          <a:uFillTx/>
          <a:latin typeface="Muli ExtraBold"/>
          <a:ea typeface="Muli ExtraBold"/>
          <a:cs typeface="Muli ExtraBold"/>
          <a:sym typeface="Muli ExtraBold"/>
        </a:defRPr>
      </a:lvl3pPr>
      <a:lvl4pPr marL="1130326" marR="0" indent="-406408" algn="l" defTabSz="914423" rtl="0" latinLnBrk="0">
        <a:lnSpc>
          <a:spcPct val="120000"/>
        </a:lnSpc>
        <a:spcBef>
          <a:spcPts val="0"/>
        </a:spcBef>
        <a:spcAft>
          <a:spcPts val="0"/>
        </a:spcAft>
        <a:buClrTx/>
        <a:buSzPct val="100000"/>
        <a:buFontTx/>
        <a:buBlip>
          <a:blip r:embed="rId8"/>
        </a:buBlip>
        <a:tabLst/>
        <a:defRPr sz="2400" b="1" i="0" u="none" strike="noStrike" cap="none" spc="0" baseline="0">
          <a:solidFill>
            <a:srgbClr val="131B56"/>
          </a:solidFill>
          <a:uFillTx/>
          <a:latin typeface="Muli ExtraBold"/>
          <a:ea typeface="Muli ExtraBold"/>
          <a:cs typeface="Muli ExtraBold"/>
          <a:sym typeface="Muli ExtraBold"/>
        </a:defRPr>
      </a:lvl4pPr>
      <a:lvl5pPr marL="1485935" marR="0" indent="-406408" algn="l" defTabSz="914423" rtl="0" latinLnBrk="0">
        <a:lnSpc>
          <a:spcPct val="120000"/>
        </a:lnSpc>
        <a:spcBef>
          <a:spcPts val="0"/>
        </a:spcBef>
        <a:spcAft>
          <a:spcPts val="0"/>
        </a:spcAft>
        <a:buClrTx/>
        <a:buSzPct val="100000"/>
        <a:buFontTx/>
        <a:buBlip>
          <a:blip r:embed="rId8"/>
        </a:buBlip>
        <a:tabLst/>
        <a:defRPr sz="2400" b="1" i="0" u="none" strike="noStrike" cap="none" spc="0" baseline="0">
          <a:solidFill>
            <a:srgbClr val="131B56"/>
          </a:solidFill>
          <a:uFillTx/>
          <a:latin typeface="Muli ExtraBold"/>
          <a:ea typeface="Muli ExtraBold"/>
          <a:cs typeface="Muli ExtraBold"/>
          <a:sym typeface="Muli ExtraBold"/>
        </a:defRPr>
      </a:lvl5pPr>
      <a:lvl6pPr marL="2590865" marR="0" indent="-304808" algn="l" defTabSz="914423" rtl="0" latinLnBrk="0">
        <a:lnSpc>
          <a:spcPct val="120000"/>
        </a:lnSpc>
        <a:spcBef>
          <a:spcPts val="0"/>
        </a:spcBef>
        <a:spcAft>
          <a:spcPts val="0"/>
        </a:spcAft>
        <a:buClrTx/>
        <a:buSzPct val="100000"/>
        <a:buFontTx/>
        <a:buChar char="•"/>
        <a:tabLst/>
        <a:defRPr sz="2400" b="1" i="0" u="none" strike="noStrike" cap="none" spc="0" baseline="0">
          <a:solidFill>
            <a:srgbClr val="131B56"/>
          </a:solidFill>
          <a:uFillTx/>
          <a:latin typeface="Muli ExtraBold"/>
          <a:ea typeface="Muli ExtraBold"/>
          <a:cs typeface="Muli ExtraBold"/>
          <a:sym typeface="Muli ExtraBold"/>
        </a:defRPr>
      </a:lvl6pPr>
      <a:lvl7pPr marL="3048076" marR="0" indent="-304808" algn="l" defTabSz="914423" rtl="0" latinLnBrk="0">
        <a:lnSpc>
          <a:spcPct val="120000"/>
        </a:lnSpc>
        <a:spcBef>
          <a:spcPts val="0"/>
        </a:spcBef>
        <a:spcAft>
          <a:spcPts val="0"/>
        </a:spcAft>
        <a:buClrTx/>
        <a:buSzPct val="100000"/>
        <a:buFontTx/>
        <a:buChar char="•"/>
        <a:tabLst/>
        <a:defRPr sz="2400" b="1" i="0" u="none" strike="noStrike" cap="none" spc="0" baseline="0">
          <a:solidFill>
            <a:srgbClr val="131B56"/>
          </a:solidFill>
          <a:uFillTx/>
          <a:latin typeface="Muli ExtraBold"/>
          <a:ea typeface="Muli ExtraBold"/>
          <a:cs typeface="Muli ExtraBold"/>
          <a:sym typeface="Muli ExtraBold"/>
        </a:defRPr>
      </a:lvl7pPr>
      <a:lvl8pPr marL="3505288" marR="0" indent="-304808" algn="l" defTabSz="914423" rtl="0" latinLnBrk="0">
        <a:lnSpc>
          <a:spcPct val="120000"/>
        </a:lnSpc>
        <a:spcBef>
          <a:spcPts val="0"/>
        </a:spcBef>
        <a:spcAft>
          <a:spcPts val="0"/>
        </a:spcAft>
        <a:buClrTx/>
        <a:buSzPct val="100000"/>
        <a:buFontTx/>
        <a:buChar char="•"/>
        <a:tabLst/>
        <a:defRPr sz="2400" b="1" i="0" u="none" strike="noStrike" cap="none" spc="0" baseline="0">
          <a:solidFill>
            <a:srgbClr val="131B56"/>
          </a:solidFill>
          <a:uFillTx/>
          <a:latin typeface="Muli ExtraBold"/>
          <a:ea typeface="Muli ExtraBold"/>
          <a:cs typeface="Muli ExtraBold"/>
          <a:sym typeface="Muli ExtraBold"/>
        </a:defRPr>
      </a:lvl8pPr>
      <a:lvl9pPr marL="3962499" marR="0" indent="-304808" algn="l" defTabSz="914423" rtl="0" latinLnBrk="0">
        <a:lnSpc>
          <a:spcPct val="120000"/>
        </a:lnSpc>
        <a:spcBef>
          <a:spcPts val="0"/>
        </a:spcBef>
        <a:spcAft>
          <a:spcPts val="0"/>
        </a:spcAft>
        <a:buClrTx/>
        <a:buSzPct val="100000"/>
        <a:buFontTx/>
        <a:buChar char="•"/>
        <a:tabLst/>
        <a:defRPr sz="2400" b="1" i="0" u="none" strike="noStrike" cap="none" spc="0" baseline="0">
          <a:solidFill>
            <a:srgbClr val="131B56"/>
          </a:solidFill>
          <a:uFillTx/>
          <a:latin typeface="Muli ExtraBold"/>
          <a:ea typeface="Muli ExtraBold"/>
          <a:cs typeface="Muli ExtraBold"/>
          <a:sym typeface="Muli ExtraBold"/>
        </a:defRPr>
      </a:lvl9pPr>
    </p:bodyStyle>
    <p:otherStyle>
      <a:lvl1pPr marL="0" marR="0" indent="0" algn="l" defTabSz="914423" latinLnBrk="0">
        <a:lnSpc>
          <a:spcPct val="110000"/>
        </a:lnSpc>
        <a:spcBef>
          <a:spcPts val="0"/>
        </a:spcBef>
        <a:spcAft>
          <a:spcPts val="0"/>
        </a:spcAft>
        <a:buClrTx/>
        <a:buSzTx/>
        <a:buFontTx/>
        <a:buNone/>
        <a:tabLst/>
        <a:defRPr sz="1001" b="1" i="0" u="none" strike="noStrike" cap="none" spc="0" baseline="0">
          <a:solidFill>
            <a:schemeClr val="tx1"/>
          </a:solidFill>
          <a:uFillTx/>
          <a:latin typeface="+mn-lt"/>
          <a:ea typeface="+mn-ea"/>
          <a:cs typeface="+mn-cs"/>
          <a:sym typeface="Muli-SemiBold"/>
        </a:defRPr>
      </a:lvl1pPr>
      <a:lvl2pPr marL="0" marR="0" indent="0" algn="l" defTabSz="914423" latinLnBrk="0">
        <a:lnSpc>
          <a:spcPct val="110000"/>
        </a:lnSpc>
        <a:spcBef>
          <a:spcPts val="0"/>
        </a:spcBef>
        <a:spcAft>
          <a:spcPts val="0"/>
        </a:spcAft>
        <a:buClrTx/>
        <a:buSzTx/>
        <a:buFontTx/>
        <a:buNone/>
        <a:tabLst/>
        <a:defRPr sz="1001" b="1" i="0" u="none" strike="noStrike" cap="none" spc="0" baseline="0">
          <a:solidFill>
            <a:schemeClr val="tx1"/>
          </a:solidFill>
          <a:uFillTx/>
          <a:latin typeface="+mn-lt"/>
          <a:ea typeface="+mn-ea"/>
          <a:cs typeface="+mn-cs"/>
          <a:sym typeface="Muli-SemiBold"/>
        </a:defRPr>
      </a:lvl2pPr>
      <a:lvl3pPr marL="0" marR="0" indent="0" algn="l" defTabSz="914423" latinLnBrk="0">
        <a:lnSpc>
          <a:spcPct val="110000"/>
        </a:lnSpc>
        <a:spcBef>
          <a:spcPts val="0"/>
        </a:spcBef>
        <a:spcAft>
          <a:spcPts val="0"/>
        </a:spcAft>
        <a:buClrTx/>
        <a:buSzTx/>
        <a:buFontTx/>
        <a:buNone/>
        <a:tabLst/>
        <a:defRPr sz="1001" b="1" i="0" u="none" strike="noStrike" cap="none" spc="0" baseline="0">
          <a:solidFill>
            <a:schemeClr val="tx1"/>
          </a:solidFill>
          <a:uFillTx/>
          <a:latin typeface="+mn-lt"/>
          <a:ea typeface="+mn-ea"/>
          <a:cs typeface="+mn-cs"/>
          <a:sym typeface="Muli-SemiBold"/>
        </a:defRPr>
      </a:lvl3pPr>
      <a:lvl4pPr marL="0" marR="0" indent="0" algn="l" defTabSz="914423" latinLnBrk="0">
        <a:lnSpc>
          <a:spcPct val="110000"/>
        </a:lnSpc>
        <a:spcBef>
          <a:spcPts val="0"/>
        </a:spcBef>
        <a:spcAft>
          <a:spcPts val="0"/>
        </a:spcAft>
        <a:buClrTx/>
        <a:buSzTx/>
        <a:buFontTx/>
        <a:buNone/>
        <a:tabLst/>
        <a:defRPr sz="1001" b="1" i="0" u="none" strike="noStrike" cap="none" spc="0" baseline="0">
          <a:solidFill>
            <a:schemeClr val="tx1"/>
          </a:solidFill>
          <a:uFillTx/>
          <a:latin typeface="+mn-lt"/>
          <a:ea typeface="+mn-ea"/>
          <a:cs typeface="+mn-cs"/>
          <a:sym typeface="Muli-SemiBold"/>
        </a:defRPr>
      </a:lvl4pPr>
      <a:lvl5pPr marL="0" marR="0" indent="0" algn="l" defTabSz="914423" latinLnBrk="0">
        <a:lnSpc>
          <a:spcPct val="110000"/>
        </a:lnSpc>
        <a:spcBef>
          <a:spcPts val="0"/>
        </a:spcBef>
        <a:spcAft>
          <a:spcPts val="0"/>
        </a:spcAft>
        <a:buClrTx/>
        <a:buSzTx/>
        <a:buFontTx/>
        <a:buNone/>
        <a:tabLst/>
        <a:defRPr sz="1001" b="1" i="0" u="none" strike="noStrike" cap="none" spc="0" baseline="0">
          <a:solidFill>
            <a:schemeClr val="tx1"/>
          </a:solidFill>
          <a:uFillTx/>
          <a:latin typeface="+mn-lt"/>
          <a:ea typeface="+mn-ea"/>
          <a:cs typeface="+mn-cs"/>
          <a:sym typeface="Muli-SemiBold"/>
        </a:defRPr>
      </a:lvl5pPr>
      <a:lvl6pPr marL="0" marR="0" indent="0" algn="l" defTabSz="914423" latinLnBrk="0">
        <a:lnSpc>
          <a:spcPct val="110000"/>
        </a:lnSpc>
        <a:spcBef>
          <a:spcPts val="0"/>
        </a:spcBef>
        <a:spcAft>
          <a:spcPts val="0"/>
        </a:spcAft>
        <a:buClrTx/>
        <a:buSzTx/>
        <a:buFontTx/>
        <a:buNone/>
        <a:tabLst/>
        <a:defRPr sz="1001" b="1" i="0" u="none" strike="noStrike" cap="none" spc="0" baseline="0">
          <a:solidFill>
            <a:schemeClr val="tx1"/>
          </a:solidFill>
          <a:uFillTx/>
          <a:latin typeface="+mn-lt"/>
          <a:ea typeface="+mn-ea"/>
          <a:cs typeface="+mn-cs"/>
          <a:sym typeface="Muli-SemiBold"/>
        </a:defRPr>
      </a:lvl6pPr>
      <a:lvl7pPr marL="0" marR="0" indent="0" algn="l" defTabSz="914423" latinLnBrk="0">
        <a:lnSpc>
          <a:spcPct val="110000"/>
        </a:lnSpc>
        <a:spcBef>
          <a:spcPts val="0"/>
        </a:spcBef>
        <a:spcAft>
          <a:spcPts val="0"/>
        </a:spcAft>
        <a:buClrTx/>
        <a:buSzTx/>
        <a:buFontTx/>
        <a:buNone/>
        <a:tabLst/>
        <a:defRPr sz="1001" b="1" i="0" u="none" strike="noStrike" cap="none" spc="0" baseline="0">
          <a:solidFill>
            <a:schemeClr val="tx1"/>
          </a:solidFill>
          <a:uFillTx/>
          <a:latin typeface="+mn-lt"/>
          <a:ea typeface="+mn-ea"/>
          <a:cs typeface="+mn-cs"/>
          <a:sym typeface="Muli-SemiBold"/>
        </a:defRPr>
      </a:lvl7pPr>
      <a:lvl8pPr marL="0" marR="0" indent="0" algn="l" defTabSz="914423" latinLnBrk="0">
        <a:lnSpc>
          <a:spcPct val="110000"/>
        </a:lnSpc>
        <a:spcBef>
          <a:spcPts val="0"/>
        </a:spcBef>
        <a:spcAft>
          <a:spcPts val="0"/>
        </a:spcAft>
        <a:buClrTx/>
        <a:buSzTx/>
        <a:buFontTx/>
        <a:buNone/>
        <a:tabLst/>
        <a:defRPr sz="1001" b="1" i="0" u="none" strike="noStrike" cap="none" spc="0" baseline="0">
          <a:solidFill>
            <a:schemeClr val="tx1"/>
          </a:solidFill>
          <a:uFillTx/>
          <a:latin typeface="+mn-lt"/>
          <a:ea typeface="+mn-ea"/>
          <a:cs typeface="+mn-cs"/>
          <a:sym typeface="Muli-SemiBold"/>
        </a:defRPr>
      </a:lvl8pPr>
      <a:lvl9pPr marL="0" marR="0" indent="0" algn="l" defTabSz="914423" latinLnBrk="0">
        <a:lnSpc>
          <a:spcPct val="110000"/>
        </a:lnSpc>
        <a:spcBef>
          <a:spcPts val="0"/>
        </a:spcBef>
        <a:spcAft>
          <a:spcPts val="0"/>
        </a:spcAft>
        <a:buClrTx/>
        <a:buSzTx/>
        <a:buFontTx/>
        <a:buNone/>
        <a:tabLst/>
        <a:defRPr sz="1001" b="1" i="0" u="none" strike="noStrike" cap="none" spc="0" baseline="0">
          <a:solidFill>
            <a:schemeClr val="tx1"/>
          </a:solidFill>
          <a:uFillTx/>
          <a:latin typeface="+mn-lt"/>
          <a:ea typeface="+mn-ea"/>
          <a:cs typeface="+mn-cs"/>
          <a:sym typeface="Muli-SemiBold"/>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2" name="Afbeelding 1">
            <a:extLst>
              <a:ext uri="{FF2B5EF4-FFF2-40B4-BE49-F238E27FC236}">
                <a16:creationId xmlns:a16="http://schemas.microsoft.com/office/drawing/2014/main" id="{82E2F3DC-560B-1513-87D5-2B76F5AD6229}"/>
              </a:ext>
            </a:extLst>
          </p:cNvPr>
          <p:cNvPicPr>
            <a:picLocks noChangeAspect="1"/>
          </p:cNvPicPr>
          <p:nvPr userDrawn="1"/>
        </p:nvPicPr>
        <p:blipFill>
          <a:blip r:embed="rId7"/>
          <a:stretch>
            <a:fillRect/>
          </a:stretch>
        </p:blipFill>
        <p:spPr>
          <a:xfrm>
            <a:off x="7192169" y="6134100"/>
            <a:ext cx="2713831" cy="723900"/>
          </a:xfrm>
          <a:prstGeom prst="rect">
            <a:avLst/>
          </a:prstGeom>
        </p:spPr>
      </p:pic>
    </p:spTree>
    <p:extLst>
      <p:ext uri="{BB962C8B-B14F-4D97-AF65-F5344CB8AC3E}">
        <p14:creationId xmlns:p14="http://schemas.microsoft.com/office/powerpoint/2010/main" val="1154030613"/>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transition spd="med"/>
  <p:hf sldNum="0" hdr="0" ftr="0" dt="0"/>
  <p:txStyles>
    <p:titleStyle>
      <a:lvl1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1pPr>
      <a:lvl2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2pPr>
      <a:lvl3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3pPr>
      <a:lvl4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4pPr>
      <a:lvl5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5pPr>
      <a:lvl6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6pPr>
      <a:lvl7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7pPr>
      <a:lvl8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8pPr>
      <a:lvl9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9pPr>
    </p:titleStyle>
    <p:bodyStyle>
      <a:lvl1pPr marL="0" marR="0" indent="0" algn="l" defTabSz="914400" rtl="0" latinLnBrk="0">
        <a:lnSpc>
          <a:spcPct val="120000"/>
        </a:lnSpc>
        <a:spcBef>
          <a:spcPts val="0"/>
        </a:spcBef>
        <a:spcAft>
          <a:spcPts val="0"/>
        </a:spcAft>
        <a:buClrTx/>
        <a:buSzTx/>
        <a:buFontTx/>
        <a:buNone/>
        <a:tabLst/>
        <a:defRPr sz="2400" b="1" i="0" u="none" strike="noStrike" cap="none" spc="0" baseline="0">
          <a:solidFill>
            <a:srgbClr val="131B56"/>
          </a:solidFill>
          <a:uFillTx/>
          <a:latin typeface="Muli ExtraBold"/>
          <a:ea typeface="Muli ExtraBold"/>
          <a:cs typeface="Muli ExtraBold"/>
          <a:sym typeface="Muli ExtraBold"/>
        </a:defRPr>
      </a:lvl1pPr>
      <a:lvl2pPr marL="341376" marR="0" indent="-341376" algn="l" defTabSz="914400" rtl="0" latinLnBrk="0">
        <a:lnSpc>
          <a:spcPct val="120000"/>
        </a:lnSpc>
        <a:spcBef>
          <a:spcPts val="0"/>
        </a:spcBef>
        <a:spcAft>
          <a:spcPts val="0"/>
        </a:spcAft>
        <a:buClrTx/>
        <a:buSzPct val="75000"/>
        <a:buFontTx/>
        <a:buBlip>
          <a:blip r:embed="rId8"/>
        </a:buBlip>
        <a:tabLst/>
        <a:defRPr sz="2400" b="1" i="0" u="none" strike="noStrike" cap="none" spc="0" baseline="0">
          <a:solidFill>
            <a:srgbClr val="131B56"/>
          </a:solidFill>
          <a:uFillTx/>
          <a:latin typeface="Muli ExtraBold"/>
          <a:ea typeface="Muli ExtraBold"/>
          <a:cs typeface="Muli ExtraBold"/>
          <a:sym typeface="Muli ExtraBold"/>
        </a:defRPr>
      </a:lvl2pPr>
      <a:lvl3pPr marL="778328" marR="0" indent="-435428" algn="l" defTabSz="914400" rtl="0" latinLnBrk="0">
        <a:lnSpc>
          <a:spcPct val="120000"/>
        </a:lnSpc>
        <a:spcBef>
          <a:spcPts val="0"/>
        </a:spcBef>
        <a:spcAft>
          <a:spcPts val="0"/>
        </a:spcAft>
        <a:buClrTx/>
        <a:buSzPct val="100000"/>
        <a:buFontTx/>
        <a:buBlip>
          <a:blip r:embed="rId8"/>
        </a:buBlip>
        <a:tabLst/>
        <a:defRPr sz="2400" b="1" i="0" u="none" strike="noStrike" cap="none" spc="0" baseline="0">
          <a:solidFill>
            <a:srgbClr val="131B56"/>
          </a:solidFill>
          <a:uFillTx/>
          <a:latin typeface="Muli ExtraBold"/>
          <a:ea typeface="Muli ExtraBold"/>
          <a:cs typeface="Muli ExtraBold"/>
          <a:sym typeface="Muli ExtraBold"/>
        </a:defRPr>
      </a:lvl3pPr>
      <a:lvl4pPr marL="1130298" marR="0" indent="-406398" algn="l" defTabSz="914400" rtl="0" latinLnBrk="0">
        <a:lnSpc>
          <a:spcPct val="120000"/>
        </a:lnSpc>
        <a:spcBef>
          <a:spcPts val="0"/>
        </a:spcBef>
        <a:spcAft>
          <a:spcPts val="0"/>
        </a:spcAft>
        <a:buClrTx/>
        <a:buSzPct val="100000"/>
        <a:buFontTx/>
        <a:buBlip>
          <a:blip r:embed="rId8"/>
        </a:buBlip>
        <a:tabLst/>
        <a:defRPr sz="2400" b="1" i="0" u="none" strike="noStrike" cap="none" spc="0" baseline="0">
          <a:solidFill>
            <a:srgbClr val="131B56"/>
          </a:solidFill>
          <a:uFillTx/>
          <a:latin typeface="Muli ExtraBold"/>
          <a:ea typeface="Muli ExtraBold"/>
          <a:cs typeface="Muli ExtraBold"/>
          <a:sym typeface="Muli ExtraBold"/>
        </a:defRPr>
      </a:lvl4pPr>
      <a:lvl5pPr marL="1485898" marR="0" indent="-406398" algn="l" defTabSz="914400" rtl="0" latinLnBrk="0">
        <a:lnSpc>
          <a:spcPct val="120000"/>
        </a:lnSpc>
        <a:spcBef>
          <a:spcPts val="0"/>
        </a:spcBef>
        <a:spcAft>
          <a:spcPts val="0"/>
        </a:spcAft>
        <a:buClrTx/>
        <a:buSzPct val="100000"/>
        <a:buFontTx/>
        <a:buBlip>
          <a:blip r:embed="rId8"/>
        </a:buBlip>
        <a:tabLst/>
        <a:defRPr sz="2400" b="1" i="0" u="none" strike="noStrike" cap="none" spc="0" baseline="0">
          <a:solidFill>
            <a:srgbClr val="131B56"/>
          </a:solidFill>
          <a:uFillTx/>
          <a:latin typeface="Muli ExtraBold"/>
          <a:ea typeface="Muli ExtraBold"/>
          <a:cs typeface="Muli ExtraBold"/>
          <a:sym typeface="Muli ExtraBold"/>
        </a:defRPr>
      </a:lvl5pPr>
      <a:lvl6pPr marL="2590800" marR="0" indent="-304800" algn="l" defTabSz="914400" rtl="0" latinLnBrk="0">
        <a:lnSpc>
          <a:spcPct val="120000"/>
        </a:lnSpc>
        <a:spcBef>
          <a:spcPts val="0"/>
        </a:spcBef>
        <a:spcAft>
          <a:spcPts val="0"/>
        </a:spcAft>
        <a:buClrTx/>
        <a:buSzPct val="100000"/>
        <a:buFontTx/>
        <a:buChar char="•"/>
        <a:tabLst/>
        <a:defRPr sz="2400" b="1" i="0" u="none" strike="noStrike" cap="none" spc="0" baseline="0">
          <a:solidFill>
            <a:srgbClr val="131B56"/>
          </a:solidFill>
          <a:uFillTx/>
          <a:latin typeface="Muli ExtraBold"/>
          <a:ea typeface="Muli ExtraBold"/>
          <a:cs typeface="Muli ExtraBold"/>
          <a:sym typeface="Muli ExtraBold"/>
        </a:defRPr>
      </a:lvl6pPr>
      <a:lvl7pPr marL="3048000" marR="0" indent="-304800" algn="l" defTabSz="914400" rtl="0" latinLnBrk="0">
        <a:lnSpc>
          <a:spcPct val="120000"/>
        </a:lnSpc>
        <a:spcBef>
          <a:spcPts val="0"/>
        </a:spcBef>
        <a:spcAft>
          <a:spcPts val="0"/>
        </a:spcAft>
        <a:buClrTx/>
        <a:buSzPct val="100000"/>
        <a:buFontTx/>
        <a:buChar char="•"/>
        <a:tabLst/>
        <a:defRPr sz="2400" b="1" i="0" u="none" strike="noStrike" cap="none" spc="0" baseline="0">
          <a:solidFill>
            <a:srgbClr val="131B56"/>
          </a:solidFill>
          <a:uFillTx/>
          <a:latin typeface="Muli ExtraBold"/>
          <a:ea typeface="Muli ExtraBold"/>
          <a:cs typeface="Muli ExtraBold"/>
          <a:sym typeface="Muli ExtraBold"/>
        </a:defRPr>
      </a:lvl7pPr>
      <a:lvl8pPr marL="3505200" marR="0" indent="-304800" algn="l" defTabSz="914400" rtl="0" latinLnBrk="0">
        <a:lnSpc>
          <a:spcPct val="120000"/>
        </a:lnSpc>
        <a:spcBef>
          <a:spcPts val="0"/>
        </a:spcBef>
        <a:spcAft>
          <a:spcPts val="0"/>
        </a:spcAft>
        <a:buClrTx/>
        <a:buSzPct val="100000"/>
        <a:buFontTx/>
        <a:buChar char="•"/>
        <a:tabLst/>
        <a:defRPr sz="2400" b="1" i="0" u="none" strike="noStrike" cap="none" spc="0" baseline="0">
          <a:solidFill>
            <a:srgbClr val="131B56"/>
          </a:solidFill>
          <a:uFillTx/>
          <a:latin typeface="Muli ExtraBold"/>
          <a:ea typeface="Muli ExtraBold"/>
          <a:cs typeface="Muli ExtraBold"/>
          <a:sym typeface="Muli ExtraBold"/>
        </a:defRPr>
      </a:lvl8pPr>
      <a:lvl9pPr marL="3962400" marR="0" indent="-304800" algn="l" defTabSz="914400" rtl="0" latinLnBrk="0">
        <a:lnSpc>
          <a:spcPct val="120000"/>
        </a:lnSpc>
        <a:spcBef>
          <a:spcPts val="0"/>
        </a:spcBef>
        <a:spcAft>
          <a:spcPts val="0"/>
        </a:spcAft>
        <a:buClrTx/>
        <a:buSzPct val="100000"/>
        <a:buFontTx/>
        <a:buChar char="•"/>
        <a:tabLst/>
        <a:defRPr sz="2400" b="1" i="0" u="none" strike="noStrike" cap="none" spc="0" baseline="0">
          <a:solidFill>
            <a:srgbClr val="131B56"/>
          </a:solidFill>
          <a:uFillTx/>
          <a:latin typeface="Muli ExtraBold"/>
          <a:ea typeface="Muli ExtraBold"/>
          <a:cs typeface="Muli ExtraBold"/>
          <a:sym typeface="Muli ExtraBold"/>
        </a:defRPr>
      </a:lvl9pPr>
    </p:bodyStyle>
    <p:otherStyle>
      <a:lvl1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1pPr>
      <a:lvl2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2pPr>
      <a:lvl3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3pPr>
      <a:lvl4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4pPr>
      <a:lvl5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5pPr>
      <a:lvl6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6pPr>
      <a:lvl7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7pPr>
      <a:lvl8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8pPr>
      <a:lvl9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A4E76FD-EA8B-CA72-5FF4-BBEFDAB9E74C}"/>
              </a:ext>
            </a:extLst>
          </p:cNvPr>
          <p:cNvSpPr>
            <a:spLocks noGrp="1"/>
          </p:cNvSpPr>
          <p:nvPr>
            <p:ph type="title"/>
          </p:nvPr>
        </p:nvSpPr>
        <p:spPr>
          <a:xfrm>
            <a:off x="626454" y="456079"/>
            <a:ext cx="6783055" cy="545345"/>
          </a:xfrm>
        </p:spPr>
        <p:txBody>
          <a:bodyPr lIns="91440" tIns="45721" rIns="91440" bIns="45721" anchor="t"/>
          <a:lstStyle/>
          <a:p>
            <a:r>
              <a:rPr lang="nl-NL" sz="4000" dirty="0">
                <a:latin typeface="Muli"/>
              </a:rPr>
              <a:t>ADHD - Strooptest</a:t>
            </a:r>
          </a:p>
        </p:txBody>
      </p:sp>
      <p:sp>
        <p:nvSpPr>
          <p:cNvPr id="8" name="Tijdelijke aanduiding voor tekst 5">
            <a:extLst>
              <a:ext uri="{FF2B5EF4-FFF2-40B4-BE49-F238E27FC236}">
                <a16:creationId xmlns:a16="http://schemas.microsoft.com/office/drawing/2014/main" id="{ECAF4916-4B54-C4C9-45F1-3998D2A4F3D9}"/>
              </a:ext>
            </a:extLst>
          </p:cNvPr>
          <p:cNvSpPr txBox="1">
            <a:spLocks/>
          </p:cNvSpPr>
          <p:nvPr/>
        </p:nvSpPr>
        <p:spPr>
          <a:xfrm>
            <a:off x="626454" y="1252513"/>
            <a:ext cx="8113510" cy="545345"/>
          </a:xfrm>
          <a:prstGeom prst="rect">
            <a:avLst/>
          </a:prstGeom>
        </p:spPr>
        <p:txBody>
          <a:bodyPr/>
          <a:lstStyle>
            <a:lvl1pPr marL="371475" marR="0" indent="-371475" algn="l" defTabSz="742950" rtl="0" latinLnBrk="0">
              <a:lnSpc>
                <a:spcPct val="120000"/>
              </a:lnSpc>
              <a:spcBef>
                <a:spcPts val="0"/>
              </a:spcBef>
              <a:spcAft>
                <a:spcPts val="0"/>
              </a:spcAft>
              <a:buClrTx/>
              <a:buSzTx/>
              <a:buFontTx/>
              <a:buBlip>
                <a:blip r:embed="rId3"/>
              </a:buBlip>
              <a:tabLst/>
              <a:defRPr sz="2438" b="0" i="0" u="none" strike="noStrike" cap="none" spc="0" baseline="0">
                <a:solidFill>
                  <a:schemeClr val="tx1"/>
                </a:solidFill>
                <a:uFillTx/>
                <a:latin typeface="Muli" pitchFamily="2" charset="77"/>
                <a:ea typeface="Muli ExtraBold"/>
                <a:cs typeface="Muli ExtraBold"/>
                <a:sym typeface="Muli ExtraBold"/>
              </a:defRPr>
            </a:lvl1pPr>
            <a:lvl2pPr marL="277368" marR="0" indent="-277368" algn="l" defTabSz="742950" rtl="0" latinLnBrk="0">
              <a:lnSpc>
                <a:spcPct val="120000"/>
              </a:lnSpc>
              <a:spcBef>
                <a:spcPts val="0"/>
              </a:spcBef>
              <a:spcAft>
                <a:spcPts val="0"/>
              </a:spcAft>
              <a:buClrTx/>
              <a:buSzPct val="75000"/>
              <a:buFontTx/>
              <a:buBlip>
                <a:blip r:embed="rId4"/>
              </a:buBlip>
              <a:tabLst/>
              <a:defRPr sz="1950" b="1" i="0" u="none" strike="noStrike" cap="none" spc="0" baseline="0">
                <a:solidFill>
                  <a:srgbClr val="131B56"/>
                </a:solidFill>
                <a:uFillTx/>
                <a:latin typeface="Muli ExtraBold"/>
                <a:ea typeface="Muli ExtraBold"/>
                <a:cs typeface="Muli ExtraBold"/>
                <a:sym typeface="Muli ExtraBold"/>
              </a:defRPr>
            </a:lvl2pPr>
            <a:lvl3pPr marL="632392" marR="0" indent="-353785" algn="l" defTabSz="742950" rtl="0" latinLnBrk="0">
              <a:lnSpc>
                <a:spcPct val="120000"/>
              </a:lnSpc>
              <a:spcBef>
                <a:spcPts val="0"/>
              </a:spcBef>
              <a:spcAft>
                <a:spcPts val="0"/>
              </a:spcAft>
              <a:buClrTx/>
              <a:buSzPct val="100000"/>
              <a:buFontTx/>
              <a:buBlip>
                <a:blip r:embed="rId4"/>
              </a:buBlip>
              <a:tabLst/>
              <a:defRPr sz="1950" b="1" i="0" u="none" strike="noStrike" cap="none" spc="0" baseline="0">
                <a:solidFill>
                  <a:srgbClr val="131B56"/>
                </a:solidFill>
                <a:uFillTx/>
                <a:latin typeface="Muli ExtraBold"/>
                <a:ea typeface="Muli ExtraBold"/>
                <a:cs typeface="Muli ExtraBold"/>
                <a:sym typeface="Muli ExtraBold"/>
              </a:defRPr>
            </a:lvl3pPr>
            <a:lvl4pPr marL="918367" marR="0" indent="-330198" algn="l" defTabSz="742950" rtl="0" latinLnBrk="0">
              <a:lnSpc>
                <a:spcPct val="120000"/>
              </a:lnSpc>
              <a:spcBef>
                <a:spcPts val="0"/>
              </a:spcBef>
              <a:spcAft>
                <a:spcPts val="0"/>
              </a:spcAft>
              <a:buClrTx/>
              <a:buSzPct val="100000"/>
              <a:buFontTx/>
              <a:buBlip>
                <a:blip r:embed="rId4"/>
              </a:buBlip>
              <a:tabLst/>
              <a:defRPr sz="1950" b="1" i="0" u="none" strike="noStrike" cap="none" spc="0" baseline="0">
                <a:solidFill>
                  <a:srgbClr val="131B56"/>
                </a:solidFill>
                <a:uFillTx/>
                <a:latin typeface="Muli ExtraBold"/>
                <a:ea typeface="Muli ExtraBold"/>
                <a:cs typeface="Muli ExtraBold"/>
                <a:sym typeface="Muli ExtraBold"/>
              </a:defRPr>
            </a:lvl4pPr>
            <a:lvl5pPr marL="1207292" marR="0" indent="-330198" algn="l" defTabSz="742950" rtl="0" latinLnBrk="0">
              <a:lnSpc>
                <a:spcPct val="120000"/>
              </a:lnSpc>
              <a:spcBef>
                <a:spcPts val="0"/>
              </a:spcBef>
              <a:spcAft>
                <a:spcPts val="0"/>
              </a:spcAft>
              <a:buClrTx/>
              <a:buSzPct val="100000"/>
              <a:buFontTx/>
              <a:buBlip>
                <a:blip r:embed="rId4"/>
              </a:buBlip>
              <a:tabLst/>
              <a:defRPr sz="1950" b="1" i="0" u="none" strike="noStrike" cap="none" spc="0" baseline="0">
                <a:solidFill>
                  <a:srgbClr val="131B56"/>
                </a:solidFill>
                <a:uFillTx/>
                <a:latin typeface="Muli ExtraBold"/>
                <a:ea typeface="Muli ExtraBold"/>
                <a:cs typeface="Muli ExtraBold"/>
                <a:sym typeface="Muli ExtraBold"/>
              </a:defRPr>
            </a:lvl5pPr>
            <a:lvl6pPr marL="2105025" marR="0" indent="-247650" algn="l" defTabSz="742950" rtl="0" latinLnBrk="0">
              <a:lnSpc>
                <a:spcPct val="120000"/>
              </a:lnSpc>
              <a:spcBef>
                <a:spcPts val="0"/>
              </a:spcBef>
              <a:spcAft>
                <a:spcPts val="0"/>
              </a:spcAft>
              <a:buClrTx/>
              <a:buSzPct val="100000"/>
              <a:buFontTx/>
              <a:buChar char="•"/>
              <a:tabLst/>
              <a:defRPr sz="1950" b="1" i="0" u="none" strike="noStrike" cap="none" spc="0" baseline="0">
                <a:solidFill>
                  <a:srgbClr val="131B56"/>
                </a:solidFill>
                <a:uFillTx/>
                <a:latin typeface="Muli ExtraBold"/>
                <a:ea typeface="Muli ExtraBold"/>
                <a:cs typeface="Muli ExtraBold"/>
                <a:sym typeface="Muli ExtraBold"/>
              </a:defRPr>
            </a:lvl6pPr>
            <a:lvl7pPr marL="2476500" marR="0" indent="-247650" algn="l" defTabSz="742950" rtl="0" latinLnBrk="0">
              <a:lnSpc>
                <a:spcPct val="120000"/>
              </a:lnSpc>
              <a:spcBef>
                <a:spcPts val="0"/>
              </a:spcBef>
              <a:spcAft>
                <a:spcPts val="0"/>
              </a:spcAft>
              <a:buClrTx/>
              <a:buSzPct val="100000"/>
              <a:buFontTx/>
              <a:buChar char="•"/>
              <a:tabLst/>
              <a:defRPr sz="1950" b="1" i="0" u="none" strike="noStrike" cap="none" spc="0" baseline="0">
                <a:solidFill>
                  <a:srgbClr val="131B56"/>
                </a:solidFill>
                <a:uFillTx/>
                <a:latin typeface="Muli ExtraBold"/>
                <a:ea typeface="Muli ExtraBold"/>
                <a:cs typeface="Muli ExtraBold"/>
                <a:sym typeface="Muli ExtraBold"/>
              </a:defRPr>
            </a:lvl7pPr>
            <a:lvl8pPr marL="2847975" marR="0" indent="-247650" algn="l" defTabSz="742950" rtl="0" latinLnBrk="0">
              <a:lnSpc>
                <a:spcPct val="120000"/>
              </a:lnSpc>
              <a:spcBef>
                <a:spcPts val="0"/>
              </a:spcBef>
              <a:spcAft>
                <a:spcPts val="0"/>
              </a:spcAft>
              <a:buClrTx/>
              <a:buSzPct val="100000"/>
              <a:buFontTx/>
              <a:buChar char="•"/>
              <a:tabLst/>
              <a:defRPr sz="1950" b="1" i="0" u="none" strike="noStrike" cap="none" spc="0" baseline="0">
                <a:solidFill>
                  <a:srgbClr val="131B56"/>
                </a:solidFill>
                <a:uFillTx/>
                <a:latin typeface="Muli ExtraBold"/>
                <a:ea typeface="Muli ExtraBold"/>
                <a:cs typeface="Muli ExtraBold"/>
                <a:sym typeface="Muli ExtraBold"/>
              </a:defRPr>
            </a:lvl8pPr>
            <a:lvl9pPr marL="3219450" marR="0" indent="-247650" algn="l" defTabSz="742950" rtl="0" latinLnBrk="0">
              <a:lnSpc>
                <a:spcPct val="120000"/>
              </a:lnSpc>
              <a:spcBef>
                <a:spcPts val="0"/>
              </a:spcBef>
              <a:spcAft>
                <a:spcPts val="0"/>
              </a:spcAft>
              <a:buClrTx/>
              <a:buSzPct val="100000"/>
              <a:buFontTx/>
              <a:buChar char="•"/>
              <a:tabLst/>
              <a:defRPr sz="1950" b="1" i="0" u="none" strike="noStrike" cap="none" spc="0" baseline="0">
                <a:solidFill>
                  <a:srgbClr val="131B56"/>
                </a:solidFill>
                <a:uFillTx/>
                <a:latin typeface="Muli ExtraBold"/>
                <a:ea typeface="Muli ExtraBold"/>
                <a:cs typeface="Muli ExtraBold"/>
                <a:sym typeface="Muli ExtraBold"/>
              </a:defRPr>
            </a:lvl9pPr>
          </a:lstStyle>
          <a:p>
            <a:pPr marL="0" indent="0">
              <a:buNone/>
            </a:pPr>
            <a:r>
              <a:rPr lang="nl-NL" sz="1801" kern="0" dirty="0">
                <a:solidFill>
                  <a:srgbClr val="131B56"/>
                </a:solidFill>
              </a:rPr>
              <a:t>Je gaat ervaren hoe lastig is om je te focussen als je meerdere prikkels krijgt en hoe lastig het is om heel bewust een prioriteit aan te brengen tussen 2 prikkels.</a:t>
            </a:r>
          </a:p>
        </p:txBody>
      </p:sp>
      <p:sp>
        <p:nvSpPr>
          <p:cNvPr id="5" name="Tijdelijke aanduiding voor tekst 4">
            <a:extLst>
              <a:ext uri="{FF2B5EF4-FFF2-40B4-BE49-F238E27FC236}">
                <a16:creationId xmlns:a16="http://schemas.microsoft.com/office/drawing/2014/main" id="{69A7AFC6-3DB0-46B4-7F02-FC8B0B0974A5}"/>
              </a:ext>
            </a:extLst>
          </p:cNvPr>
          <p:cNvSpPr>
            <a:spLocks noGrp="1"/>
          </p:cNvSpPr>
          <p:nvPr>
            <p:ph type="body" sz="quarter" idx="10"/>
          </p:nvPr>
        </p:nvSpPr>
        <p:spPr>
          <a:xfrm>
            <a:off x="612828" y="2173669"/>
            <a:ext cx="8873535" cy="3262283"/>
          </a:xfrm>
        </p:spPr>
        <p:txBody>
          <a:bodyPr lIns="91440" tIns="45721" rIns="91440" bIns="45721" anchor="t"/>
          <a:lstStyle/>
          <a:p>
            <a:pPr marL="371475" indent="-371475"/>
            <a:r>
              <a:rPr lang="nl-NL" sz="1600" dirty="0"/>
              <a:t>Vorm een groepje van 2 personen.</a:t>
            </a:r>
          </a:p>
          <a:p>
            <a:pPr marL="371475" indent="-371475"/>
            <a:r>
              <a:rPr lang="nl-NL" sz="1600" dirty="0"/>
              <a:t>De ene persoon doet de test, de andere persoon houdt m.b.v. een telefoon de tijd bij en checkt of er geen fouten gemaakt worden.</a:t>
            </a:r>
          </a:p>
          <a:p>
            <a:pPr marL="371475" indent="-371475"/>
            <a:r>
              <a:rPr lang="nl-NL" sz="1600" dirty="0"/>
              <a:t>Draai kaart 1 om en lees de woorden regel voor regel hard op voor. Zodra de kaart omgedraaid wordt, start de tijd. Stop en noteer de tijd na het voorlezen van het laatste woord. Als er een fout gemaakt wordt, begin je weer bovenaan.</a:t>
            </a:r>
          </a:p>
          <a:p>
            <a:pPr marL="371475" indent="-371475"/>
            <a:r>
              <a:rPr lang="nl-NL" sz="1600" dirty="0"/>
              <a:t>Draai kaart 2 om en noem de kleuren van de blokjes regel voor regel op. Noteer ook hier de tijd na het benoemen van het laatste blokje. Als je een fout maakt, begin je opnieuw.</a:t>
            </a:r>
          </a:p>
          <a:p>
            <a:pPr marL="371475" indent="-371475"/>
            <a:r>
              <a:rPr lang="nl-NL" sz="1600" dirty="0"/>
              <a:t>Draai kaart 3 om en noem de kleur van de woorden regel voor regel op. Noteer de tijd die nodig is om alle kleuren juist te benoemen. Als je een fout maakt, begin je opnieuw.</a:t>
            </a:r>
          </a:p>
          <a:p>
            <a:pPr marL="371475" indent="-371475"/>
            <a:r>
              <a:rPr lang="nl-NL" sz="1600" dirty="0"/>
              <a:t>De eindscore wordt bepaald door de tijd voor kaart 2 af te trekken van kaart 3.</a:t>
            </a:r>
          </a:p>
          <a:p>
            <a:pPr marL="371475" indent="-371475"/>
            <a:r>
              <a:rPr lang="nl-NL" sz="1600" dirty="0"/>
              <a:t>Daarna draaien de rollen om en doet de andere persoon de test.</a:t>
            </a:r>
          </a:p>
        </p:txBody>
      </p:sp>
      <p:pic>
        <p:nvPicPr>
          <p:cNvPr id="3" name="Accessibility logo_transparant RGB.png" descr="Logo Accessiblity onderdeel van Bartiméus">
            <a:extLst>
              <a:ext uri="{FF2B5EF4-FFF2-40B4-BE49-F238E27FC236}">
                <a16:creationId xmlns:a16="http://schemas.microsoft.com/office/drawing/2014/main" id="{4CB10370-0F3B-B64D-1541-C9475861A50C}"/>
              </a:ext>
            </a:extLst>
          </p:cNvPr>
          <p:cNvPicPr>
            <a:picLocks noChangeAspect="1"/>
          </p:cNvPicPr>
          <p:nvPr/>
        </p:nvPicPr>
        <p:blipFill>
          <a:blip r:embed="rId5"/>
          <a:stretch>
            <a:fillRect/>
          </a:stretch>
        </p:blipFill>
        <p:spPr>
          <a:xfrm>
            <a:off x="626454" y="6354000"/>
            <a:ext cx="2105166" cy="504000"/>
          </a:xfrm>
          <a:prstGeom prst="rect">
            <a:avLst/>
          </a:prstGeom>
          <a:ln w="12700">
            <a:miter lim="400000"/>
          </a:ln>
        </p:spPr>
      </p:pic>
    </p:spTree>
    <p:extLst>
      <p:ext uri="{BB962C8B-B14F-4D97-AF65-F5344CB8AC3E}">
        <p14:creationId xmlns:p14="http://schemas.microsoft.com/office/powerpoint/2010/main" val="191271953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797E981F-128A-AE56-CB75-C351746CDD4C}"/>
              </a:ext>
            </a:extLst>
          </p:cNvPr>
          <p:cNvSpPr txBox="1">
            <a:spLocks noGrp="1"/>
          </p:cNvSpPr>
          <p:nvPr>
            <p:ph type="title" idx="4294967295"/>
          </p:nvPr>
        </p:nvSpPr>
        <p:spPr>
          <a:xfrm>
            <a:off x="182880" y="137160"/>
            <a:ext cx="9564624" cy="735586"/>
          </a:xfrm>
          <a:prstGeom prst="rect">
            <a:avLst/>
          </a:prstGeom>
          <a:noFill/>
          <a:ln w="12700" cap="flat">
            <a:noFill/>
            <a:prstDash/>
            <a:miter lim="400000"/>
          </a:ln>
          <a:effectLst/>
          <a:sp3d/>
        </p:spPr>
        <p:style>
          <a:lnRef idx="0">
            <a:scrgbClr r="0" g="0" b="0"/>
          </a:lnRef>
          <a:fillRef idx="0">
            <a:scrgbClr r="0" g="0" b="0"/>
          </a:fillRef>
          <a:effectRef idx="0">
            <a:scrgbClr r="0" g="0" b="0"/>
          </a:effectRef>
          <a:fontRef idx="none"/>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0">
              <a:lnSpc>
                <a:spcPct val="110000"/>
              </a:lnSpc>
              <a:spcBef>
                <a:spcPts val="0"/>
              </a:spcBef>
              <a:spcAft>
                <a:spcPts val="0"/>
              </a:spcAft>
              <a:buClrTx/>
              <a:buSzTx/>
              <a:buFontTx/>
              <a:buNone/>
              <a:tabLst/>
              <a:defRPr/>
            </a:pPr>
            <a:r>
              <a:rPr kumimoji="0" lang="nl-NL" sz="4000" b="1" i="0" u="none" strike="noStrike" kern="1200" cap="none" spc="0" normalizeH="0" baseline="0" noProof="0" dirty="0">
                <a:ln>
                  <a:noFill/>
                </a:ln>
                <a:solidFill>
                  <a:srgbClr val="131B56"/>
                </a:solidFill>
                <a:effectLst/>
                <a:uLnTx/>
                <a:uFillTx/>
                <a:latin typeface="Muli-ExtraBold"/>
                <a:ea typeface="Muli-ExtraBold"/>
                <a:cs typeface="Muli-ExtraBold"/>
                <a:sym typeface="Muli-ExtraBold"/>
              </a:rPr>
              <a:t>Kaart 1 - Benoem de woorden</a:t>
            </a:r>
          </a:p>
        </p:txBody>
      </p:sp>
      <p:grpSp>
        <p:nvGrpSpPr>
          <p:cNvPr id="6" name="Groep 5" descr="Verschillende kleurwoorden waarvan de inktkleur overeenkomt met de betekenis van het woord">
            <a:extLst>
              <a:ext uri="{FF2B5EF4-FFF2-40B4-BE49-F238E27FC236}">
                <a16:creationId xmlns:a16="http://schemas.microsoft.com/office/drawing/2014/main" id="{DD4A25DF-75A9-9D80-F2B0-2B9059D2C4F8}"/>
              </a:ext>
            </a:extLst>
          </p:cNvPr>
          <p:cNvGrpSpPr/>
          <p:nvPr/>
        </p:nvGrpSpPr>
        <p:grpSpPr>
          <a:xfrm>
            <a:off x="1382233" y="1304258"/>
            <a:ext cx="6794640" cy="3791809"/>
            <a:chOff x="1587796" y="1176668"/>
            <a:chExt cx="6794640" cy="3791809"/>
          </a:xfrm>
        </p:grpSpPr>
        <p:sp>
          <p:nvSpPr>
            <p:cNvPr id="2" name="Tekstvak 1">
              <a:extLst>
                <a:ext uri="{FF2B5EF4-FFF2-40B4-BE49-F238E27FC236}">
                  <a16:creationId xmlns:a16="http://schemas.microsoft.com/office/drawing/2014/main" id="{67B0E759-4A4F-40CA-C7AE-9E15B0E1385A}"/>
                </a:ext>
              </a:extLst>
            </p:cNvPr>
            <p:cNvSpPr txBox="1"/>
            <p:nvPr/>
          </p:nvSpPr>
          <p:spPr>
            <a:xfrm>
              <a:off x="1587796" y="1176670"/>
              <a:ext cx="1219886" cy="37918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rgbClr val="FF0000"/>
                  </a:solidFill>
                  <a:effectLst/>
                  <a:uFillTx/>
                  <a:latin typeface="Muli-ExtraBold"/>
                  <a:ea typeface="Muli-ExtraBold"/>
                  <a:cs typeface="Muli-ExtraBold"/>
                  <a:sym typeface="Muli-ExtraBold"/>
                </a:rPr>
                <a:t>Rood</a:t>
              </a:r>
            </a:p>
            <a:p>
              <a:pPr marL="0" marR="0" indent="0" algn="l" defTabSz="914400" rtl="0" fontAlgn="auto" latinLnBrk="0" hangingPunct="0">
                <a:lnSpc>
                  <a:spcPct val="110000"/>
                </a:lnSpc>
                <a:spcBef>
                  <a:spcPts val="0"/>
                </a:spcBef>
                <a:spcAft>
                  <a:spcPts val="0"/>
                </a:spcAft>
                <a:buClrTx/>
                <a:buSzTx/>
                <a:buFontTx/>
                <a:buNone/>
                <a:tabLst/>
              </a:pPr>
              <a:endParaRPr lang="nl-NL" sz="3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chemeClr val="bg1">
                      <a:lumMod val="75000"/>
                    </a:schemeClr>
                  </a:solidFill>
                  <a:effectLst/>
                  <a:uFillTx/>
                  <a:latin typeface="Muli-ExtraBold"/>
                  <a:ea typeface="Muli-ExtraBold"/>
                  <a:cs typeface="Muli-ExtraBold"/>
                  <a:sym typeface="Muli-ExtraBold"/>
                </a:rPr>
                <a:t>Blauw</a:t>
              </a:r>
            </a:p>
            <a:p>
              <a:pPr marL="0" marR="0" indent="0" algn="l" defTabSz="914400" rtl="0" fontAlgn="auto" latinLnBrk="0" hangingPunct="0">
                <a:lnSpc>
                  <a:spcPct val="110000"/>
                </a:lnSpc>
                <a:spcBef>
                  <a:spcPts val="0"/>
                </a:spcBef>
                <a:spcAft>
                  <a:spcPts val="0"/>
                </a:spcAft>
                <a:buClrTx/>
                <a:buSzTx/>
                <a:buFontTx/>
                <a:buNone/>
                <a:tabLst/>
              </a:pPr>
              <a:endParaRPr lang="nl-NL" sz="3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rgbClr val="00B050"/>
                  </a:solidFill>
                  <a:effectLst/>
                  <a:uFillTx/>
                  <a:latin typeface="Muli-ExtraBold"/>
                  <a:ea typeface="Muli-ExtraBold"/>
                  <a:cs typeface="Muli-ExtraBold"/>
                  <a:sym typeface="Muli-ExtraBold"/>
                </a:rPr>
                <a:t>Groen</a:t>
              </a:r>
            </a:p>
            <a:p>
              <a:pPr marL="0" marR="0" indent="0" algn="l" defTabSz="914400" rtl="0" fontAlgn="auto" latinLnBrk="0" hangingPunct="0">
                <a:lnSpc>
                  <a:spcPct val="110000"/>
                </a:lnSpc>
                <a:spcBef>
                  <a:spcPts val="0"/>
                </a:spcBef>
                <a:spcAft>
                  <a:spcPts val="0"/>
                </a:spcAft>
                <a:buClrTx/>
                <a:buSzTx/>
                <a:buFontTx/>
                <a:buNone/>
                <a:tabLst/>
              </a:pPr>
              <a:endParaRPr lang="nl-NL" sz="3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rgbClr val="131B56"/>
                  </a:solidFill>
                  <a:effectLst/>
                  <a:uFillTx/>
                  <a:latin typeface="Muli-ExtraBold"/>
                  <a:ea typeface="Muli-ExtraBold"/>
                  <a:cs typeface="Muli-ExtraBold"/>
                  <a:sym typeface="Muli-ExtraBold"/>
                </a:rPr>
                <a:t>Zwart</a:t>
              </a:r>
            </a:p>
          </p:txBody>
        </p:sp>
        <p:sp>
          <p:nvSpPr>
            <p:cNvPr id="3" name="Tekstvak 2">
              <a:extLst>
                <a:ext uri="{FF2B5EF4-FFF2-40B4-BE49-F238E27FC236}">
                  <a16:creationId xmlns:a16="http://schemas.microsoft.com/office/drawing/2014/main" id="{3F03D6DE-53FC-8753-C6A4-A4FB94956146}"/>
                </a:ext>
              </a:extLst>
            </p:cNvPr>
            <p:cNvSpPr txBox="1"/>
            <p:nvPr/>
          </p:nvSpPr>
          <p:spPr>
            <a:xfrm>
              <a:off x="3483936" y="1176669"/>
              <a:ext cx="1275990" cy="37918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rgbClr val="F0EA00"/>
                  </a:solidFill>
                  <a:effectLst/>
                  <a:uFillTx/>
                  <a:latin typeface="Muli-ExtraBold"/>
                  <a:ea typeface="Muli-ExtraBold"/>
                  <a:cs typeface="Muli-ExtraBold"/>
                  <a:sym typeface="Muli-ExtraBold"/>
                </a:rPr>
                <a:t>Geel</a:t>
              </a:r>
            </a:p>
            <a:p>
              <a:pPr marL="0" marR="0" indent="0" algn="l" defTabSz="914400" rtl="0" fontAlgn="auto" latinLnBrk="0" hangingPunct="0">
                <a:lnSpc>
                  <a:spcPct val="110000"/>
                </a:lnSpc>
                <a:spcBef>
                  <a:spcPts val="0"/>
                </a:spcBef>
                <a:spcAft>
                  <a:spcPts val="0"/>
                </a:spcAft>
                <a:buClrTx/>
                <a:buSzTx/>
                <a:buFontTx/>
                <a:buNone/>
                <a:tabLst/>
              </a:pPr>
              <a:endParaRPr lang="nl-NL" sz="3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rgbClr val="FC7A04"/>
                  </a:solidFill>
                  <a:effectLst/>
                  <a:uFillTx/>
                  <a:latin typeface="Muli-ExtraBold"/>
                  <a:ea typeface="Muli-ExtraBold"/>
                  <a:cs typeface="Muli-ExtraBold"/>
                  <a:sym typeface="Muli-ExtraBold"/>
                </a:rPr>
                <a:t>Oranje</a:t>
              </a:r>
            </a:p>
            <a:p>
              <a:pPr marL="0" marR="0" indent="0" algn="l" defTabSz="914400" rtl="0" fontAlgn="auto" latinLnBrk="0" hangingPunct="0">
                <a:lnSpc>
                  <a:spcPct val="110000"/>
                </a:lnSpc>
                <a:spcBef>
                  <a:spcPts val="0"/>
                </a:spcBef>
                <a:spcAft>
                  <a:spcPts val="0"/>
                </a:spcAft>
                <a:buClrTx/>
                <a:buSzTx/>
                <a:buFontTx/>
                <a:buNone/>
                <a:tabLst/>
              </a:pPr>
              <a:endParaRPr lang="nl-NL" sz="3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rgbClr val="FF33CC"/>
                  </a:solidFill>
                  <a:effectLst/>
                  <a:uFillTx/>
                  <a:latin typeface="Muli-ExtraBold"/>
                  <a:ea typeface="Muli-ExtraBold"/>
                  <a:cs typeface="Muli-ExtraBold"/>
                  <a:sym typeface="Muli-ExtraBold"/>
                </a:rPr>
                <a:t>Roze</a:t>
              </a:r>
            </a:p>
            <a:p>
              <a:pPr marL="0" marR="0" indent="0" algn="l" defTabSz="914400" rtl="0" fontAlgn="auto" latinLnBrk="0" hangingPunct="0">
                <a:lnSpc>
                  <a:spcPct val="110000"/>
                </a:lnSpc>
                <a:spcBef>
                  <a:spcPts val="0"/>
                </a:spcBef>
                <a:spcAft>
                  <a:spcPts val="0"/>
                </a:spcAft>
                <a:buClrTx/>
                <a:buSzTx/>
                <a:buFontTx/>
                <a:buNone/>
                <a:tabLst/>
              </a:pPr>
              <a:endParaRPr lang="nl-NL" sz="3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chemeClr val="accent5">
                      <a:lumMod val="75000"/>
                    </a:schemeClr>
                  </a:solidFill>
                  <a:effectLst/>
                  <a:uFillTx/>
                  <a:latin typeface="Muli-ExtraBold"/>
                  <a:ea typeface="Muli-ExtraBold"/>
                  <a:cs typeface="Muli-ExtraBold"/>
                  <a:sym typeface="Muli-ExtraBold"/>
                </a:rPr>
                <a:t>Bruin</a:t>
              </a:r>
            </a:p>
          </p:txBody>
        </p:sp>
        <p:sp>
          <p:nvSpPr>
            <p:cNvPr id="4" name="Tekstvak 3">
              <a:extLst>
                <a:ext uri="{FF2B5EF4-FFF2-40B4-BE49-F238E27FC236}">
                  <a16:creationId xmlns:a16="http://schemas.microsoft.com/office/drawing/2014/main" id="{1A98EE0C-C7BC-50E7-74D4-B292AD39E84F}"/>
                </a:ext>
              </a:extLst>
            </p:cNvPr>
            <p:cNvSpPr txBox="1"/>
            <p:nvPr/>
          </p:nvSpPr>
          <p:spPr>
            <a:xfrm>
              <a:off x="5280838" y="1176668"/>
              <a:ext cx="1219886" cy="37918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chemeClr val="bg2">
                      <a:lumMod val="65000"/>
                    </a:schemeClr>
                  </a:solidFill>
                  <a:effectLst/>
                  <a:uFillTx/>
                  <a:latin typeface="Muli-ExtraBold"/>
                  <a:ea typeface="Muli-ExtraBold"/>
                  <a:cs typeface="Muli-ExtraBold"/>
                  <a:sym typeface="Muli-ExtraBold"/>
                </a:rPr>
                <a:t>Grijs</a:t>
              </a:r>
            </a:p>
            <a:p>
              <a:pPr marL="0" marR="0" indent="0" algn="l" defTabSz="914400" rtl="0" fontAlgn="auto" latinLnBrk="0" hangingPunct="0">
                <a:lnSpc>
                  <a:spcPct val="110000"/>
                </a:lnSpc>
                <a:spcBef>
                  <a:spcPts val="0"/>
                </a:spcBef>
                <a:spcAft>
                  <a:spcPts val="0"/>
                </a:spcAft>
                <a:buClrTx/>
                <a:buSzTx/>
                <a:buFontTx/>
                <a:buNone/>
                <a:tabLst/>
              </a:pPr>
              <a:endParaRPr lang="nl-NL" sz="3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rgbClr val="0D0D0D"/>
                  </a:solidFill>
                  <a:effectLst/>
                  <a:uFillTx/>
                  <a:latin typeface="Muli-ExtraBold"/>
                  <a:ea typeface="Muli-ExtraBold"/>
                  <a:cs typeface="Muli-ExtraBold"/>
                  <a:sym typeface="Muli-ExtraBold"/>
                </a:rPr>
                <a:t>Zwart</a:t>
              </a:r>
            </a:p>
            <a:p>
              <a:pPr marL="0" marR="0" indent="0" algn="l" defTabSz="914400" rtl="0" fontAlgn="auto" latinLnBrk="0" hangingPunct="0">
                <a:lnSpc>
                  <a:spcPct val="110000"/>
                </a:lnSpc>
                <a:spcBef>
                  <a:spcPts val="0"/>
                </a:spcBef>
                <a:spcAft>
                  <a:spcPts val="0"/>
                </a:spcAft>
                <a:buClrTx/>
                <a:buSzTx/>
                <a:buFontTx/>
                <a:buNone/>
                <a:tabLst/>
              </a:pPr>
              <a:endParaRPr lang="nl-NL" sz="3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rgbClr val="FF0000"/>
                  </a:solidFill>
                  <a:effectLst/>
                  <a:uFillTx/>
                  <a:latin typeface="Muli-ExtraBold"/>
                  <a:ea typeface="Muli-ExtraBold"/>
                  <a:cs typeface="Muli-ExtraBold"/>
                  <a:sym typeface="Muli-ExtraBold"/>
                </a:rPr>
                <a:t>Rood</a:t>
              </a:r>
            </a:p>
            <a:p>
              <a:pPr marL="0" marR="0" indent="0" algn="l" defTabSz="914400" rtl="0" fontAlgn="auto" latinLnBrk="0" hangingPunct="0">
                <a:lnSpc>
                  <a:spcPct val="110000"/>
                </a:lnSpc>
                <a:spcBef>
                  <a:spcPts val="0"/>
                </a:spcBef>
                <a:spcAft>
                  <a:spcPts val="0"/>
                </a:spcAft>
                <a:buClrTx/>
                <a:buSzTx/>
                <a:buFontTx/>
                <a:buNone/>
                <a:tabLst/>
              </a:pPr>
              <a:endParaRPr lang="nl-NL" sz="3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chemeClr val="bg1">
                      <a:lumMod val="75000"/>
                    </a:schemeClr>
                  </a:solidFill>
                  <a:effectLst/>
                  <a:uFillTx/>
                  <a:latin typeface="Muli-ExtraBold"/>
                  <a:ea typeface="Muli-ExtraBold"/>
                  <a:cs typeface="Muli-ExtraBold"/>
                  <a:sym typeface="Muli-ExtraBold"/>
                </a:rPr>
                <a:t>Blauw</a:t>
              </a:r>
            </a:p>
          </p:txBody>
        </p:sp>
        <p:sp>
          <p:nvSpPr>
            <p:cNvPr id="5" name="Tekstvak 4">
              <a:extLst>
                <a:ext uri="{FF2B5EF4-FFF2-40B4-BE49-F238E27FC236}">
                  <a16:creationId xmlns:a16="http://schemas.microsoft.com/office/drawing/2014/main" id="{6C0E2566-CD06-C704-E991-A7363A674988}"/>
                </a:ext>
              </a:extLst>
            </p:cNvPr>
            <p:cNvSpPr txBox="1"/>
            <p:nvPr/>
          </p:nvSpPr>
          <p:spPr>
            <a:xfrm>
              <a:off x="7233082" y="1176668"/>
              <a:ext cx="1149354" cy="37918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rgbClr val="00B050"/>
                  </a:solidFill>
                  <a:effectLst/>
                  <a:uFillTx/>
                  <a:latin typeface="Muli-ExtraBold"/>
                  <a:ea typeface="Muli-ExtraBold"/>
                  <a:cs typeface="Muli-ExtraBold"/>
                  <a:sym typeface="Muli-ExtraBold"/>
                </a:rPr>
                <a:t>Groen</a:t>
              </a:r>
            </a:p>
            <a:p>
              <a:pPr marL="0" marR="0" indent="0" algn="l" defTabSz="914400" rtl="0" fontAlgn="auto" latinLnBrk="0" hangingPunct="0">
                <a:lnSpc>
                  <a:spcPct val="110000"/>
                </a:lnSpc>
                <a:spcBef>
                  <a:spcPts val="0"/>
                </a:spcBef>
                <a:spcAft>
                  <a:spcPts val="0"/>
                </a:spcAft>
                <a:buClrTx/>
                <a:buSzTx/>
                <a:buFontTx/>
                <a:buNone/>
                <a:tabLst/>
              </a:pPr>
              <a:endParaRPr lang="nl-NL" sz="3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chemeClr val="accent5">
                      <a:lumMod val="75000"/>
                    </a:schemeClr>
                  </a:solidFill>
                  <a:effectLst/>
                  <a:uFillTx/>
                  <a:latin typeface="Muli-ExtraBold"/>
                  <a:ea typeface="Muli-ExtraBold"/>
                  <a:cs typeface="Muli-ExtraBold"/>
                  <a:sym typeface="Muli-ExtraBold"/>
                </a:rPr>
                <a:t>Bruin</a:t>
              </a:r>
            </a:p>
            <a:p>
              <a:pPr marL="0" marR="0" indent="0" algn="l" defTabSz="914400" rtl="0" fontAlgn="auto" latinLnBrk="0" hangingPunct="0">
                <a:lnSpc>
                  <a:spcPct val="110000"/>
                </a:lnSpc>
                <a:spcBef>
                  <a:spcPts val="0"/>
                </a:spcBef>
                <a:spcAft>
                  <a:spcPts val="0"/>
                </a:spcAft>
                <a:buClrTx/>
                <a:buSzTx/>
                <a:buFontTx/>
                <a:buNone/>
                <a:tabLst/>
              </a:pPr>
              <a:endParaRPr lang="nl-NL" sz="3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rgbClr val="F0EA00"/>
                  </a:solidFill>
                  <a:effectLst/>
                  <a:uFillTx/>
                  <a:latin typeface="Muli-ExtraBold"/>
                  <a:ea typeface="Muli-ExtraBold"/>
                  <a:cs typeface="Muli-ExtraBold"/>
                  <a:sym typeface="Muli-ExtraBold"/>
                </a:rPr>
                <a:t>Geel</a:t>
              </a:r>
            </a:p>
            <a:p>
              <a:pPr marL="0" marR="0" indent="0" algn="l" defTabSz="914400" rtl="0" fontAlgn="auto" latinLnBrk="0" hangingPunct="0">
                <a:lnSpc>
                  <a:spcPct val="110000"/>
                </a:lnSpc>
                <a:spcBef>
                  <a:spcPts val="0"/>
                </a:spcBef>
                <a:spcAft>
                  <a:spcPts val="0"/>
                </a:spcAft>
                <a:buClrTx/>
                <a:buSzTx/>
                <a:buFontTx/>
                <a:buNone/>
                <a:tabLst/>
              </a:pPr>
              <a:endParaRPr lang="nl-NL" sz="3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rgbClr val="FF33CC"/>
                  </a:solidFill>
                  <a:effectLst/>
                  <a:uFillTx/>
                  <a:latin typeface="Muli-ExtraBold"/>
                  <a:ea typeface="Muli-ExtraBold"/>
                  <a:cs typeface="Muli-ExtraBold"/>
                  <a:sym typeface="Muli-ExtraBold"/>
                </a:rPr>
                <a:t>Roze</a:t>
              </a:r>
            </a:p>
          </p:txBody>
        </p:sp>
      </p:grpSp>
      <p:pic>
        <p:nvPicPr>
          <p:cNvPr id="7" name="Accessibility logo_transparant RGB.png">
            <a:extLst>
              <a:ext uri="{FF2B5EF4-FFF2-40B4-BE49-F238E27FC236}">
                <a16:creationId xmlns:a16="http://schemas.microsoft.com/office/drawing/2014/main" id="{FBF5FDCB-F560-0E9A-6402-CA3980D521CC}"/>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26454" y="6354000"/>
            <a:ext cx="2105166" cy="504000"/>
          </a:xfrm>
          <a:prstGeom prst="rect">
            <a:avLst/>
          </a:prstGeom>
          <a:ln w="12700">
            <a:miter lim="400000"/>
          </a:ln>
        </p:spPr>
      </p:pic>
    </p:spTree>
    <p:extLst>
      <p:ext uri="{BB962C8B-B14F-4D97-AF65-F5344CB8AC3E}">
        <p14:creationId xmlns:p14="http://schemas.microsoft.com/office/powerpoint/2010/main" val="310400131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el 20">
            <a:extLst>
              <a:ext uri="{FF2B5EF4-FFF2-40B4-BE49-F238E27FC236}">
                <a16:creationId xmlns:a16="http://schemas.microsoft.com/office/drawing/2014/main" id="{AB3A5FA7-A3FE-F4EB-A510-AA50858B903D}"/>
              </a:ext>
            </a:extLst>
          </p:cNvPr>
          <p:cNvSpPr txBox="1">
            <a:spLocks noGrp="1"/>
          </p:cNvSpPr>
          <p:nvPr>
            <p:ph type="title" idx="4294967295"/>
          </p:nvPr>
        </p:nvSpPr>
        <p:spPr>
          <a:xfrm>
            <a:off x="228600" y="100584"/>
            <a:ext cx="9509760" cy="735586"/>
          </a:xfrm>
          <a:prstGeom prst="rect">
            <a:avLst/>
          </a:prstGeom>
          <a:noFill/>
          <a:ln w="12700" cap="flat">
            <a:noFill/>
            <a:prstDash/>
            <a:miter lim="400000"/>
          </a:ln>
          <a:effectLst/>
          <a:sp3d/>
        </p:spPr>
        <p:style>
          <a:lnRef idx="0">
            <a:scrgbClr r="0" g="0" b="0"/>
          </a:lnRef>
          <a:fillRef idx="0">
            <a:scrgbClr r="0" g="0" b="0"/>
          </a:fillRef>
          <a:effectRef idx="0">
            <a:scrgbClr r="0" g="0" b="0"/>
          </a:effectRef>
          <a:fontRef idx="none"/>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0">
              <a:lnSpc>
                <a:spcPct val="110000"/>
              </a:lnSpc>
              <a:spcBef>
                <a:spcPts val="0"/>
              </a:spcBef>
              <a:spcAft>
                <a:spcPts val="0"/>
              </a:spcAft>
              <a:buClrTx/>
              <a:buSzTx/>
              <a:buFontTx/>
              <a:buNone/>
              <a:tabLst/>
              <a:defRPr/>
            </a:pPr>
            <a:r>
              <a:rPr kumimoji="0" lang="nl-NL" sz="4000" b="1" i="0" u="none" strike="noStrike" kern="1200" cap="none" spc="0" normalizeH="0" baseline="0" noProof="0" dirty="0">
                <a:ln>
                  <a:noFill/>
                </a:ln>
                <a:solidFill>
                  <a:srgbClr val="131B56"/>
                </a:solidFill>
                <a:effectLst/>
                <a:uLnTx/>
                <a:uFillTx/>
                <a:latin typeface="Muli-ExtraBold"/>
                <a:ea typeface="Muli-ExtraBold"/>
                <a:cs typeface="Muli-ExtraBold"/>
                <a:sym typeface="Muli-ExtraBold"/>
              </a:rPr>
              <a:t>Kaart 2- Benoem de kleuren</a:t>
            </a:r>
          </a:p>
        </p:txBody>
      </p:sp>
      <p:grpSp>
        <p:nvGrpSpPr>
          <p:cNvPr id="20" name="Groep 19" descr="Blokjes met verschillede kleuren">
            <a:extLst>
              <a:ext uri="{FF2B5EF4-FFF2-40B4-BE49-F238E27FC236}">
                <a16:creationId xmlns:a16="http://schemas.microsoft.com/office/drawing/2014/main" id="{FDCB309D-DFF4-BC29-813E-1ADBA5AE6C90}"/>
              </a:ext>
            </a:extLst>
          </p:cNvPr>
          <p:cNvGrpSpPr/>
          <p:nvPr/>
        </p:nvGrpSpPr>
        <p:grpSpPr>
          <a:xfrm>
            <a:off x="1930593" y="974893"/>
            <a:ext cx="6044814" cy="4908214"/>
            <a:chOff x="1451866" y="868155"/>
            <a:chExt cx="6044814" cy="4908214"/>
          </a:xfrm>
        </p:grpSpPr>
        <p:sp>
          <p:nvSpPr>
            <p:cNvPr id="2" name="Rechthoek 1">
              <a:extLst>
                <a:ext uri="{FF2B5EF4-FFF2-40B4-BE49-F238E27FC236}">
                  <a16:creationId xmlns:a16="http://schemas.microsoft.com/office/drawing/2014/main" id="{512A7092-0E84-75E4-50BF-4DCBD8502E66}"/>
                </a:ext>
              </a:extLst>
            </p:cNvPr>
            <p:cNvSpPr/>
            <p:nvPr/>
          </p:nvSpPr>
          <p:spPr>
            <a:xfrm>
              <a:off x="1465832" y="868155"/>
              <a:ext cx="1172665" cy="849251"/>
            </a:xfrm>
            <a:prstGeom prst="rect">
              <a:avLst/>
            </a:prstGeom>
            <a:solidFill>
              <a:srgbClr val="FF0000"/>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2000" tIns="72000" rIns="72000" bIns="72000" numCol="1" spcCol="38100" rtlCol="0" anchor="ctr">
              <a:noAutofit/>
            </a:bodyPr>
            <a:lstStyle/>
            <a:p>
              <a:pPr marL="0" marR="0" indent="0" algn="l" defTabSz="914400" rtl="0" fontAlgn="auto" latinLnBrk="0" hangingPunct="0">
                <a:lnSpc>
                  <a:spcPct val="110000"/>
                </a:lnSpc>
                <a:spcBef>
                  <a:spcPts val="0"/>
                </a:spcBef>
                <a:spcAft>
                  <a:spcPts val="0"/>
                </a:spcAft>
                <a:buClrTx/>
                <a:buSzTx/>
                <a:buFontTx/>
                <a:buNone/>
                <a:tabLst/>
              </a:pPr>
              <a:endParaRPr kumimoji="0" lang="nl-NL" sz="2400" b="1" i="0" u="none" strike="noStrike" cap="none" spc="0" normalizeH="0" baseline="0">
                <a:ln>
                  <a:noFill/>
                </a:ln>
                <a:solidFill>
                  <a:srgbClr val="131B56"/>
                </a:solidFill>
                <a:effectLst/>
                <a:uFillTx/>
                <a:latin typeface="Muli-ExtraBold"/>
                <a:ea typeface="Muli-ExtraBold"/>
                <a:cs typeface="Muli-ExtraBold"/>
                <a:sym typeface="Muli-ExtraBold"/>
              </a:endParaRPr>
            </a:p>
          </p:txBody>
        </p:sp>
        <p:sp>
          <p:nvSpPr>
            <p:cNvPr id="5" name="Rechthoek 4">
              <a:extLst>
                <a:ext uri="{FF2B5EF4-FFF2-40B4-BE49-F238E27FC236}">
                  <a16:creationId xmlns:a16="http://schemas.microsoft.com/office/drawing/2014/main" id="{1E9E95FB-8C12-EE9E-2381-A44EEF08872F}"/>
                </a:ext>
              </a:extLst>
            </p:cNvPr>
            <p:cNvSpPr/>
            <p:nvPr/>
          </p:nvSpPr>
          <p:spPr>
            <a:xfrm>
              <a:off x="3029380" y="875134"/>
              <a:ext cx="1172665" cy="849251"/>
            </a:xfrm>
            <a:prstGeom prst="rect">
              <a:avLst/>
            </a:prstGeom>
            <a:solidFill>
              <a:schemeClr val="bg1">
                <a:lumMod val="7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2000" tIns="72000" rIns="72000" bIns="72000" numCol="1" spcCol="38100" rtlCol="0" anchor="ctr">
              <a:noAutofit/>
            </a:bodyPr>
            <a:lstStyle/>
            <a:p>
              <a:pPr marL="0" marR="0" indent="0" algn="l" defTabSz="914400" rtl="0" fontAlgn="auto" latinLnBrk="0" hangingPunct="0">
                <a:lnSpc>
                  <a:spcPct val="110000"/>
                </a:lnSpc>
                <a:spcBef>
                  <a:spcPts val="0"/>
                </a:spcBef>
                <a:spcAft>
                  <a:spcPts val="0"/>
                </a:spcAft>
                <a:buClrTx/>
                <a:buSzTx/>
                <a:buFontTx/>
                <a:buNone/>
                <a:tabLst/>
              </a:pPr>
              <a:endParaRPr kumimoji="0" lang="nl-NL" sz="2400" b="1" i="0" u="none" strike="noStrike" cap="none" spc="0" normalizeH="0" baseline="0">
                <a:ln>
                  <a:noFill/>
                </a:ln>
                <a:solidFill>
                  <a:srgbClr val="131B56"/>
                </a:solidFill>
                <a:effectLst/>
                <a:uFillTx/>
                <a:latin typeface="Muli-ExtraBold"/>
                <a:ea typeface="Muli-ExtraBold"/>
                <a:cs typeface="Muli-ExtraBold"/>
                <a:sym typeface="Muli-ExtraBold"/>
              </a:endParaRPr>
            </a:p>
          </p:txBody>
        </p:sp>
        <p:sp>
          <p:nvSpPr>
            <p:cNvPr id="6" name="Rechthoek 5">
              <a:extLst>
                <a:ext uri="{FF2B5EF4-FFF2-40B4-BE49-F238E27FC236}">
                  <a16:creationId xmlns:a16="http://schemas.microsoft.com/office/drawing/2014/main" id="{EFEB47C2-A36E-8A3D-D65F-F0EF735A1F48}"/>
                </a:ext>
              </a:extLst>
            </p:cNvPr>
            <p:cNvSpPr/>
            <p:nvPr/>
          </p:nvSpPr>
          <p:spPr>
            <a:xfrm>
              <a:off x="1465832" y="2329191"/>
              <a:ext cx="1172665" cy="849251"/>
            </a:xfrm>
            <a:prstGeom prst="rect">
              <a:avLst/>
            </a:prstGeom>
            <a:solidFill>
              <a:srgbClr val="00B050"/>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2000" tIns="72000" rIns="72000" bIns="72000" numCol="1" spcCol="38100" rtlCol="0" anchor="ctr">
              <a:noAutofit/>
            </a:bodyPr>
            <a:lstStyle/>
            <a:p>
              <a:pPr marL="0" marR="0" indent="0" algn="l" defTabSz="914400" rtl="0" fontAlgn="auto" latinLnBrk="0" hangingPunct="0">
                <a:lnSpc>
                  <a:spcPct val="110000"/>
                </a:lnSpc>
                <a:spcBef>
                  <a:spcPts val="0"/>
                </a:spcBef>
                <a:spcAft>
                  <a:spcPts val="0"/>
                </a:spcAft>
                <a:buClrTx/>
                <a:buSzTx/>
                <a:buFontTx/>
                <a:buNone/>
                <a:tabLst/>
              </a:pPr>
              <a:endParaRPr kumimoji="0" lang="nl-NL" sz="2400" b="1" i="0" u="none" strike="noStrike" cap="none" spc="0" normalizeH="0" baseline="0">
                <a:ln>
                  <a:noFill/>
                </a:ln>
                <a:solidFill>
                  <a:srgbClr val="131B56"/>
                </a:solidFill>
                <a:effectLst/>
                <a:uFillTx/>
                <a:latin typeface="Muli-ExtraBold"/>
                <a:ea typeface="Muli-ExtraBold"/>
                <a:cs typeface="Muli-ExtraBold"/>
                <a:sym typeface="Muli-ExtraBold"/>
              </a:endParaRPr>
            </a:p>
          </p:txBody>
        </p:sp>
        <p:sp>
          <p:nvSpPr>
            <p:cNvPr id="7" name="Rechthoek 6">
              <a:extLst>
                <a:ext uri="{FF2B5EF4-FFF2-40B4-BE49-F238E27FC236}">
                  <a16:creationId xmlns:a16="http://schemas.microsoft.com/office/drawing/2014/main" id="{25F5A800-292A-2C25-A95B-F7B374329612}"/>
                </a:ext>
              </a:extLst>
            </p:cNvPr>
            <p:cNvSpPr/>
            <p:nvPr/>
          </p:nvSpPr>
          <p:spPr>
            <a:xfrm>
              <a:off x="3050326" y="2329190"/>
              <a:ext cx="1172665" cy="849251"/>
            </a:xfrm>
            <a:prstGeom prst="rect">
              <a:avLst/>
            </a:prstGeom>
            <a:solidFill>
              <a:srgbClr val="0D0D0D"/>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2000" tIns="72000" rIns="72000" bIns="72000" numCol="1" spcCol="38100" rtlCol="0" anchor="ctr">
              <a:noAutofit/>
            </a:bodyPr>
            <a:lstStyle/>
            <a:p>
              <a:pPr marL="0" marR="0" indent="0" algn="l" defTabSz="914400" rtl="0" fontAlgn="auto" latinLnBrk="0" hangingPunct="0">
                <a:lnSpc>
                  <a:spcPct val="110000"/>
                </a:lnSpc>
                <a:spcBef>
                  <a:spcPts val="0"/>
                </a:spcBef>
                <a:spcAft>
                  <a:spcPts val="0"/>
                </a:spcAft>
                <a:buClrTx/>
                <a:buSzTx/>
                <a:buFontTx/>
                <a:buNone/>
                <a:tabLst/>
              </a:pPr>
              <a:endParaRPr kumimoji="0" lang="nl-NL" sz="2400" b="1" i="0" u="none" strike="noStrike" cap="none" spc="0" normalizeH="0" baseline="0">
                <a:ln>
                  <a:noFill/>
                </a:ln>
                <a:solidFill>
                  <a:srgbClr val="131B56"/>
                </a:solidFill>
                <a:effectLst/>
                <a:uFillTx/>
                <a:latin typeface="Muli-ExtraBold"/>
                <a:ea typeface="Muli-ExtraBold"/>
                <a:cs typeface="Muli-ExtraBold"/>
                <a:sym typeface="Muli-ExtraBold"/>
              </a:endParaRPr>
            </a:p>
          </p:txBody>
        </p:sp>
        <p:sp>
          <p:nvSpPr>
            <p:cNvPr id="8" name="Rechthoek 7">
              <a:extLst>
                <a:ext uri="{FF2B5EF4-FFF2-40B4-BE49-F238E27FC236}">
                  <a16:creationId xmlns:a16="http://schemas.microsoft.com/office/drawing/2014/main" id="{96F1D009-1903-EE8C-A34A-A272043AFCA4}"/>
                </a:ext>
              </a:extLst>
            </p:cNvPr>
            <p:cNvSpPr/>
            <p:nvPr/>
          </p:nvSpPr>
          <p:spPr>
            <a:xfrm>
              <a:off x="4655761" y="868155"/>
              <a:ext cx="1172665" cy="849251"/>
            </a:xfrm>
            <a:prstGeom prst="rect">
              <a:avLst/>
            </a:prstGeom>
            <a:solidFill>
              <a:srgbClr val="F0EA00"/>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2000" tIns="72000" rIns="72000" bIns="72000" numCol="1" spcCol="38100" rtlCol="0" anchor="ctr">
              <a:noAutofit/>
            </a:bodyPr>
            <a:lstStyle/>
            <a:p>
              <a:pPr marL="0" marR="0" indent="0" algn="l" defTabSz="914400" rtl="0" fontAlgn="auto" latinLnBrk="0" hangingPunct="0">
                <a:lnSpc>
                  <a:spcPct val="110000"/>
                </a:lnSpc>
                <a:spcBef>
                  <a:spcPts val="0"/>
                </a:spcBef>
                <a:spcAft>
                  <a:spcPts val="0"/>
                </a:spcAft>
                <a:buClrTx/>
                <a:buSzTx/>
                <a:buFontTx/>
                <a:buNone/>
                <a:tabLst/>
              </a:pPr>
              <a:endParaRPr kumimoji="0" lang="nl-NL" sz="2400" b="1" i="0" u="none" strike="noStrike" cap="none" spc="0" normalizeH="0" baseline="0">
                <a:ln>
                  <a:noFill/>
                </a:ln>
                <a:solidFill>
                  <a:srgbClr val="131B56"/>
                </a:solidFill>
                <a:effectLst/>
                <a:uFillTx/>
                <a:latin typeface="Muli-ExtraBold"/>
                <a:ea typeface="Muli-ExtraBold"/>
                <a:cs typeface="Muli-ExtraBold"/>
                <a:sym typeface="Muli-ExtraBold"/>
              </a:endParaRPr>
            </a:p>
          </p:txBody>
        </p:sp>
        <p:sp>
          <p:nvSpPr>
            <p:cNvPr id="9" name="Rechthoek 8">
              <a:extLst>
                <a:ext uri="{FF2B5EF4-FFF2-40B4-BE49-F238E27FC236}">
                  <a16:creationId xmlns:a16="http://schemas.microsoft.com/office/drawing/2014/main" id="{525289F1-DCBE-C282-236D-16D6AFEA820B}"/>
                </a:ext>
              </a:extLst>
            </p:cNvPr>
            <p:cNvSpPr/>
            <p:nvPr/>
          </p:nvSpPr>
          <p:spPr>
            <a:xfrm>
              <a:off x="1465832" y="3675630"/>
              <a:ext cx="1172665" cy="849251"/>
            </a:xfrm>
            <a:prstGeom prst="rect">
              <a:avLst/>
            </a:prstGeom>
            <a:solidFill>
              <a:srgbClr val="FC7A04"/>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2000" tIns="72000" rIns="72000" bIns="72000" numCol="1" spcCol="38100" rtlCol="0" anchor="ctr">
              <a:noAutofit/>
            </a:bodyPr>
            <a:lstStyle/>
            <a:p>
              <a:pPr marL="0" marR="0" indent="0" algn="l" defTabSz="914400" rtl="0" fontAlgn="auto" latinLnBrk="0" hangingPunct="0">
                <a:lnSpc>
                  <a:spcPct val="110000"/>
                </a:lnSpc>
                <a:spcBef>
                  <a:spcPts val="0"/>
                </a:spcBef>
                <a:spcAft>
                  <a:spcPts val="0"/>
                </a:spcAft>
                <a:buClrTx/>
                <a:buSzTx/>
                <a:buFontTx/>
                <a:buNone/>
                <a:tabLst/>
              </a:pPr>
              <a:endParaRPr kumimoji="0" lang="nl-NL" sz="2400" b="1" i="0" u="none" strike="noStrike" cap="none" spc="0" normalizeH="0" baseline="0">
                <a:ln>
                  <a:noFill/>
                </a:ln>
                <a:solidFill>
                  <a:srgbClr val="131B56"/>
                </a:solidFill>
                <a:effectLst/>
                <a:uFillTx/>
                <a:latin typeface="Muli-ExtraBold"/>
                <a:ea typeface="Muli-ExtraBold"/>
                <a:cs typeface="Muli-ExtraBold"/>
                <a:sym typeface="Muli-ExtraBold"/>
              </a:endParaRPr>
            </a:p>
          </p:txBody>
        </p:sp>
        <p:sp>
          <p:nvSpPr>
            <p:cNvPr id="10" name="Rechthoek 9">
              <a:extLst>
                <a:ext uri="{FF2B5EF4-FFF2-40B4-BE49-F238E27FC236}">
                  <a16:creationId xmlns:a16="http://schemas.microsoft.com/office/drawing/2014/main" id="{16A13470-C2D6-2559-A2FF-9EC453FA77CC}"/>
                </a:ext>
              </a:extLst>
            </p:cNvPr>
            <p:cNvSpPr/>
            <p:nvPr/>
          </p:nvSpPr>
          <p:spPr>
            <a:xfrm>
              <a:off x="6324013" y="875134"/>
              <a:ext cx="1172665" cy="849251"/>
            </a:xfrm>
            <a:prstGeom prst="rect">
              <a:avLst/>
            </a:prstGeom>
            <a:solidFill>
              <a:srgbClr val="FF33CC"/>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2000" tIns="72000" rIns="72000" bIns="72000" numCol="1" spcCol="38100" rtlCol="0" anchor="ctr">
              <a:noAutofit/>
            </a:bodyPr>
            <a:lstStyle/>
            <a:p>
              <a:pPr marL="0" marR="0" indent="0" algn="l" defTabSz="914400" rtl="0" fontAlgn="auto" latinLnBrk="0" hangingPunct="0">
                <a:lnSpc>
                  <a:spcPct val="110000"/>
                </a:lnSpc>
                <a:spcBef>
                  <a:spcPts val="0"/>
                </a:spcBef>
                <a:spcAft>
                  <a:spcPts val="0"/>
                </a:spcAft>
                <a:buClrTx/>
                <a:buSzTx/>
                <a:buFontTx/>
                <a:buNone/>
                <a:tabLst/>
              </a:pPr>
              <a:endParaRPr kumimoji="0" lang="nl-NL" sz="2400" b="1" i="0" u="none" strike="noStrike" cap="none" spc="0" normalizeH="0" baseline="0">
                <a:ln>
                  <a:noFill/>
                </a:ln>
                <a:solidFill>
                  <a:srgbClr val="131B56"/>
                </a:solidFill>
                <a:effectLst/>
                <a:uFillTx/>
                <a:latin typeface="Muli-ExtraBold"/>
                <a:ea typeface="Muli-ExtraBold"/>
                <a:cs typeface="Muli-ExtraBold"/>
                <a:sym typeface="Muli-ExtraBold"/>
              </a:endParaRPr>
            </a:p>
          </p:txBody>
        </p:sp>
        <p:sp>
          <p:nvSpPr>
            <p:cNvPr id="11" name="Rechthoek 10">
              <a:extLst>
                <a:ext uri="{FF2B5EF4-FFF2-40B4-BE49-F238E27FC236}">
                  <a16:creationId xmlns:a16="http://schemas.microsoft.com/office/drawing/2014/main" id="{E9A04A17-AEFD-2686-CEC3-6322D9B2ABE7}"/>
                </a:ext>
              </a:extLst>
            </p:cNvPr>
            <p:cNvSpPr/>
            <p:nvPr/>
          </p:nvSpPr>
          <p:spPr>
            <a:xfrm>
              <a:off x="4655762" y="2329190"/>
              <a:ext cx="1172665" cy="849251"/>
            </a:xfrm>
            <a:prstGeom prst="rect">
              <a:avLst/>
            </a:prstGeom>
            <a:solidFill>
              <a:schemeClr val="accent5">
                <a:lumMod val="7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2000" tIns="72000" rIns="72000" bIns="72000" numCol="1" spcCol="38100" rtlCol="0" anchor="ctr">
              <a:noAutofit/>
            </a:bodyPr>
            <a:lstStyle/>
            <a:p>
              <a:pPr marL="0" marR="0" indent="0" algn="l" defTabSz="914400" rtl="0" fontAlgn="auto" latinLnBrk="0" hangingPunct="0">
                <a:lnSpc>
                  <a:spcPct val="110000"/>
                </a:lnSpc>
                <a:spcBef>
                  <a:spcPts val="0"/>
                </a:spcBef>
                <a:spcAft>
                  <a:spcPts val="0"/>
                </a:spcAft>
                <a:buClrTx/>
                <a:buSzTx/>
                <a:buFontTx/>
                <a:buNone/>
                <a:tabLst/>
              </a:pPr>
              <a:endParaRPr kumimoji="0" lang="nl-NL" sz="2400" b="1" i="0" u="none" strike="noStrike" cap="none" spc="0" normalizeH="0" baseline="0">
                <a:ln>
                  <a:noFill/>
                </a:ln>
                <a:solidFill>
                  <a:srgbClr val="131B56"/>
                </a:solidFill>
                <a:effectLst/>
                <a:uFillTx/>
                <a:latin typeface="Muli-ExtraBold"/>
                <a:ea typeface="Muli-ExtraBold"/>
                <a:cs typeface="Muli-ExtraBold"/>
                <a:sym typeface="Muli-ExtraBold"/>
              </a:endParaRPr>
            </a:p>
          </p:txBody>
        </p:sp>
        <p:sp>
          <p:nvSpPr>
            <p:cNvPr id="12" name="Rechthoek 11">
              <a:extLst>
                <a:ext uri="{FF2B5EF4-FFF2-40B4-BE49-F238E27FC236}">
                  <a16:creationId xmlns:a16="http://schemas.microsoft.com/office/drawing/2014/main" id="{061A9563-E9EF-08EA-3E16-2F4ED12F627F}"/>
                </a:ext>
              </a:extLst>
            </p:cNvPr>
            <p:cNvSpPr/>
            <p:nvPr/>
          </p:nvSpPr>
          <p:spPr>
            <a:xfrm>
              <a:off x="6324014" y="2329189"/>
              <a:ext cx="1172665" cy="849251"/>
            </a:xfrm>
            <a:prstGeom prst="rect">
              <a:avLst/>
            </a:prstGeom>
            <a:solidFill>
              <a:schemeClr val="bg2">
                <a:lumMod val="7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2000" tIns="72000" rIns="72000" bIns="72000" numCol="1" spcCol="38100" rtlCol="0" anchor="ctr">
              <a:noAutofit/>
            </a:bodyPr>
            <a:lstStyle/>
            <a:p>
              <a:pPr marL="0" marR="0" indent="0" algn="l" defTabSz="914400" rtl="0" fontAlgn="auto" latinLnBrk="0" hangingPunct="0">
                <a:lnSpc>
                  <a:spcPct val="110000"/>
                </a:lnSpc>
                <a:spcBef>
                  <a:spcPts val="0"/>
                </a:spcBef>
                <a:spcAft>
                  <a:spcPts val="0"/>
                </a:spcAft>
                <a:buClrTx/>
                <a:buSzTx/>
                <a:buFontTx/>
                <a:buNone/>
                <a:tabLst/>
              </a:pPr>
              <a:endParaRPr kumimoji="0" lang="nl-NL" sz="2400" b="1" i="0" u="none" strike="noStrike" cap="none" spc="0" normalizeH="0" baseline="0">
                <a:ln>
                  <a:noFill/>
                </a:ln>
                <a:solidFill>
                  <a:srgbClr val="131B56"/>
                </a:solidFill>
                <a:effectLst/>
                <a:uFillTx/>
                <a:latin typeface="Muli-ExtraBold"/>
                <a:ea typeface="Muli-ExtraBold"/>
                <a:cs typeface="Muli-ExtraBold"/>
                <a:sym typeface="Muli-ExtraBold"/>
              </a:endParaRPr>
            </a:p>
          </p:txBody>
        </p:sp>
        <p:sp>
          <p:nvSpPr>
            <p:cNvPr id="13" name="Rechthoek 12">
              <a:extLst>
                <a:ext uri="{FF2B5EF4-FFF2-40B4-BE49-F238E27FC236}">
                  <a16:creationId xmlns:a16="http://schemas.microsoft.com/office/drawing/2014/main" id="{6E098141-7C7F-F26F-BCB9-A64FBC8B3D9B}"/>
                </a:ext>
              </a:extLst>
            </p:cNvPr>
            <p:cNvSpPr/>
            <p:nvPr/>
          </p:nvSpPr>
          <p:spPr>
            <a:xfrm>
              <a:off x="3050327" y="3675630"/>
              <a:ext cx="1172665" cy="849251"/>
            </a:xfrm>
            <a:prstGeom prst="rect">
              <a:avLst/>
            </a:prstGeom>
            <a:solidFill>
              <a:schemeClr val="bg1">
                <a:lumMod val="7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2000" tIns="72000" rIns="72000" bIns="72000" numCol="1" spcCol="38100" rtlCol="0" anchor="ctr">
              <a:noAutofit/>
            </a:bodyPr>
            <a:lstStyle/>
            <a:p>
              <a:pPr marL="0" marR="0" indent="0" algn="l" defTabSz="914400" rtl="0" fontAlgn="auto" latinLnBrk="0" hangingPunct="0">
                <a:lnSpc>
                  <a:spcPct val="110000"/>
                </a:lnSpc>
                <a:spcBef>
                  <a:spcPts val="0"/>
                </a:spcBef>
                <a:spcAft>
                  <a:spcPts val="0"/>
                </a:spcAft>
                <a:buClrTx/>
                <a:buSzTx/>
                <a:buFontTx/>
                <a:buNone/>
                <a:tabLst/>
              </a:pPr>
              <a:endParaRPr kumimoji="0" lang="nl-NL" sz="2400" b="1" i="0" u="none" strike="noStrike" cap="none" spc="0" normalizeH="0" baseline="0">
                <a:ln>
                  <a:noFill/>
                </a:ln>
                <a:solidFill>
                  <a:srgbClr val="131B56"/>
                </a:solidFill>
                <a:effectLst/>
                <a:uFillTx/>
                <a:latin typeface="Muli-ExtraBold"/>
                <a:ea typeface="Muli-ExtraBold"/>
                <a:cs typeface="Muli-ExtraBold"/>
                <a:sym typeface="Muli-ExtraBold"/>
              </a:endParaRPr>
            </a:p>
          </p:txBody>
        </p:sp>
        <p:sp>
          <p:nvSpPr>
            <p:cNvPr id="14" name="Rechthoek 13">
              <a:extLst>
                <a:ext uri="{FF2B5EF4-FFF2-40B4-BE49-F238E27FC236}">
                  <a16:creationId xmlns:a16="http://schemas.microsoft.com/office/drawing/2014/main" id="{2E3ADD39-7A96-E7B8-2AE7-3DD0F9F3FC3B}"/>
                </a:ext>
              </a:extLst>
            </p:cNvPr>
            <p:cNvSpPr/>
            <p:nvPr/>
          </p:nvSpPr>
          <p:spPr>
            <a:xfrm>
              <a:off x="4655762" y="3675630"/>
              <a:ext cx="1172665" cy="849251"/>
            </a:xfrm>
            <a:prstGeom prst="rect">
              <a:avLst/>
            </a:prstGeom>
            <a:solidFill>
              <a:schemeClr val="bg2">
                <a:lumMod val="7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2000" tIns="72000" rIns="72000" bIns="72000" numCol="1" spcCol="38100" rtlCol="0" anchor="ctr">
              <a:noAutofit/>
            </a:bodyPr>
            <a:lstStyle/>
            <a:p>
              <a:pPr marL="0" marR="0" indent="0" algn="l" defTabSz="914400" rtl="0" fontAlgn="auto" latinLnBrk="0" hangingPunct="0">
                <a:lnSpc>
                  <a:spcPct val="110000"/>
                </a:lnSpc>
                <a:spcBef>
                  <a:spcPts val="0"/>
                </a:spcBef>
                <a:spcAft>
                  <a:spcPts val="0"/>
                </a:spcAft>
                <a:buClrTx/>
                <a:buSzTx/>
                <a:buFontTx/>
                <a:buNone/>
                <a:tabLst/>
              </a:pPr>
              <a:endParaRPr kumimoji="0" lang="nl-NL" sz="2400" b="1" i="0" u="none" strike="noStrike" cap="none" spc="0" normalizeH="0" baseline="0">
                <a:ln>
                  <a:noFill/>
                </a:ln>
                <a:solidFill>
                  <a:srgbClr val="131B56"/>
                </a:solidFill>
                <a:effectLst/>
                <a:uFillTx/>
                <a:latin typeface="Muli-ExtraBold"/>
                <a:ea typeface="Muli-ExtraBold"/>
                <a:cs typeface="Muli-ExtraBold"/>
                <a:sym typeface="Muli-ExtraBold"/>
              </a:endParaRPr>
            </a:p>
          </p:txBody>
        </p:sp>
        <p:sp>
          <p:nvSpPr>
            <p:cNvPr id="15" name="Rechthoek 14">
              <a:extLst>
                <a:ext uri="{FF2B5EF4-FFF2-40B4-BE49-F238E27FC236}">
                  <a16:creationId xmlns:a16="http://schemas.microsoft.com/office/drawing/2014/main" id="{FDB1E4EE-153A-8973-4B73-12DDBBCB841A}"/>
                </a:ext>
              </a:extLst>
            </p:cNvPr>
            <p:cNvSpPr/>
            <p:nvPr/>
          </p:nvSpPr>
          <p:spPr>
            <a:xfrm>
              <a:off x="6324015" y="3675629"/>
              <a:ext cx="1172665" cy="849251"/>
            </a:xfrm>
            <a:prstGeom prst="rect">
              <a:avLst/>
            </a:prstGeom>
            <a:solidFill>
              <a:srgbClr val="FF0000"/>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2000" tIns="72000" rIns="72000" bIns="72000" numCol="1" spcCol="38100" rtlCol="0" anchor="ctr">
              <a:noAutofit/>
            </a:bodyPr>
            <a:lstStyle/>
            <a:p>
              <a:pPr marL="0" marR="0" indent="0" algn="l" defTabSz="914400" rtl="0" fontAlgn="auto" latinLnBrk="0" hangingPunct="0">
                <a:lnSpc>
                  <a:spcPct val="110000"/>
                </a:lnSpc>
                <a:spcBef>
                  <a:spcPts val="0"/>
                </a:spcBef>
                <a:spcAft>
                  <a:spcPts val="0"/>
                </a:spcAft>
                <a:buClrTx/>
                <a:buSzTx/>
                <a:buFontTx/>
                <a:buNone/>
                <a:tabLst/>
              </a:pPr>
              <a:endParaRPr kumimoji="0" lang="nl-NL" sz="2400" b="1" i="0" u="none" strike="noStrike" cap="none" spc="0" normalizeH="0" baseline="0">
                <a:ln>
                  <a:noFill/>
                </a:ln>
                <a:solidFill>
                  <a:srgbClr val="131B56"/>
                </a:solidFill>
                <a:effectLst/>
                <a:uFillTx/>
                <a:latin typeface="Muli-ExtraBold"/>
                <a:ea typeface="Muli-ExtraBold"/>
                <a:cs typeface="Muli-ExtraBold"/>
                <a:sym typeface="Muli-ExtraBold"/>
              </a:endParaRPr>
            </a:p>
          </p:txBody>
        </p:sp>
        <p:sp>
          <p:nvSpPr>
            <p:cNvPr id="16" name="Rechthoek 15">
              <a:extLst>
                <a:ext uri="{FF2B5EF4-FFF2-40B4-BE49-F238E27FC236}">
                  <a16:creationId xmlns:a16="http://schemas.microsoft.com/office/drawing/2014/main" id="{CEC920B6-1FED-CC42-43DE-E2AB39E7956B}"/>
                </a:ext>
              </a:extLst>
            </p:cNvPr>
            <p:cNvSpPr/>
            <p:nvPr/>
          </p:nvSpPr>
          <p:spPr>
            <a:xfrm>
              <a:off x="1451866" y="4927118"/>
              <a:ext cx="1172665" cy="849251"/>
            </a:xfrm>
            <a:prstGeom prst="rect">
              <a:avLst/>
            </a:prstGeom>
            <a:solidFill>
              <a:srgbClr val="F0EA00"/>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2000" tIns="72000" rIns="72000" bIns="72000" numCol="1" spcCol="38100" rtlCol="0" anchor="ctr">
              <a:noAutofit/>
            </a:bodyPr>
            <a:lstStyle/>
            <a:p>
              <a:pPr marL="0" marR="0" indent="0" algn="l" defTabSz="914400" rtl="0" fontAlgn="auto" latinLnBrk="0" hangingPunct="0">
                <a:lnSpc>
                  <a:spcPct val="110000"/>
                </a:lnSpc>
                <a:spcBef>
                  <a:spcPts val="0"/>
                </a:spcBef>
                <a:spcAft>
                  <a:spcPts val="0"/>
                </a:spcAft>
                <a:buClrTx/>
                <a:buSzTx/>
                <a:buFontTx/>
                <a:buNone/>
                <a:tabLst/>
              </a:pPr>
              <a:endParaRPr kumimoji="0" lang="nl-NL" sz="2400" b="1" i="0" u="none" strike="noStrike" cap="none" spc="0" normalizeH="0" baseline="0">
                <a:ln>
                  <a:noFill/>
                </a:ln>
                <a:solidFill>
                  <a:srgbClr val="131B56"/>
                </a:solidFill>
                <a:effectLst/>
                <a:uFillTx/>
                <a:latin typeface="Muli-ExtraBold"/>
                <a:ea typeface="Muli-ExtraBold"/>
                <a:cs typeface="Muli-ExtraBold"/>
                <a:sym typeface="Muli-ExtraBold"/>
              </a:endParaRPr>
            </a:p>
          </p:txBody>
        </p:sp>
        <p:sp>
          <p:nvSpPr>
            <p:cNvPr id="17" name="Rechthoek 16">
              <a:extLst>
                <a:ext uri="{FF2B5EF4-FFF2-40B4-BE49-F238E27FC236}">
                  <a16:creationId xmlns:a16="http://schemas.microsoft.com/office/drawing/2014/main" id="{26021F63-1282-202B-E453-EDB5E5761ADF}"/>
                </a:ext>
              </a:extLst>
            </p:cNvPr>
            <p:cNvSpPr/>
            <p:nvPr/>
          </p:nvSpPr>
          <p:spPr>
            <a:xfrm>
              <a:off x="3029380" y="4927118"/>
              <a:ext cx="1172665" cy="849251"/>
            </a:xfrm>
            <a:prstGeom prst="rect">
              <a:avLst/>
            </a:prstGeom>
            <a:solidFill>
              <a:srgbClr val="00B050"/>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2000" tIns="72000" rIns="72000" bIns="72000" numCol="1" spcCol="38100" rtlCol="0" anchor="ctr">
              <a:noAutofit/>
            </a:bodyPr>
            <a:lstStyle/>
            <a:p>
              <a:pPr marL="0" marR="0" indent="0" algn="l" defTabSz="914400" rtl="0" fontAlgn="auto" latinLnBrk="0" hangingPunct="0">
                <a:lnSpc>
                  <a:spcPct val="110000"/>
                </a:lnSpc>
                <a:spcBef>
                  <a:spcPts val="0"/>
                </a:spcBef>
                <a:spcAft>
                  <a:spcPts val="0"/>
                </a:spcAft>
                <a:buClrTx/>
                <a:buSzTx/>
                <a:buFontTx/>
                <a:buNone/>
                <a:tabLst/>
              </a:pPr>
              <a:endParaRPr kumimoji="0" lang="nl-NL" sz="2400" b="1" i="0" u="none" strike="noStrike" cap="none" spc="0" normalizeH="0" baseline="0">
                <a:ln>
                  <a:noFill/>
                </a:ln>
                <a:solidFill>
                  <a:srgbClr val="131B56"/>
                </a:solidFill>
                <a:effectLst/>
                <a:uFillTx/>
                <a:latin typeface="Muli-ExtraBold"/>
                <a:ea typeface="Muli-ExtraBold"/>
                <a:cs typeface="Muli-ExtraBold"/>
                <a:sym typeface="Muli-ExtraBold"/>
              </a:endParaRPr>
            </a:p>
          </p:txBody>
        </p:sp>
        <p:sp>
          <p:nvSpPr>
            <p:cNvPr id="18" name="Rechthoek 17">
              <a:extLst>
                <a:ext uri="{FF2B5EF4-FFF2-40B4-BE49-F238E27FC236}">
                  <a16:creationId xmlns:a16="http://schemas.microsoft.com/office/drawing/2014/main" id="{8DB1817E-EEB8-7F82-320A-1E3EB012CFA4}"/>
                </a:ext>
              </a:extLst>
            </p:cNvPr>
            <p:cNvSpPr/>
            <p:nvPr/>
          </p:nvSpPr>
          <p:spPr>
            <a:xfrm>
              <a:off x="4656924" y="4927118"/>
              <a:ext cx="1172665" cy="849251"/>
            </a:xfrm>
            <a:prstGeom prst="rect">
              <a:avLst/>
            </a:prstGeom>
            <a:solidFill>
              <a:srgbClr val="FF33CC"/>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2000" tIns="72000" rIns="72000" bIns="72000" numCol="1" spcCol="38100" rtlCol="0" anchor="ctr">
              <a:noAutofit/>
            </a:bodyPr>
            <a:lstStyle/>
            <a:p>
              <a:pPr marL="0" marR="0" indent="0" algn="l" defTabSz="914400" rtl="0" fontAlgn="auto" latinLnBrk="0" hangingPunct="0">
                <a:lnSpc>
                  <a:spcPct val="110000"/>
                </a:lnSpc>
                <a:spcBef>
                  <a:spcPts val="0"/>
                </a:spcBef>
                <a:spcAft>
                  <a:spcPts val="0"/>
                </a:spcAft>
                <a:buClrTx/>
                <a:buSzTx/>
                <a:buFontTx/>
                <a:buNone/>
                <a:tabLst/>
              </a:pPr>
              <a:endParaRPr kumimoji="0" lang="nl-NL" sz="2400" b="1" i="0" u="none" strike="noStrike" cap="none" spc="0" normalizeH="0" baseline="0">
                <a:ln>
                  <a:noFill/>
                </a:ln>
                <a:solidFill>
                  <a:srgbClr val="131B56"/>
                </a:solidFill>
                <a:effectLst/>
                <a:uFillTx/>
                <a:latin typeface="Muli-ExtraBold"/>
                <a:ea typeface="Muli-ExtraBold"/>
                <a:cs typeface="Muli-ExtraBold"/>
                <a:sym typeface="Muli-ExtraBold"/>
              </a:endParaRPr>
            </a:p>
          </p:txBody>
        </p:sp>
        <p:sp>
          <p:nvSpPr>
            <p:cNvPr id="19" name="Rechthoek 18">
              <a:extLst>
                <a:ext uri="{FF2B5EF4-FFF2-40B4-BE49-F238E27FC236}">
                  <a16:creationId xmlns:a16="http://schemas.microsoft.com/office/drawing/2014/main" id="{84C1D296-3302-6C2C-6394-FC0601D4BFC0}"/>
                </a:ext>
              </a:extLst>
            </p:cNvPr>
            <p:cNvSpPr/>
            <p:nvPr/>
          </p:nvSpPr>
          <p:spPr>
            <a:xfrm>
              <a:off x="6324015" y="4927118"/>
              <a:ext cx="1172665" cy="849251"/>
            </a:xfrm>
            <a:prstGeom prst="rect">
              <a:avLst/>
            </a:prstGeom>
            <a:solidFill>
              <a:srgbClr val="0D0D0D"/>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2000" tIns="72000" rIns="72000" bIns="72000" numCol="1" spcCol="38100" rtlCol="0" anchor="ctr">
              <a:noAutofit/>
            </a:bodyPr>
            <a:lstStyle/>
            <a:p>
              <a:pPr marL="0" marR="0" indent="0" algn="l" defTabSz="914400" rtl="0" fontAlgn="auto" latinLnBrk="0" hangingPunct="0">
                <a:lnSpc>
                  <a:spcPct val="110000"/>
                </a:lnSpc>
                <a:spcBef>
                  <a:spcPts val="0"/>
                </a:spcBef>
                <a:spcAft>
                  <a:spcPts val="0"/>
                </a:spcAft>
                <a:buClrTx/>
                <a:buSzTx/>
                <a:buFontTx/>
                <a:buNone/>
                <a:tabLst/>
              </a:pPr>
              <a:endParaRPr kumimoji="0" lang="nl-NL" sz="2400" b="1" i="0" u="none" strike="noStrike" cap="none" spc="0" normalizeH="0" baseline="0">
                <a:ln>
                  <a:noFill/>
                </a:ln>
                <a:solidFill>
                  <a:srgbClr val="131B56"/>
                </a:solidFill>
                <a:effectLst/>
                <a:uFillTx/>
                <a:latin typeface="Muli-ExtraBold"/>
                <a:ea typeface="Muli-ExtraBold"/>
                <a:cs typeface="Muli-ExtraBold"/>
                <a:sym typeface="Muli-ExtraBold"/>
              </a:endParaRPr>
            </a:p>
          </p:txBody>
        </p:sp>
      </p:grpSp>
      <p:pic>
        <p:nvPicPr>
          <p:cNvPr id="3" name="Accessibility logo_transparant RGB.png">
            <a:extLst>
              <a:ext uri="{FF2B5EF4-FFF2-40B4-BE49-F238E27FC236}">
                <a16:creationId xmlns:a16="http://schemas.microsoft.com/office/drawing/2014/main" id="{1DEC00E2-902E-ACEC-42C7-F1137C46759E}"/>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26454" y="6354000"/>
            <a:ext cx="2105166" cy="504000"/>
          </a:xfrm>
          <a:prstGeom prst="rect">
            <a:avLst/>
          </a:prstGeom>
          <a:ln w="12700">
            <a:miter lim="400000"/>
          </a:ln>
        </p:spPr>
      </p:pic>
    </p:spTree>
    <p:extLst>
      <p:ext uri="{BB962C8B-B14F-4D97-AF65-F5344CB8AC3E}">
        <p14:creationId xmlns:p14="http://schemas.microsoft.com/office/powerpoint/2010/main" val="3512164927"/>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C88DD8C8-7DDC-F64D-E18F-CDA1805F751C}"/>
              </a:ext>
            </a:extLst>
          </p:cNvPr>
          <p:cNvSpPr txBox="1">
            <a:spLocks noGrp="1"/>
          </p:cNvSpPr>
          <p:nvPr>
            <p:ph type="title" idx="4294967295"/>
          </p:nvPr>
        </p:nvSpPr>
        <p:spPr>
          <a:xfrm>
            <a:off x="228600" y="100584"/>
            <a:ext cx="9509760" cy="735586"/>
          </a:xfrm>
          <a:prstGeom prst="rect">
            <a:avLst/>
          </a:prstGeom>
          <a:noFill/>
          <a:ln w="12700" cap="flat">
            <a:noFill/>
            <a:prstDash/>
            <a:miter lim="400000"/>
          </a:ln>
          <a:effectLst/>
          <a:sp3d/>
        </p:spPr>
        <p:style>
          <a:lnRef idx="0">
            <a:scrgbClr r="0" g="0" b="0"/>
          </a:lnRef>
          <a:fillRef idx="0">
            <a:scrgbClr r="0" g="0" b="0"/>
          </a:fillRef>
          <a:effectRef idx="0">
            <a:scrgbClr r="0" g="0" b="0"/>
          </a:effectRef>
          <a:fontRef idx="none"/>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0">
              <a:lnSpc>
                <a:spcPct val="110000"/>
              </a:lnSpc>
              <a:spcBef>
                <a:spcPts val="0"/>
              </a:spcBef>
              <a:spcAft>
                <a:spcPts val="0"/>
              </a:spcAft>
              <a:buClrTx/>
              <a:buSzTx/>
              <a:buFontTx/>
              <a:buNone/>
              <a:tabLst/>
              <a:defRPr/>
            </a:pPr>
            <a:r>
              <a:rPr kumimoji="0" lang="nl-NL" sz="4000" b="1" i="0" u="none" strike="noStrike" kern="1200" cap="none" spc="0" normalizeH="0" baseline="0" noProof="0" dirty="0">
                <a:ln>
                  <a:noFill/>
                </a:ln>
                <a:solidFill>
                  <a:srgbClr val="131B56"/>
                </a:solidFill>
                <a:effectLst/>
                <a:uLnTx/>
                <a:uFillTx/>
                <a:latin typeface="Muli-ExtraBold"/>
                <a:ea typeface="Muli-ExtraBold"/>
                <a:cs typeface="Muli-ExtraBold"/>
                <a:sym typeface="Muli-ExtraBold"/>
              </a:rPr>
              <a:t>Kaart 3- Benoem de kleuren</a:t>
            </a:r>
          </a:p>
        </p:txBody>
      </p:sp>
      <p:grpSp>
        <p:nvGrpSpPr>
          <p:cNvPr id="6" name="Groep 5" descr="Verschillende kleurwoorden waarvan de inktkleur niet overeenkomt met de betekenis van het woord">
            <a:extLst>
              <a:ext uri="{FF2B5EF4-FFF2-40B4-BE49-F238E27FC236}">
                <a16:creationId xmlns:a16="http://schemas.microsoft.com/office/drawing/2014/main" id="{DD4A25DF-75A9-9D80-F2B0-2B9059D2C4F8}"/>
              </a:ext>
            </a:extLst>
          </p:cNvPr>
          <p:cNvGrpSpPr/>
          <p:nvPr/>
        </p:nvGrpSpPr>
        <p:grpSpPr>
          <a:xfrm>
            <a:off x="1382233" y="1304258"/>
            <a:ext cx="6794640" cy="3791809"/>
            <a:chOff x="1587796" y="1176668"/>
            <a:chExt cx="6794640" cy="3791809"/>
          </a:xfrm>
        </p:grpSpPr>
        <p:sp>
          <p:nvSpPr>
            <p:cNvPr id="2" name="Tekstvak 1">
              <a:extLst>
                <a:ext uri="{FF2B5EF4-FFF2-40B4-BE49-F238E27FC236}">
                  <a16:creationId xmlns:a16="http://schemas.microsoft.com/office/drawing/2014/main" id="{67B0E759-4A4F-40CA-C7AE-9E15B0E1385A}"/>
                </a:ext>
              </a:extLst>
            </p:cNvPr>
            <p:cNvSpPr txBox="1"/>
            <p:nvPr/>
          </p:nvSpPr>
          <p:spPr>
            <a:xfrm>
              <a:off x="1587796" y="1176670"/>
              <a:ext cx="1219886" cy="37918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chemeClr val="tx2">
                      <a:lumMod val="60000"/>
                      <a:lumOff val="40000"/>
                    </a:schemeClr>
                  </a:solidFill>
                  <a:effectLst/>
                  <a:uFillTx/>
                  <a:latin typeface="Muli-ExtraBold"/>
                  <a:ea typeface="Muli-ExtraBold"/>
                  <a:cs typeface="Muli-ExtraBold"/>
                  <a:sym typeface="Muli-ExtraBold"/>
                </a:rPr>
                <a:t>Rood</a:t>
              </a:r>
            </a:p>
            <a:p>
              <a:pPr marL="0" marR="0" indent="0" algn="l" defTabSz="914400" rtl="0" fontAlgn="auto" latinLnBrk="0" hangingPunct="0">
                <a:lnSpc>
                  <a:spcPct val="110000"/>
                </a:lnSpc>
                <a:spcBef>
                  <a:spcPts val="0"/>
                </a:spcBef>
                <a:spcAft>
                  <a:spcPts val="0"/>
                </a:spcAft>
                <a:buClrTx/>
                <a:buSzTx/>
                <a:buFontTx/>
                <a:buNone/>
                <a:tabLst/>
              </a:pPr>
              <a:endParaRPr lang="nl-NL" sz="3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rgbClr val="00B050"/>
                  </a:solidFill>
                  <a:effectLst/>
                  <a:uFillTx/>
                  <a:latin typeface="Muli-ExtraBold"/>
                  <a:ea typeface="Muli-ExtraBold"/>
                  <a:cs typeface="Muli-ExtraBold"/>
                  <a:sym typeface="Muli-ExtraBold"/>
                </a:rPr>
                <a:t>Blauw</a:t>
              </a:r>
            </a:p>
            <a:p>
              <a:pPr marL="0" marR="0" indent="0" algn="l" defTabSz="914400" rtl="0" fontAlgn="auto" latinLnBrk="0" hangingPunct="0">
                <a:lnSpc>
                  <a:spcPct val="110000"/>
                </a:lnSpc>
                <a:spcBef>
                  <a:spcPts val="0"/>
                </a:spcBef>
                <a:spcAft>
                  <a:spcPts val="0"/>
                </a:spcAft>
                <a:buClrTx/>
                <a:buSzTx/>
                <a:buFontTx/>
                <a:buNone/>
                <a:tabLst/>
              </a:pPr>
              <a:endParaRPr lang="nl-NL" sz="3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chemeClr val="bg2">
                      <a:lumMod val="65000"/>
                    </a:schemeClr>
                  </a:solidFill>
                  <a:effectLst/>
                  <a:uFillTx/>
                  <a:latin typeface="Muli-ExtraBold"/>
                  <a:ea typeface="Muli-ExtraBold"/>
                  <a:cs typeface="Muli-ExtraBold"/>
                  <a:sym typeface="Muli-ExtraBold"/>
                </a:rPr>
                <a:t>Groen</a:t>
              </a:r>
            </a:p>
            <a:p>
              <a:pPr marL="0" marR="0" indent="0" algn="l" defTabSz="914400" rtl="0" fontAlgn="auto" latinLnBrk="0" hangingPunct="0">
                <a:lnSpc>
                  <a:spcPct val="110000"/>
                </a:lnSpc>
                <a:spcBef>
                  <a:spcPts val="0"/>
                </a:spcBef>
                <a:spcAft>
                  <a:spcPts val="0"/>
                </a:spcAft>
                <a:buClrTx/>
                <a:buSzTx/>
                <a:buFontTx/>
                <a:buNone/>
                <a:tabLst/>
              </a:pPr>
              <a:endParaRPr lang="nl-NL" sz="3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rgbClr val="F0EA00"/>
                  </a:solidFill>
                  <a:effectLst/>
                  <a:uFillTx/>
                  <a:latin typeface="Muli-ExtraBold"/>
                  <a:ea typeface="Muli-ExtraBold"/>
                  <a:cs typeface="Muli-ExtraBold"/>
                  <a:sym typeface="Muli-ExtraBold"/>
                </a:rPr>
                <a:t>Zwart</a:t>
              </a:r>
            </a:p>
          </p:txBody>
        </p:sp>
        <p:sp>
          <p:nvSpPr>
            <p:cNvPr id="3" name="Tekstvak 2">
              <a:extLst>
                <a:ext uri="{FF2B5EF4-FFF2-40B4-BE49-F238E27FC236}">
                  <a16:creationId xmlns:a16="http://schemas.microsoft.com/office/drawing/2014/main" id="{3F03D6DE-53FC-8753-C6A4-A4FB94956146}"/>
                </a:ext>
              </a:extLst>
            </p:cNvPr>
            <p:cNvSpPr txBox="1"/>
            <p:nvPr/>
          </p:nvSpPr>
          <p:spPr>
            <a:xfrm>
              <a:off x="3483936" y="1176669"/>
              <a:ext cx="1275990" cy="37918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rgbClr val="FF0000"/>
                  </a:solidFill>
                  <a:effectLst/>
                  <a:uFillTx/>
                  <a:latin typeface="Muli-ExtraBold"/>
                  <a:ea typeface="Muli-ExtraBold"/>
                  <a:cs typeface="Muli-ExtraBold"/>
                  <a:sym typeface="Muli-ExtraBold"/>
                </a:rPr>
                <a:t>Geel</a:t>
              </a:r>
            </a:p>
            <a:p>
              <a:pPr marL="0" marR="0" indent="0" algn="l" defTabSz="914400" rtl="0" fontAlgn="auto" latinLnBrk="0" hangingPunct="0">
                <a:lnSpc>
                  <a:spcPct val="110000"/>
                </a:lnSpc>
                <a:spcBef>
                  <a:spcPts val="0"/>
                </a:spcBef>
                <a:spcAft>
                  <a:spcPts val="0"/>
                </a:spcAft>
                <a:buClrTx/>
                <a:buSzTx/>
                <a:buFontTx/>
                <a:buNone/>
                <a:tabLst/>
              </a:pPr>
              <a:endParaRPr lang="nl-NL" sz="3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rgbClr val="F0EA00"/>
                  </a:solidFill>
                  <a:effectLst/>
                  <a:uFillTx/>
                  <a:latin typeface="Muli-ExtraBold"/>
                  <a:ea typeface="Muli-ExtraBold"/>
                  <a:cs typeface="Muli-ExtraBold"/>
                  <a:sym typeface="Muli-ExtraBold"/>
                </a:rPr>
                <a:t>Oranje</a:t>
              </a:r>
            </a:p>
            <a:p>
              <a:pPr marL="0" marR="0" indent="0" algn="l" defTabSz="914400" rtl="0" fontAlgn="auto" latinLnBrk="0" hangingPunct="0">
                <a:lnSpc>
                  <a:spcPct val="110000"/>
                </a:lnSpc>
                <a:spcBef>
                  <a:spcPts val="0"/>
                </a:spcBef>
                <a:spcAft>
                  <a:spcPts val="0"/>
                </a:spcAft>
                <a:buClrTx/>
                <a:buSzTx/>
                <a:buFontTx/>
                <a:buNone/>
                <a:tabLst/>
              </a:pPr>
              <a:endParaRPr lang="nl-NL" sz="3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rgbClr val="FF0000"/>
                  </a:solidFill>
                  <a:effectLst/>
                  <a:uFillTx/>
                  <a:latin typeface="Muli-ExtraBold"/>
                  <a:ea typeface="Muli-ExtraBold"/>
                  <a:cs typeface="Muli-ExtraBold"/>
                  <a:sym typeface="Muli-ExtraBold"/>
                </a:rPr>
                <a:t>Roze</a:t>
              </a:r>
            </a:p>
            <a:p>
              <a:pPr marL="0" marR="0" indent="0" algn="l" defTabSz="914400" rtl="0" fontAlgn="auto" latinLnBrk="0" hangingPunct="0">
                <a:lnSpc>
                  <a:spcPct val="110000"/>
                </a:lnSpc>
                <a:spcBef>
                  <a:spcPts val="0"/>
                </a:spcBef>
                <a:spcAft>
                  <a:spcPts val="0"/>
                </a:spcAft>
                <a:buClrTx/>
                <a:buSzTx/>
                <a:buFontTx/>
                <a:buNone/>
                <a:tabLst/>
              </a:pPr>
              <a:endParaRPr lang="nl-NL" sz="3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rgbClr val="00B050"/>
                  </a:solidFill>
                  <a:effectLst/>
                  <a:uFillTx/>
                  <a:latin typeface="Muli-ExtraBold"/>
                  <a:ea typeface="Muli-ExtraBold"/>
                  <a:cs typeface="Muli-ExtraBold"/>
                  <a:sym typeface="Muli-ExtraBold"/>
                </a:rPr>
                <a:t>Bruin</a:t>
              </a:r>
            </a:p>
          </p:txBody>
        </p:sp>
        <p:sp>
          <p:nvSpPr>
            <p:cNvPr id="4" name="Tekstvak 3">
              <a:extLst>
                <a:ext uri="{FF2B5EF4-FFF2-40B4-BE49-F238E27FC236}">
                  <a16:creationId xmlns:a16="http://schemas.microsoft.com/office/drawing/2014/main" id="{1A98EE0C-C7BC-50E7-74D4-B292AD39E84F}"/>
                </a:ext>
              </a:extLst>
            </p:cNvPr>
            <p:cNvSpPr txBox="1"/>
            <p:nvPr/>
          </p:nvSpPr>
          <p:spPr>
            <a:xfrm>
              <a:off x="5280838" y="1176668"/>
              <a:ext cx="1219886" cy="37918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rgbClr val="FF33CC"/>
                  </a:solidFill>
                  <a:effectLst/>
                  <a:uFillTx/>
                  <a:latin typeface="Muli-ExtraBold"/>
                  <a:ea typeface="Muli-ExtraBold"/>
                  <a:cs typeface="Muli-ExtraBold"/>
                  <a:sym typeface="Muli-ExtraBold"/>
                </a:rPr>
                <a:t>Grijs</a:t>
              </a:r>
            </a:p>
            <a:p>
              <a:pPr marL="0" marR="0" indent="0" algn="l" defTabSz="914400" rtl="0" fontAlgn="auto" latinLnBrk="0" hangingPunct="0">
                <a:lnSpc>
                  <a:spcPct val="110000"/>
                </a:lnSpc>
                <a:spcBef>
                  <a:spcPts val="0"/>
                </a:spcBef>
                <a:spcAft>
                  <a:spcPts val="0"/>
                </a:spcAft>
                <a:buClrTx/>
                <a:buSzTx/>
                <a:buFontTx/>
                <a:buNone/>
                <a:tabLst/>
              </a:pPr>
              <a:endParaRPr lang="nl-NL" sz="3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chemeClr val="bg1">
                      <a:lumMod val="75000"/>
                    </a:schemeClr>
                  </a:solidFill>
                  <a:effectLst/>
                  <a:uFillTx/>
                  <a:latin typeface="Muli-ExtraBold"/>
                  <a:ea typeface="Muli-ExtraBold"/>
                  <a:cs typeface="Muli-ExtraBold"/>
                  <a:sym typeface="Muli-ExtraBold"/>
                </a:rPr>
                <a:t>Zwart</a:t>
              </a:r>
            </a:p>
            <a:p>
              <a:pPr marL="0" marR="0" indent="0" algn="l" defTabSz="914400" rtl="0" fontAlgn="auto" latinLnBrk="0" hangingPunct="0">
                <a:lnSpc>
                  <a:spcPct val="110000"/>
                </a:lnSpc>
                <a:spcBef>
                  <a:spcPts val="0"/>
                </a:spcBef>
                <a:spcAft>
                  <a:spcPts val="0"/>
                </a:spcAft>
                <a:buClrTx/>
                <a:buSzTx/>
                <a:buFontTx/>
                <a:buNone/>
                <a:tabLst/>
              </a:pPr>
              <a:endParaRPr lang="nl-NL" sz="3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chemeClr val="accent5">
                      <a:lumMod val="75000"/>
                    </a:schemeClr>
                  </a:solidFill>
                  <a:effectLst/>
                  <a:uFillTx/>
                  <a:latin typeface="Muli-ExtraBold"/>
                  <a:ea typeface="Muli-ExtraBold"/>
                  <a:cs typeface="Muli-ExtraBold"/>
                  <a:sym typeface="Muli-ExtraBold"/>
                </a:rPr>
                <a:t>Rood</a:t>
              </a:r>
            </a:p>
            <a:p>
              <a:pPr marL="0" marR="0" indent="0" algn="l" defTabSz="914400" rtl="0" fontAlgn="auto" latinLnBrk="0" hangingPunct="0">
                <a:lnSpc>
                  <a:spcPct val="110000"/>
                </a:lnSpc>
                <a:spcBef>
                  <a:spcPts val="0"/>
                </a:spcBef>
                <a:spcAft>
                  <a:spcPts val="0"/>
                </a:spcAft>
                <a:buClrTx/>
                <a:buSzTx/>
                <a:buFontTx/>
                <a:buNone/>
                <a:tabLst/>
              </a:pPr>
              <a:endParaRPr lang="nl-NL" sz="3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rgbClr val="0D0D0D"/>
                  </a:solidFill>
                  <a:effectLst/>
                  <a:uFillTx/>
                  <a:latin typeface="Muli-ExtraBold"/>
                  <a:ea typeface="Muli-ExtraBold"/>
                  <a:cs typeface="Muli-ExtraBold"/>
                  <a:sym typeface="Muli-ExtraBold"/>
                </a:rPr>
                <a:t>Blauw</a:t>
              </a:r>
            </a:p>
          </p:txBody>
        </p:sp>
        <p:sp>
          <p:nvSpPr>
            <p:cNvPr id="5" name="Tekstvak 4">
              <a:extLst>
                <a:ext uri="{FF2B5EF4-FFF2-40B4-BE49-F238E27FC236}">
                  <a16:creationId xmlns:a16="http://schemas.microsoft.com/office/drawing/2014/main" id="{6C0E2566-CD06-C704-E991-A7363A674988}"/>
                </a:ext>
              </a:extLst>
            </p:cNvPr>
            <p:cNvSpPr txBox="1"/>
            <p:nvPr/>
          </p:nvSpPr>
          <p:spPr>
            <a:xfrm>
              <a:off x="7233082" y="1176668"/>
              <a:ext cx="1149354" cy="37918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chemeClr val="bg2">
                      <a:lumMod val="75000"/>
                    </a:schemeClr>
                  </a:solidFill>
                  <a:effectLst/>
                  <a:uFillTx/>
                  <a:latin typeface="Muli-ExtraBold"/>
                  <a:ea typeface="Muli-ExtraBold"/>
                  <a:cs typeface="Muli-ExtraBold"/>
                  <a:sym typeface="Muli-ExtraBold"/>
                </a:rPr>
                <a:t>Groen</a:t>
              </a:r>
            </a:p>
            <a:p>
              <a:pPr marL="0" marR="0" indent="0" algn="l" defTabSz="914400" rtl="0" fontAlgn="auto" latinLnBrk="0" hangingPunct="0">
                <a:lnSpc>
                  <a:spcPct val="110000"/>
                </a:lnSpc>
                <a:spcBef>
                  <a:spcPts val="0"/>
                </a:spcBef>
                <a:spcAft>
                  <a:spcPts val="0"/>
                </a:spcAft>
                <a:buClrTx/>
                <a:buSzTx/>
                <a:buFontTx/>
                <a:buNone/>
                <a:tabLst/>
              </a:pPr>
              <a:endParaRPr lang="nl-NL" sz="3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rgbClr val="FC7A04"/>
                  </a:solidFill>
                  <a:effectLst/>
                  <a:uFillTx/>
                  <a:latin typeface="Muli-ExtraBold"/>
                  <a:ea typeface="Muli-ExtraBold"/>
                  <a:cs typeface="Muli-ExtraBold"/>
                  <a:sym typeface="Muli-ExtraBold"/>
                </a:rPr>
                <a:t>Bruin</a:t>
              </a:r>
            </a:p>
            <a:p>
              <a:pPr marL="0" marR="0" indent="0" algn="l" defTabSz="914400" rtl="0" fontAlgn="auto" latinLnBrk="0" hangingPunct="0">
                <a:lnSpc>
                  <a:spcPct val="110000"/>
                </a:lnSpc>
                <a:spcBef>
                  <a:spcPts val="0"/>
                </a:spcBef>
                <a:spcAft>
                  <a:spcPts val="0"/>
                </a:spcAft>
                <a:buClrTx/>
                <a:buSzTx/>
                <a:buFontTx/>
                <a:buNone/>
                <a:tabLst/>
              </a:pPr>
              <a:endParaRPr lang="nl-NL" sz="3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rgbClr val="FF33CC"/>
                  </a:solidFill>
                  <a:effectLst/>
                  <a:uFillTx/>
                  <a:latin typeface="Muli-ExtraBold"/>
                  <a:ea typeface="Muli-ExtraBold"/>
                  <a:cs typeface="Muli-ExtraBold"/>
                  <a:sym typeface="Muli-ExtraBold"/>
                </a:rPr>
                <a:t>Geel</a:t>
              </a:r>
            </a:p>
            <a:p>
              <a:pPr marL="0" marR="0" indent="0" algn="l" defTabSz="914400" rtl="0" fontAlgn="auto" latinLnBrk="0" hangingPunct="0">
                <a:lnSpc>
                  <a:spcPct val="110000"/>
                </a:lnSpc>
                <a:spcBef>
                  <a:spcPts val="0"/>
                </a:spcBef>
                <a:spcAft>
                  <a:spcPts val="0"/>
                </a:spcAft>
                <a:buClrTx/>
                <a:buSzTx/>
                <a:buFontTx/>
                <a:buNone/>
                <a:tabLst/>
              </a:pPr>
              <a:endParaRPr lang="nl-NL" sz="3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3200" b="1" i="0" u="none" strike="noStrike" cap="none" spc="0" normalizeH="0" baseline="0" dirty="0">
                  <a:ln>
                    <a:noFill/>
                  </a:ln>
                  <a:solidFill>
                    <a:schemeClr val="bg2">
                      <a:lumMod val="65000"/>
                    </a:schemeClr>
                  </a:solidFill>
                  <a:effectLst/>
                  <a:uFillTx/>
                  <a:latin typeface="Muli-ExtraBold"/>
                  <a:ea typeface="Muli-ExtraBold"/>
                  <a:cs typeface="Muli-ExtraBold"/>
                  <a:sym typeface="Muli-ExtraBold"/>
                </a:rPr>
                <a:t>Roze</a:t>
              </a:r>
            </a:p>
          </p:txBody>
        </p:sp>
      </p:grpSp>
      <p:pic>
        <p:nvPicPr>
          <p:cNvPr id="7" name="Accessibility logo_transparant RGB.png">
            <a:extLst>
              <a:ext uri="{FF2B5EF4-FFF2-40B4-BE49-F238E27FC236}">
                <a16:creationId xmlns:a16="http://schemas.microsoft.com/office/drawing/2014/main" id="{39F250E6-A79D-9300-B480-BA4538E9E685}"/>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26454" y="6354000"/>
            <a:ext cx="2105166" cy="504000"/>
          </a:xfrm>
          <a:prstGeom prst="rect">
            <a:avLst/>
          </a:prstGeom>
          <a:ln w="12700">
            <a:miter lim="400000"/>
          </a:ln>
        </p:spPr>
      </p:pic>
    </p:spTree>
    <p:extLst>
      <p:ext uri="{BB962C8B-B14F-4D97-AF65-F5344CB8AC3E}">
        <p14:creationId xmlns:p14="http://schemas.microsoft.com/office/powerpoint/2010/main" val="11369505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F6EEE351-9D92-A9D8-E002-682729B434AE}"/>
              </a:ext>
            </a:extLst>
          </p:cNvPr>
          <p:cNvSpPr txBox="1">
            <a:spLocks noGrp="1"/>
          </p:cNvSpPr>
          <p:nvPr>
            <p:ph type="title" idx="4294967295"/>
          </p:nvPr>
        </p:nvSpPr>
        <p:spPr>
          <a:xfrm>
            <a:off x="381836" y="-6950"/>
            <a:ext cx="9649131" cy="671274"/>
          </a:xfrm>
          <a:prstGeom prst="rect">
            <a:avLst/>
          </a:prstGeom>
          <a:noFill/>
          <a:ln w="12700" cap="flat">
            <a:noFill/>
            <a:prstDash/>
            <a:miter lim="400000"/>
          </a:ln>
          <a:effectLst/>
          <a:sp3d/>
        </p:spPr>
        <p:style>
          <a:lnRef idx="0">
            <a:scrgbClr r="0" g="0" b="0"/>
          </a:lnRef>
          <a:fillRef idx="0">
            <a:scrgbClr r="0" g="0" b="0"/>
          </a:fillRef>
          <a:effectRef idx="0">
            <a:scrgbClr r="0" g="0" b="0"/>
          </a:effectRef>
          <a:fontRef idx="none"/>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0">
              <a:lnSpc>
                <a:spcPct val="110000"/>
              </a:lnSpc>
              <a:spcBef>
                <a:spcPts val="0"/>
              </a:spcBef>
              <a:spcAft>
                <a:spcPts val="0"/>
              </a:spcAft>
              <a:buClrTx/>
              <a:buSzTx/>
              <a:buFontTx/>
              <a:buNone/>
              <a:tabLst/>
              <a:defRPr/>
            </a:pPr>
            <a:r>
              <a:rPr kumimoji="0" lang="nl-NL" sz="3600" b="1" i="0" u="none" strike="noStrike" kern="1200" cap="none" spc="0" normalizeH="0" baseline="0" noProof="0" dirty="0">
                <a:ln>
                  <a:noFill/>
                </a:ln>
                <a:solidFill>
                  <a:srgbClr val="131B56"/>
                </a:solidFill>
                <a:effectLst/>
                <a:uLnTx/>
                <a:uFillTx/>
                <a:latin typeface="Muli-ExtraBold"/>
                <a:ea typeface="Muli-ExtraBold"/>
                <a:cs typeface="Muli-ExtraBold"/>
                <a:sym typeface="Muli-ExtraBold"/>
              </a:rPr>
              <a:t>Score kaart</a:t>
            </a:r>
          </a:p>
        </p:txBody>
      </p:sp>
      <p:grpSp>
        <p:nvGrpSpPr>
          <p:cNvPr id="3" name="Groep 2" descr="Formulier met 5 velden: Naam, a Tijd voor kaart 1,b Tijd voor kaart 2, c tijd voor kaart 3 en Score = c-b.">
            <a:extLst>
              <a:ext uri="{FF2B5EF4-FFF2-40B4-BE49-F238E27FC236}">
                <a16:creationId xmlns:a16="http://schemas.microsoft.com/office/drawing/2014/main" id="{3BBD6378-59D2-1494-6301-CBA95D7E9A7A}"/>
              </a:ext>
              <a:ext uri="{C183D7F6-B498-43B3-948B-1728B52AA6E4}">
                <adec:decorative xmlns:adec="http://schemas.microsoft.com/office/drawing/2017/decorative" val="0"/>
              </a:ext>
            </a:extLst>
          </p:cNvPr>
          <p:cNvGrpSpPr/>
          <p:nvPr/>
        </p:nvGrpSpPr>
        <p:grpSpPr>
          <a:xfrm>
            <a:off x="571042" y="695075"/>
            <a:ext cx="8311900" cy="5687711"/>
            <a:chOff x="1101533" y="860188"/>
            <a:chExt cx="8311900" cy="5687711"/>
          </a:xfrm>
        </p:grpSpPr>
        <p:sp>
          <p:nvSpPr>
            <p:cNvPr id="2" name="Tekstvak 1">
              <a:extLst>
                <a:ext uri="{FF2B5EF4-FFF2-40B4-BE49-F238E27FC236}">
                  <a16:creationId xmlns:a16="http://schemas.microsoft.com/office/drawing/2014/main" id="{5158F94A-805D-C2FE-3B14-C92156F1FACC}"/>
                </a:ext>
              </a:extLst>
            </p:cNvPr>
            <p:cNvSpPr txBox="1"/>
            <p:nvPr/>
          </p:nvSpPr>
          <p:spPr>
            <a:xfrm>
              <a:off x="1101533" y="860188"/>
              <a:ext cx="8311900" cy="56877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10000"/>
                </a:lnSpc>
                <a:spcBef>
                  <a:spcPts val="0"/>
                </a:spcBef>
                <a:spcAft>
                  <a:spcPts val="0"/>
                </a:spcAft>
                <a:buClrTx/>
                <a:buSzTx/>
                <a:buFontTx/>
                <a:buNone/>
                <a:tabLst/>
              </a:pPr>
              <a:r>
                <a:rPr kumimoji="0" lang="nl-NL" sz="2400" b="1" i="0" u="none" strike="noStrike" cap="none" spc="0" normalizeH="0" baseline="0" dirty="0">
                  <a:ln>
                    <a:noFill/>
                  </a:ln>
                  <a:solidFill>
                    <a:srgbClr val="131B56"/>
                  </a:solidFill>
                  <a:effectLst/>
                  <a:uFillTx/>
                  <a:latin typeface="Muli-ExtraBold"/>
                  <a:ea typeface="Muli-ExtraBold"/>
                  <a:cs typeface="Muli-ExtraBold"/>
                  <a:sym typeface="Muli-ExtraBold"/>
                </a:rPr>
                <a:t>Naam:</a:t>
              </a:r>
            </a:p>
            <a:p>
              <a:pPr marL="0" marR="0" indent="0" algn="l" defTabSz="914400" rtl="0" fontAlgn="auto" latinLnBrk="0" hangingPunct="0">
                <a:lnSpc>
                  <a:spcPct val="110000"/>
                </a:lnSpc>
                <a:spcBef>
                  <a:spcPts val="0"/>
                </a:spcBef>
                <a:spcAft>
                  <a:spcPts val="0"/>
                </a:spcAft>
                <a:buClrTx/>
                <a:buSzTx/>
                <a:buFontTx/>
                <a:buNone/>
                <a:tabLst/>
              </a:pPr>
              <a:endParaRPr kumimoji="0" lang="nl-NL" sz="2400" b="1" i="0" u="none" strike="noStrike" cap="none" spc="0" normalizeH="0" baseline="0" dirty="0">
                <a:ln>
                  <a:noFill/>
                </a:ln>
                <a:solidFill>
                  <a:srgbClr val="131B56"/>
                </a:solidFill>
                <a:effectLst/>
                <a:uFillTx/>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2400" b="1" i="0" u="none" strike="noStrike" cap="none" spc="0" normalizeH="0" baseline="0" dirty="0">
                  <a:ln>
                    <a:noFill/>
                  </a:ln>
                  <a:solidFill>
                    <a:srgbClr val="131B56"/>
                  </a:solidFill>
                  <a:effectLst/>
                  <a:uFillTx/>
                  <a:latin typeface="Muli-ExtraBold"/>
                  <a:ea typeface="Muli-ExtraBold"/>
                  <a:cs typeface="Muli-ExtraBold"/>
                  <a:sym typeface="Muli-ExtraBold"/>
                </a:rPr>
                <a:t>A. Tijd voor kaart 1:</a:t>
              </a:r>
            </a:p>
            <a:p>
              <a:pPr marL="0" marR="0" indent="0" algn="l" defTabSz="914400" rtl="0" fontAlgn="auto" latinLnBrk="0" hangingPunct="0">
                <a:lnSpc>
                  <a:spcPct val="110000"/>
                </a:lnSpc>
                <a:spcBef>
                  <a:spcPts val="0"/>
                </a:spcBef>
                <a:spcAft>
                  <a:spcPts val="0"/>
                </a:spcAft>
                <a:buClrTx/>
                <a:buSzTx/>
                <a:buFontTx/>
                <a:buNone/>
                <a:tabLst/>
              </a:pPr>
              <a:endParaRPr lang="nl-NL" sz="24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2400" b="1" i="0" u="none" strike="noStrike" cap="none" spc="0" normalizeH="0" baseline="0" dirty="0">
                  <a:ln>
                    <a:noFill/>
                  </a:ln>
                  <a:solidFill>
                    <a:srgbClr val="131B56"/>
                  </a:solidFill>
                  <a:effectLst/>
                  <a:uFillTx/>
                  <a:latin typeface="Muli-ExtraBold"/>
                  <a:ea typeface="Muli-ExtraBold"/>
                  <a:cs typeface="Muli-ExtraBold"/>
                  <a:sym typeface="Muli-ExtraBold"/>
                </a:rPr>
                <a:t>B. Tijd voor kaart 2:</a:t>
              </a:r>
            </a:p>
            <a:p>
              <a:pPr marL="0" marR="0" indent="0" algn="l" defTabSz="914400" rtl="0" fontAlgn="auto" latinLnBrk="0" hangingPunct="0">
                <a:lnSpc>
                  <a:spcPct val="110000"/>
                </a:lnSpc>
                <a:spcBef>
                  <a:spcPts val="0"/>
                </a:spcBef>
                <a:spcAft>
                  <a:spcPts val="0"/>
                </a:spcAft>
                <a:buClrTx/>
                <a:buSzTx/>
                <a:buFontTx/>
                <a:buNone/>
                <a:tabLst/>
              </a:pPr>
              <a:endParaRPr lang="nl-NL" sz="24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2400" b="1" i="0" u="none" strike="noStrike" cap="none" spc="0" normalizeH="0" baseline="0" dirty="0">
                  <a:ln>
                    <a:noFill/>
                  </a:ln>
                  <a:solidFill>
                    <a:srgbClr val="131B56"/>
                  </a:solidFill>
                  <a:effectLst/>
                  <a:uFillTx/>
                  <a:latin typeface="Muli-ExtraBold"/>
                  <a:ea typeface="Muli-ExtraBold"/>
                  <a:cs typeface="Muli-ExtraBold"/>
                  <a:sym typeface="Muli-ExtraBold"/>
                </a:rPr>
                <a:t>C. Tijd voor kaart 3:</a:t>
              </a:r>
            </a:p>
            <a:p>
              <a:pPr marL="0" marR="0" indent="0" algn="l" defTabSz="914400" rtl="0" fontAlgn="auto" latinLnBrk="0" hangingPunct="0">
                <a:lnSpc>
                  <a:spcPct val="110000"/>
                </a:lnSpc>
                <a:spcBef>
                  <a:spcPts val="0"/>
                </a:spcBef>
                <a:spcAft>
                  <a:spcPts val="0"/>
                </a:spcAft>
                <a:buClrTx/>
                <a:buSzTx/>
                <a:buFontTx/>
                <a:buNone/>
                <a:tabLst/>
              </a:pPr>
              <a:endParaRPr lang="nl-NL" sz="24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lang="nl-NL" sz="2400" b="1" dirty="0">
                  <a:solidFill>
                    <a:srgbClr val="131B56"/>
                  </a:solidFill>
                  <a:latin typeface="Muli-ExtraBold"/>
                  <a:ea typeface="Muli-ExtraBold"/>
                  <a:cs typeface="Muli-ExtraBold"/>
                  <a:sym typeface="Muli-ExtraBold"/>
                </a:rPr>
                <a:t>Score = C – B = </a:t>
              </a:r>
            </a:p>
            <a:p>
              <a:pPr marL="0" marR="0" indent="0" algn="l" defTabSz="914400" rtl="0" fontAlgn="auto" latinLnBrk="0" hangingPunct="0">
                <a:lnSpc>
                  <a:spcPct val="110000"/>
                </a:lnSpc>
                <a:spcBef>
                  <a:spcPts val="0"/>
                </a:spcBef>
                <a:spcAft>
                  <a:spcPts val="0"/>
                </a:spcAft>
                <a:buClrTx/>
                <a:buSzTx/>
                <a:buFontTx/>
                <a:buNone/>
                <a:tabLst/>
              </a:pPr>
              <a:endParaRPr kumimoji="0" lang="nl-NL" sz="2400" i="0" u="none" strike="noStrike" cap="none" spc="0" normalizeH="0" baseline="0" dirty="0">
                <a:ln>
                  <a:noFill/>
                </a:ln>
                <a:solidFill>
                  <a:srgbClr val="131B56"/>
                </a:solidFill>
                <a:effectLst/>
                <a:uFillTx/>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kumimoji="0" lang="nl-NL" sz="1600" u="none" strike="noStrike" cap="none" spc="0" normalizeH="0" baseline="0" dirty="0">
                  <a:ln>
                    <a:noFill/>
                  </a:ln>
                  <a:solidFill>
                    <a:srgbClr val="131B56"/>
                  </a:solidFill>
                  <a:effectLst/>
                  <a:uFillTx/>
                  <a:latin typeface="Muli-ExtraBold"/>
                  <a:ea typeface="Muli-ExtraBold"/>
                  <a:cs typeface="Muli-ExtraBold"/>
                  <a:sym typeface="Muli-ExtraBold"/>
                </a:rPr>
                <a:t>Het gaat om het verschil tussen de scores A, B en C.</a:t>
              </a:r>
            </a:p>
            <a:p>
              <a:pPr marL="0" marR="0" indent="0" algn="l" defTabSz="914400" rtl="0" fontAlgn="auto" latinLnBrk="0" hangingPunct="0">
                <a:lnSpc>
                  <a:spcPct val="110000"/>
                </a:lnSpc>
                <a:spcBef>
                  <a:spcPts val="0"/>
                </a:spcBef>
                <a:spcAft>
                  <a:spcPts val="0"/>
                </a:spcAft>
                <a:buClrTx/>
                <a:buSzTx/>
                <a:buFontTx/>
                <a:buNone/>
                <a:tabLst/>
              </a:pPr>
              <a:r>
                <a:rPr kumimoji="0" lang="nl-NL" sz="1600" u="none" strike="noStrike" cap="none" spc="0" normalizeH="0" baseline="0" dirty="0">
                  <a:ln>
                    <a:noFill/>
                  </a:ln>
                  <a:solidFill>
                    <a:srgbClr val="131B56"/>
                  </a:solidFill>
                  <a:effectLst/>
                  <a:uFillTx/>
                  <a:latin typeface="Muli-ExtraBold"/>
                  <a:ea typeface="Muli-ExtraBold"/>
                  <a:cs typeface="Muli-ExtraBold"/>
                  <a:sym typeface="Muli-ExtraBold"/>
                </a:rPr>
                <a:t>De meeste mensen hebben minder tijd nodig voor het benoemen van de woorden (A) dan het benoemen van kleuren (B). Bij kaart C ontstaat er ook nog eens een conflict tussen deze twee prikkels. Hoe groter het tijdverschil tussen B en C hoe moeilijker jij het blijkbaar vindt om de dominantie prikkel (woorden) te onderdrukken en voorrang te geven aan de minder dominante prikkel (kleur)</a:t>
              </a:r>
              <a:r>
                <a:rPr kumimoji="0" lang="nl-NL" sz="1600" b="1" i="1" u="none" strike="noStrike" cap="none" spc="0" normalizeH="0" baseline="0" dirty="0">
                  <a:ln>
                    <a:noFill/>
                  </a:ln>
                  <a:solidFill>
                    <a:srgbClr val="131B56"/>
                  </a:solidFill>
                  <a:effectLst/>
                  <a:uFillTx/>
                  <a:latin typeface="Muli-ExtraBold"/>
                  <a:ea typeface="Muli-ExtraBold"/>
                  <a:cs typeface="Muli-ExtraBold"/>
                  <a:sym typeface="Muli-ExtraBold"/>
                </a:rPr>
                <a:t>.</a:t>
              </a:r>
            </a:p>
          </p:txBody>
        </p:sp>
        <p:cxnSp>
          <p:nvCxnSpPr>
            <p:cNvPr id="4" name="Rechte verbindingslijn 3">
              <a:extLst>
                <a:ext uri="{FF2B5EF4-FFF2-40B4-BE49-F238E27FC236}">
                  <a16:creationId xmlns:a16="http://schemas.microsoft.com/office/drawing/2014/main" id="{5FDB2367-C110-4B8C-D4F4-0C1A4EB06885}"/>
                </a:ext>
              </a:extLst>
            </p:cNvPr>
            <p:cNvCxnSpPr>
              <a:cxnSpLocks/>
            </p:cNvCxnSpPr>
            <p:nvPr/>
          </p:nvCxnSpPr>
          <p:spPr>
            <a:xfrm>
              <a:off x="4905156" y="1325895"/>
              <a:ext cx="2970028" cy="0"/>
            </a:xfrm>
            <a:prstGeom prst="line">
              <a:avLst/>
            </a:prstGeom>
            <a:noFill/>
            <a:ln w="25400" cap="flat">
              <a:solidFill>
                <a:srgbClr val="0D0D0D"/>
              </a:solidFill>
              <a:prstDash val="solid"/>
              <a:round/>
            </a:ln>
            <a:effectLst/>
            <a:sp3d/>
          </p:spPr>
          <p:style>
            <a:lnRef idx="0">
              <a:scrgbClr r="0" g="0" b="0"/>
            </a:lnRef>
            <a:fillRef idx="0">
              <a:scrgbClr r="0" g="0" b="0"/>
            </a:fillRef>
            <a:effectRef idx="0">
              <a:scrgbClr r="0" g="0" b="0"/>
            </a:effectRef>
            <a:fontRef idx="none"/>
          </p:style>
        </p:cxnSp>
        <p:cxnSp>
          <p:nvCxnSpPr>
            <p:cNvPr id="5" name="Rechte verbindingslijn 4">
              <a:extLst>
                <a:ext uri="{FF2B5EF4-FFF2-40B4-BE49-F238E27FC236}">
                  <a16:creationId xmlns:a16="http://schemas.microsoft.com/office/drawing/2014/main" id="{78A9422F-EE35-9470-6751-7C7687075A91}"/>
                </a:ext>
              </a:extLst>
            </p:cNvPr>
            <p:cNvCxnSpPr>
              <a:cxnSpLocks/>
            </p:cNvCxnSpPr>
            <p:nvPr/>
          </p:nvCxnSpPr>
          <p:spPr>
            <a:xfrm>
              <a:off x="4905156" y="2102072"/>
              <a:ext cx="2970028" cy="0"/>
            </a:xfrm>
            <a:prstGeom prst="line">
              <a:avLst/>
            </a:prstGeom>
            <a:noFill/>
            <a:ln w="25400" cap="flat">
              <a:solidFill>
                <a:srgbClr val="0D0D0D"/>
              </a:solidFill>
              <a:prstDash val="solid"/>
              <a:round/>
            </a:ln>
            <a:effectLst/>
            <a:sp3d/>
          </p:spPr>
          <p:style>
            <a:lnRef idx="0">
              <a:scrgbClr r="0" g="0" b="0"/>
            </a:lnRef>
            <a:fillRef idx="0">
              <a:scrgbClr r="0" g="0" b="0"/>
            </a:fillRef>
            <a:effectRef idx="0">
              <a:scrgbClr r="0" g="0" b="0"/>
            </a:effectRef>
            <a:fontRef idx="none"/>
          </p:style>
        </p:cxnSp>
        <p:cxnSp>
          <p:nvCxnSpPr>
            <p:cNvPr id="6" name="Rechte verbindingslijn 5">
              <a:extLst>
                <a:ext uri="{FF2B5EF4-FFF2-40B4-BE49-F238E27FC236}">
                  <a16:creationId xmlns:a16="http://schemas.microsoft.com/office/drawing/2014/main" id="{A671A3C7-360C-84DC-3BE1-BBF41F8EE784}"/>
                </a:ext>
              </a:extLst>
            </p:cNvPr>
            <p:cNvCxnSpPr>
              <a:cxnSpLocks/>
            </p:cNvCxnSpPr>
            <p:nvPr/>
          </p:nvCxnSpPr>
          <p:spPr>
            <a:xfrm>
              <a:off x="4905156" y="2912424"/>
              <a:ext cx="2970028" cy="0"/>
            </a:xfrm>
            <a:prstGeom prst="line">
              <a:avLst/>
            </a:prstGeom>
            <a:noFill/>
            <a:ln w="25400" cap="flat">
              <a:solidFill>
                <a:srgbClr val="0D0D0D"/>
              </a:solidFill>
              <a:prstDash val="solid"/>
              <a:round/>
            </a:ln>
            <a:effectLst/>
            <a:sp3d/>
          </p:spPr>
          <p:style>
            <a:lnRef idx="0">
              <a:scrgbClr r="0" g="0" b="0"/>
            </a:lnRef>
            <a:fillRef idx="0">
              <a:scrgbClr r="0" g="0" b="0"/>
            </a:fillRef>
            <a:effectRef idx="0">
              <a:scrgbClr r="0" g="0" b="0"/>
            </a:effectRef>
            <a:fontRef idx="none"/>
          </p:style>
        </p:cxnSp>
        <p:cxnSp>
          <p:nvCxnSpPr>
            <p:cNvPr id="7" name="Rechte verbindingslijn 6">
              <a:extLst>
                <a:ext uri="{FF2B5EF4-FFF2-40B4-BE49-F238E27FC236}">
                  <a16:creationId xmlns:a16="http://schemas.microsoft.com/office/drawing/2014/main" id="{CE8891B8-28BA-F9F2-D5B2-2B145CC4A7F5}"/>
                </a:ext>
              </a:extLst>
            </p:cNvPr>
            <p:cNvCxnSpPr>
              <a:cxnSpLocks/>
            </p:cNvCxnSpPr>
            <p:nvPr/>
          </p:nvCxnSpPr>
          <p:spPr>
            <a:xfrm>
              <a:off x="4905156" y="3704044"/>
              <a:ext cx="2970028" cy="0"/>
            </a:xfrm>
            <a:prstGeom prst="line">
              <a:avLst/>
            </a:prstGeom>
            <a:noFill/>
            <a:ln w="25400" cap="flat">
              <a:solidFill>
                <a:srgbClr val="0D0D0D"/>
              </a:solidFill>
              <a:prstDash val="solid"/>
              <a:round/>
            </a:ln>
            <a:effectLst/>
            <a:sp3d/>
          </p:spPr>
          <p:style>
            <a:lnRef idx="0">
              <a:scrgbClr r="0" g="0" b="0"/>
            </a:lnRef>
            <a:fillRef idx="0">
              <a:scrgbClr r="0" g="0" b="0"/>
            </a:fillRef>
            <a:effectRef idx="0">
              <a:scrgbClr r="0" g="0" b="0"/>
            </a:effectRef>
            <a:fontRef idx="none"/>
          </p:style>
        </p:cxnSp>
        <p:cxnSp>
          <p:nvCxnSpPr>
            <p:cNvPr id="9" name="Rechte verbindingslijn 8">
              <a:extLst>
                <a:ext uri="{FF2B5EF4-FFF2-40B4-BE49-F238E27FC236}">
                  <a16:creationId xmlns:a16="http://schemas.microsoft.com/office/drawing/2014/main" id="{690D3111-A9D3-B6E2-E67E-B32473C9FB19}"/>
                </a:ext>
              </a:extLst>
            </p:cNvPr>
            <p:cNvCxnSpPr>
              <a:cxnSpLocks/>
            </p:cNvCxnSpPr>
            <p:nvPr/>
          </p:nvCxnSpPr>
          <p:spPr>
            <a:xfrm>
              <a:off x="4905156" y="4512118"/>
              <a:ext cx="2970028" cy="0"/>
            </a:xfrm>
            <a:prstGeom prst="line">
              <a:avLst/>
            </a:prstGeom>
            <a:noFill/>
            <a:ln w="25400" cap="flat">
              <a:solidFill>
                <a:srgbClr val="0D0D0D"/>
              </a:solidFill>
              <a:prstDash val="solid"/>
              <a:round/>
            </a:ln>
            <a:effectLst/>
            <a:sp3d/>
          </p:spPr>
          <p:style>
            <a:lnRef idx="0">
              <a:scrgbClr r="0" g="0" b="0"/>
            </a:lnRef>
            <a:fillRef idx="0">
              <a:scrgbClr r="0" g="0" b="0"/>
            </a:fillRef>
            <a:effectRef idx="0">
              <a:scrgbClr r="0" g="0" b="0"/>
            </a:effectRef>
            <a:fontRef idx="none"/>
          </p:style>
        </p:cxnSp>
      </p:grpSp>
      <p:pic>
        <p:nvPicPr>
          <p:cNvPr id="8" name="Accessibility logo_transparant RGB.png">
            <a:extLst>
              <a:ext uri="{FF2B5EF4-FFF2-40B4-BE49-F238E27FC236}">
                <a16:creationId xmlns:a16="http://schemas.microsoft.com/office/drawing/2014/main" id="{D1F95CCD-37F2-2E7C-48E4-4FD15F9751C0}"/>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609787" y="160324"/>
            <a:ext cx="2105166" cy="504000"/>
          </a:xfrm>
          <a:prstGeom prst="rect">
            <a:avLst/>
          </a:prstGeom>
          <a:ln w="12700">
            <a:miter lim="400000"/>
          </a:ln>
        </p:spPr>
      </p:pic>
    </p:spTree>
    <p:extLst>
      <p:ext uri="{BB962C8B-B14F-4D97-AF65-F5344CB8AC3E}">
        <p14:creationId xmlns:p14="http://schemas.microsoft.com/office/powerpoint/2010/main" val="3944159285"/>
      </p:ext>
    </p:extLst>
  </p:cSld>
  <p:clrMapOvr>
    <a:masterClrMapping/>
  </p:clrMapOvr>
  <p:transition spd="med"/>
</p:sld>
</file>

<file path=ppt/theme/theme1.xml><?xml version="1.0" encoding="utf-8"?>
<a:theme xmlns:a="http://schemas.openxmlformats.org/drawingml/2006/main" name="Bollen blanco">
  <a:themeElements>
    <a:clrScheme name="Accessibility kleurenpalet 1">
      <a:dk1>
        <a:srgbClr val="131B56"/>
      </a:dk1>
      <a:lt1>
        <a:srgbClr val="2B50EC"/>
      </a:lt1>
      <a:dk2>
        <a:srgbClr val="131B56"/>
      </a:dk2>
      <a:lt2>
        <a:srgbClr val="FFFFFF"/>
      </a:lt2>
      <a:accent1>
        <a:srgbClr val="108670"/>
      </a:accent1>
      <a:accent2>
        <a:srgbClr val="14B495"/>
      </a:accent2>
      <a:accent3>
        <a:srgbClr val="21CEA1"/>
      </a:accent3>
      <a:accent4>
        <a:srgbClr val="CC4C00"/>
      </a:accent4>
      <a:accent5>
        <a:srgbClr val="FF7C00"/>
      </a:accent5>
      <a:accent6>
        <a:srgbClr val="FFB800"/>
      </a:accent6>
      <a:hlink>
        <a:srgbClr val="2B50EC"/>
      </a:hlink>
      <a:folHlink>
        <a:srgbClr val="FE5302"/>
      </a:folHlink>
    </a:clrScheme>
    <a:fontScheme name="PowerPoint">
      <a:majorFont>
        <a:latin typeface="Helvetica"/>
        <a:ea typeface="Helvetica"/>
        <a:cs typeface="Helvetica"/>
      </a:majorFont>
      <a:minorFont>
        <a:latin typeface="Calibri"/>
        <a:ea typeface="Calibri"/>
        <a:cs typeface="Calibri"/>
      </a:minorFont>
    </a:fontScheme>
    <a:fmtScheme name="PowerPoi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25400" cap="flat">
          <a:solidFill>
            <a:schemeClr val="accent1"/>
          </a:solidFill>
          <a:prstDash val="solid"/>
          <a:round/>
        </a:ln>
        <a:effectLst/>
        <a:sp3d/>
      </a:spPr>
      <a:bodyPr rot="0" spcFirstLastPara="1" vertOverflow="overflow" horzOverflow="overflow" vert="horz" wrap="square" lIns="72000" tIns="72000" rIns="72000" bIns="72000" numCol="1" spcCol="38100" rtlCol="0" anchor="ctr">
        <a:spAutoFit/>
      </a:bodyPr>
      <a:lstStyle>
        <a:defPPr marL="0" marR="0" indent="0" algn="l" defTabSz="914400" rtl="0" fontAlgn="auto" latinLnBrk="0" hangingPunct="0">
          <a:lnSpc>
            <a:spcPct val="110000"/>
          </a:lnSpc>
          <a:spcBef>
            <a:spcPts val="0"/>
          </a:spcBef>
          <a:spcAft>
            <a:spcPts val="0"/>
          </a:spcAft>
          <a:buClrTx/>
          <a:buSzTx/>
          <a:buFontTx/>
          <a:buNone/>
          <a:tabLst/>
          <a:defRPr kumimoji="0" sz="2400" b="1" i="0" u="none" strike="noStrike" cap="none" spc="0" normalizeH="0" baseline="0">
            <a:ln>
              <a:noFill/>
            </a:ln>
            <a:solidFill>
              <a:srgbClr val="131B56"/>
            </a:solidFill>
            <a:effectLst/>
            <a:uFillTx/>
            <a:latin typeface="Muli-ExtraBold"/>
            <a:ea typeface="Muli-ExtraBold"/>
            <a:cs typeface="Muli-ExtraBold"/>
            <a:sym typeface="Muli-Extra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10000"/>
          </a:lnSpc>
          <a:spcBef>
            <a:spcPts val="0"/>
          </a:spcBef>
          <a:spcAft>
            <a:spcPts val="0"/>
          </a:spcAft>
          <a:buClrTx/>
          <a:buSzTx/>
          <a:buFontTx/>
          <a:buNone/>
          <a:tabLst/>
          <a:defRPr kumimoji="0" sz="2400" b="1" i="0" u="none" strike="noStrike" cap="none" spc="0" normalizeH="0" baseline="0">
            <a:ln>
              <a:noFill/>
            </a:ln>
            <a:solidFill>
              <a:srgbClr val="131B56"/>
            </a:solidFill>
            <a:effectLst/>
            <a:uFillTx/>
            <a:latin typeface="Muli-ExtraBold"/>
            <a:ea typeface="Muli-ExtraBold"/>
            <a:cs typeface="Muli-ExtraBold"/>
            <a:sym typeface="Muli-Extra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Accessibility_Powerpoint_basis_2023-08-18.potx  -  Alleen-lezen" id="{29BD1E3A-19E6-45CE-9ABD-C64F44292767}" vid="{A7C3B42C-4C5E-4CB4-B50C-24B2F81000E1}"/>
    </a:ext>
  </a:extLst>
</a:theme>
</file>

<file path=ppt/theme/theme2.xml><?xml version="1.0" encoding="utf-8"?>
<a:theme xmlns:a="http://schemas.openxmlformats.org/drawingml/2006/main" name="1_Bollen blanco">
  <a:themeElements>
    <a:clrScheme name="Accessibility kleurenpalet 1">
      <a:dk1>
        <a:srgbClr val="131B56"/>
      </a:dk1>
      <a:lt1>
        <a:srgbClr val="2B50EC"/>
      </a:lt1>
      <a:dk2>
        <a:srgbClr val="131B56"/>
      </a:dk2>
      <a:lt2>
        <a:srgbClr val="FFFFFF"/>
      </a:lt2>
      <a:accent1>
        <a:srgbClr val="108670"/>
      </a:accent1>
      <a:accent2>
        <a:srgbClr val="14B495"/>
      </a:accent2>
      <a:accent3>
        <a:srgbClr val="21CEA1"/>
      </a:accent3>
      <a:accent4>
        <a:srgbClr val="CC4C00"/>
      </a:accent4>
      <a:accent5>
        <a:srgbClr val="FF7C00"/>
      </a:accent5>
      <a:accent6>
        <a:srgbClr val="FFB800"/>
      </a:accent6>
      <a:hlink>
        <a:srgbClr val="2B50EC"/>
      </a:hlink>
      <a:folHlink>
        <a:srgbClr val="FE5302"/>
      </a:folHlink>
    </a:clrScheme>
    <a:fontScheme name="PowerPoint">
      <a:majorFont>
        <a:latin typeface="Helvetica"/>
        <a:ea typeface="Helvetica"/>
        <a:cs typeface="Helvetica"/>
      </a:majorFont>
      <a:minorFont>
        <a:latin typeface="Calibri"/>
        <a:ea typeface="Calibri"/>
        <a:cs typeface="Calibri"/>
      </a:minorFont>
    </a:fontScheme>
    <a:fmtScheme name="PowerPoi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25400" cap="flat">
          <a:solidFill>
            <a:schemeClr val="accent1"/>
          </a:solidFill>
          <a:prstDash val="solid"/>
          <a:round/>
        </a:ln>
        <a:effectLst/>
        <a:sp3d/>
      </a:spPr>
      <a:bodyPr rot="0" spcFirstLastPara="1" vertOverflow="overflow" horzOverflow="overflow" vert="horz" wrap="square" lIns="72000" tIns="72000" rIns="72000" bIns="72000" numCol="1" spcCol="38100" rtlCol="0" anchor="ctr">
        <a:spAutoFit/>
      </a:bodyPr>
      <a:lstStyle>
        <a:defPPr marL="0" marR="0" indent="0" algn="l" defTabSz="914400" rtl="0" fontAlgn="auto" latinLnBrk="0" hangingPunct="0">
          <a:lnSpc>
            <a:spcPct val="110000"/>
          </a:lnSpc>
          <a:spcBef>
            <a:spcPts val="0"/>
          </a:spcBef>
          <a:spcAft>
            <a:spcPts val="0"/>
          </a:spcAft>
          <a:buClrTx/>
          <a:buSzTx/>
          <a:buFontTx/>
          <a:buNone/>
          <a:tabLst/>
          <a:defRPr kumimoji="0" sz="2400" b="1" i="0" u="none" strike="noStrike" cap="none" spc="0" normalizeH="0" baseline="0">
            <a:ln>
              <a:noFill/>
            </a:ln>
            <a:solidFill>
              <a:srgbClr val="131B56"/>
            </a:solidFill>
            <a:effectLst/>
            <a:uFillTx/>
            <a:latin typeface="Muli-ExtraBold"/>
            <a:ea typeface="Muli-ExtraBold"/>
            <a:cs typeface="Muli-ExtraBold"/>
            <a:sym typeface="Muli-Extra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10000"/>
          </a:lnSpc>
          <a:spcBef>
            <a:spcPts val="0"/>
          </a:spcBef>
          <a:spcAft>
            <a:spcPts val="0"/>
          </a:spcAft>
          <a:buClrTx/>
          <a:buSzTx/>
          <a:buFontTx/>
          <a:buNone/>
          <a:tabLst/>
          <a:defRPr kumimoji="0" sz="2400" b="1" i="0" u="none" strike="noStrike" cap="none" spc="0" normalizeH="0" baseline="0">
            <a:ln>
              <a:noFill/>
            </a:ln>
            <a:solidFill>
              <a:srgbClr val="131B56"/>
            </a:solidFill>
            <a:effectLst/>
            <a:uFillTx/>
            <a:latin typeface="Muli-ExtraBold"/>
            <a:ea typeface="Muli-ExtraBold"/>
            <a:cs typeface="Muli-ExtraBold"/>
            <a:sym typeface="Muli-Extra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Accessibility_Powerpoint_basis_2023-08-18.potx  -  Alleen-lezen" id="{29BD1E3A-19E6-45CE-9ABD-C64F44292767}" vid="{A7C3B42C-4C5E-4CB4-B50C-24B2F81000E1}"/>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A5016CD21C50F4FA2E6D6D6A3B87310" ma:contentTypeVersion="20" ma:contentTypeDescription="Een nieuw document maken." ma:contentTypeScope="" ma:versionID="7bfd37b2d57a4243013b283cf1475283">
  <xsd:schema xmlns:xsd="http://www.w3.org/2001/XMLSchema" xmlns:xs="http://www.w3.org/2001/XMLSchema" xmlns:p="http://schemas.microsoft.com/office/2006/metadata/properties" xmlns:ns2="c943f701-3070-4014-93cc-e1a70bea7440" xmlns:ns3="1263c341-9713-4178-8275-9acf484fd0e5" xmlns:ns4="9b6572fc-fa2b-4547-9ddf-896420785c3e" targetNamespace="http://schemas.microsoft.com/office/2006/metadata/properties" ma:root="true" ma:fieldsID="0eea935bc52ce7f49403aa1a59bfbae3" ns2:_="" ns3:_="" ns4:_="">
    <xsd:import namespace="c943f701-3070-4014-93cc-e1a70bea7440"/>
    <xsd:import namespace="1263c341-9713-4178-8275-9acf484fd0e5"/>
    <xsd:import namespace="9b6572fc-fa2b-4547-9ddf-896420785c3e"/>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LengthInSeconds" minOccurs="0"/>
                <xsd:element ref="ns3:MediaServiceAutoKeyPoints" minOccurs="0"/>
                <xsd:element ref="ns3:MediaServiceKeyPoints" minOccurs="0"/>
                <xsd:element ref="ns3:MediaServiceLocation" minOccurs="0"/>
                <xsd:element ref="ns3:lcf76f155ced4ddcb4097134ff3c332f" minOccurs="0"/>
                <xsd:element ref="ns4:TaxCatchAll" minOccurs="0"/>
                <xsd:element ref="ns3:_Flow_SignoffStatus"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43f701-3070-4014-93cc-e1a70bea7440" elementFormDefault="qualified">
    <xsd:import namespace="http://schemas.microsoft.com/office/2006/documentManagement/types"/>
    <xsd:import namespace="http://schemas.microsoft.com/office/infopath/2007/PartnerControls"/>
    <xsd:element name="SharedWithUsers" ma:index="8"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Gedeeld met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263c341-9713-4178-8275-9acf484fd0e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Afbeeldingtags" ma:readOnly="false" ma:fieldId="{5cf76f15-5ced-4ddc-b409-7134ff3c332f}" ma:taxonomyMulti="true" ma:sspId="1ed76d20-58a8-4b1f-9877-7679a2579ca8" ma:termSetId="09814cd3-568e-fe90-9814-8d621ff8fb84" ma:anchorId="fba54fb3-c3e1-fe81-a776-ca4b69148c4d" ma:open="true" ma:isKeyword="false">
      <xsd:complexType>
        <xsd:sequence>
          <xsd:element ref="pc:Terms" minOccurs="0" maxOccurs="1"/>
        </xsd:sequence>
      </xsd:complexType>
    </xsd:element>
    <xsd:element name="_Flow_SignoffStatus" ma:index="24" nillable="true" ma:displayName="Afmeldingsstatus" ma:internalName="Afmeldingsstatus">
      <xsd:simpleType>
        <xsd:restriction base="dms:Text"/>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b6572fc-fa2b-4547-9ddf-896420785c3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2a0826c7-b843-4584-8746-1a60857b3873}" ma:internalName="TaxCatchAll" ma:showField="CatchAllData" ma:web="c943f701-3070-4014-93cc-e1a70bea744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9b6572fc-fa2b-4547-9ddf-896420785c3e" xsi:nil="true"/>
    <_Flow_SignoffStatus xmlns="1263c341-9713-4178-8275-9acf484fd0e5" xsi:nil="true"/>
    <lcf76f155ced4ddcb4097134ff3c332f xmlns="1263c341-9713-4178-8275-9acf484fd0e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113219B-A312-4437-8F70-F7A9CE6F0D49}">
  <ds:schemaRefs>
    <ds:schemaRef ds:uri="http://schemas.microsoft.com/sharepoint/v3/contenttype/forms"/>
  </ds:schemaRefs>
</ds:datastoreItem>
</file>

<file path=customXml/itemProps2.xml><?xml version="1.0" encoding="utf-8"?>
<ds:datastoreItem xmlns:ds="http://schemas.openxmlformats.org/officeDocument/2006/customXml" ds:itemID="{C438A276-FCAA-4B7C-8CDF-617FC09ACA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943f701-3070-4014-93cc-e1a70bea7440"/>
    <ds:schemaRef ds:uri="1263c341-9713-4178-8275-9acf484fd0e5"/>
    <ds:schemaRef ds:uri="9b6572fc-fa2b-4547-9ddf-896420785c3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4096348-261B-4513-BDE9-C20BA50A13DC}">
  <ds:schemaRefs>
    <ds:schemaRef ds:uri="http://schemas.microsoft.com/office/2006/metadata/properties"/>
    <ds:schemaRef ds:uri="http://www.w3.org/XML/1998/namespace"/>
    <ds:schemaRef ds:uri="http://purl.org/dc/terms/"/>
    <ds:schemaRef ds:uri="http://schemas.microsoft.com/office/2006/documentManagement/types"/>
    <ds:schemaRef ds:uri="http://schemas.microsoft.com/office/infopath/2007/PartnerControls"/>
    <ds:schemaRef ds:uri="http://purl.org/dc/elements/1.1/"/>
    <ds:schemaRef ds:uri="http://purl.org/dc/dcmitype/"/>
    <ds:schemaRef ds:uri="1263c341-9713-4178-8275-9acf484fd0e5"/>
    <ds:schemaRef ds:uri="9b6572fc-fa2b-4547-9ddf-896420785c3e"/>
    <ds:schemaRef ds:uri="http://schemas.openxmlformats.org/package/2006/metadata/core-properties"/>
    <ds:schemaRef ds:uri="c943f701-3070-4014-93cc-e1a70bea7440"/>
  </ds:schemaRefs>
</ds:datastoreItem>
</file>

<file path=docProps/app.xml><?xml version="1.0" encoding="utf-8"?>
<Properties xmlns="http://schemas.openxmlformats.org/officeDocument/2006/extended-properties" xmlns:vt="http://schemas.openxmlformats.org/officeDocument/2006/docPropsVTypes">
  <TotalTime>196</TotalTime>
  <Words>398</Words>
  <Application>Microsoft Office PowerPoint</Application>
  <PresentationFormat>A4 (210 x 297 mm)</PresentationFormat>
  <Paragraphs>81</Paragraphs>
  <Slides>5</Slides>
  <Notes>1</Notes>
  <HiddenSlides>0</HiddenSlides>
  <MMClips>0</MMClips>
  <ScaleCrop>false</ScaleCrop>
  <HeadingPairs>
    <vt:vector size="6" baseType="variant">
      <vt:variant>
        <vt:lpstr>Gebruikte lettertypen</vt:lpstr>
      </vt:variant>
      <vt:variant>
        <vt:i4>6</vt:i4>
      </vt:variant>
      <vt:variant>
        <vt:lpstr>Thema</vt:lpstr>
      </vt:variant>
      <vt:variant>
        <vt:i4>2</vt:i4>
      </vt:variant>
      <vt:variant>
        <vt:lpstr>Diatitels</vt:lpstr>
      </vt:variant>
      <vt:variant>
        <vt:i4>5</vt:i4>
      </vt:variant>
    </vt:vector>
  </HeadingPairs>
  <TitlesOfParts>
    <vt:vector size="13" baseType="lpstr">
      <vt:lpstr>Aptos</vt:lpstr>
      <vt:lpstr>Arial</vt:lpstr>
      <vt:lpstr>Karla</vt:lpstr>
      <vt:lpstr>Muli</vt:lpstr>
      <vt:lpstr>Muli ExtraBold</vt:lpstr>
      <vt:lpstr>Muli-ExtraBold</vt:lpstr>
      <vt:lpstr>Bollen blanco</vt:lpstr>
      <vt:lpstr>1_Bollen blanco</vt:lpstr>
      <vt:lpstr>ADHD - Strooptest</vt:lpstr>
      <vt:lpstr>Kaart 1 - Benoem de woorden</vt:lpstr>
      <vt:lpstr>Kaart 2- Benoem de kleuren</vt:lpstr>
      <vt:lpstr>Kaart 3- Benoem de kleuren</vt:lpstr>
      <vt:lpstr>Score kaart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Color blind Lego building</dc:title>
  <dc:creator>Hootsmans, Eva</dc:creator>
  <cp:lastModifiedBy>Moreno Hidalgo, Ana Julia</cp:lastModifiedBy>
  <cp:revision>11</cp:revision>
  <cp:lastPrinted>2025-01-23T06:56:16Z</cp:lastPrinted>
  <dcterms:created xsi:type="dcterms:W3CDTF">2024-05-29T09:18:25Z</dcterms:created>
  <dcterms:modified xsi:type="dcterms:W3CDTF">2026-06-09T11:56:05Z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0x0101006A5016CD21C50F4FA2E6D6D6A3B87310</vt:lpwstr>
  </property>
  <property fmtid="{D5CDD505-2E9C-101B-9397-08002B2CF9AE}" pid="3" name="MediaServiceImageTags">
    <vt:lpwstr/>
  </property>
</Properties>
</file>