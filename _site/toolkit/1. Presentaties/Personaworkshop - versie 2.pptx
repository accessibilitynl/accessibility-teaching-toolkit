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37"/>
  </p:notesMasterIdLst>
  <p:sldIdLst>
    <p:sldId id="2147482814" r:id="rId5"/>
    <p:sldId id="257" r:id="rId6"/>
    <p:sldId id="258" r:id="rId7"/>
    <p:sldId id="376" r:id="rId8"/>
    <p:sldId id="299" r:id="rId9"/>
    <p:sldId id="409" r:id="rId10"/>
    <p:sldId id="377" r:id="rId11"/>
    <p:sldId id="378" r:id="rId12"/>
    <p:sldId id="380" r:id="rId13"/>
    <p:sldId id="379" r:id="rId14"/>
    <p:sldId id="381" r:id="rId15"/>
    <p:sldId id="274" r:id="rId16"/>
    <p:sldId id="382" r:id="rId17"/>
    <p:sldId id="2147482816" r:id="rId18"/>
    <p:sldId id="2147482817" r:id="rId19"/>
    <p:sldId id="2147482819" r:id="rId20"/>
    <p:sldId id="2147482818" r:id="rId21"/>
    <p:sldId id="405" r:id="rId22"/>
    <p:sldId id="387" r:id="rId23"/>
    <p:sldId id="388" r:id="rId24"/>
    <p:sldId id="389" r:id="rId25"/>
    <p:sldId id="390" r:id="rId26"/>
    <p:sldId id="386" r:id="rId27"/>
    <p:sldId id="393" r:id="rId28"/>
    <p:sldId id="392" r:id="rId29"/>
    <p:sldId id="391" r:id="rId30"/>
    <p:sldId id="394" r:id="rId31"/>
    <p:sldId id="395" r:id="rId32"/>
    <p:sldId id="396" r:id="rId33"/>
    <p:sldId id="2147482820" r:id="rId34"/>
    <p:sldId id="399" r:id="rId35"/>
    <p:sldId id="2147482815" r:id="rId36"/>
  </p:sldIdLst>
  <p:sldSz cx="12192000" cy="6858000"/>
  <p:notesSz cx="6797675" cy="9928225"/>
  <p:embeddedFontLst>
    <p:embeddedFont>
      <p:font typeface="Verdana" panose="020B0604030504040204" pitchFamily="34" charset="0"/>
      <p:regular r:id="rId38"/>
      <p:bold r:id="rId39"/>
      <p:italic r:id="rId40"/>
      <p:boldItalic r:id="rId41"/>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en Introductie" id="{AEC3A4C5-B97A-49CE-A7F6-E83381AEDE1B}">
          <p14:sldIdLst>
            <p14:sldId id="2147482814"/>
            <p14:sldId id="257"/>
            <p14:sldId id="258"/>
            <p14:sldId id="376"/>
          </p14:sldIdLst>
        </p14:section>
        <p14:section name="Inclusief ontwerp" id="{01FB3685-F436-45D4-A3F5-34C8455D3ABC}">
          <p14:sldIdLst>
            <p14:sldId id="299"/>
            <p14:sldId id="409"/>
            <p14:sldId id="377"/>
            <p14:sldId id="378"/>
            <p14:sldId id="380"/>
            <p14:sldId id="379"/>
            <p14:sldId id="381"/>
            <p14:sldId id="274"/>
            <p14:sldId id="382"/>
            <p14:sldId id="2147482816"/>
            <p14:sldId id="2147482817"/>
            <p14:sldId id="2147482819"/>
            <p14:sldId id="2147482818"/>
            <p14:sldId id="405"/>
            <p14:sldId id="387"/>
            <p14:sldId id="388"/>
            <p14:sldId id="389"/>
            <p14:sldId id="390"/>
            <p14:sldId id="386"/>
            <p14:sldId id="393"/>
            <p14:sldId id="392"/>
            <p14:sldId id="391"/>
            <p14:sldId id="394"/>
            <p14:sldId id="395"/>
            <p14:sldId id="396"/>
            <p14:sldId id="2147482820"/>
            <p14:sldId id="399"/>
            <p14:sldId id="214748281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3B5A89-40EC-33D8-1EEF-7209DC310233}" name="Jansen, Jolijn" initials="JJ" userId="S::jojansen@accessibility.nl::6c51612a-ae5b-4685-a463-4602f0fa0c33" providerId="AD"/>
  <p188:author id="{7C2E1AE7-FAC3-9C19-0DB0-DD84942D3BFA}" name="Moreno Hidalgo, Ana Julia" initials="AM" userId="S::ajmorenohidalgo@accessibility.nl::86045df5-2826-4e0a-a611-ac63bd869f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6202A"/>
    <a:srgbClr val="131B56"/>
    <a:srgbClr val="C95300"/>
    <a:srgbClr val="2B50EC"/>
    <a:srgbClr val="108670"/>
    <a:srgbClr val="E7E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35A087-D9D6-4465-BEB7-CED9B5C49CF8}" v="27" dt="2026-06-08T14:52:19.337"/>
    <p1510:client id="{8AB2B274-4E03-4621-A2CE-310BB3563072}" vWet="2" dt="2026-06-08T14:48:40.83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eno Hidalgo, Ana Julia" userId="86045df5-2826-4e0a-a611-ac63bd869f36" providerId="ADAL" clId="{8A9577EC-938E-40A6-8C5F-F44CA8D3340E}"/>
    <pc:docChg chg="undo custSel addSld delSld modSld sldOrd delSection modSection">
      <pc:chgData name="Moreno Hidalgo, Ana Julia" userId="86045df5-2826-4e0a-a611-ac63bd869f36" providerId="ADAL" clId="{8A9577EC-938E-40A6-8C5F-F44CA8D3340E}" dt="2026-06-08T14:52:19.337" v="1699" actId="13244"/>
      <pc:docMkLst>
        <pc:docMk/>
      </pc:docMkLst>
      <pc:sldChg chg="modSp mod">
        <pc:chgData name="Moreno Hidalgo, Ana Julia" userId="86045df5-2826-4e0a-a611-ac63bd869f36" providerId="ADAL" clId="{8A9577EC-938E-40A6-8C5F-F44CA8D3340E}" dt="2026-05-27T14:01:04.539" v="827" actId="6549"/>
        <pc:sldMkLst>
          <pc:docMk/>
          <pc:sldMk cId="2963097791" sldId="258"/>
        </pc:sldMkLst>
        <pc:spChg chg="mod">
          <ac:chgData name="Moreno Hidalgo, Ana Julia" userId="86045df5-2826-4e0a-a611-ac63bd869f36" providerId="ADAL" clId="{8A9577EC-938E-40A6-8C5F-F44CA8D3340E}" dt="2026-05-27T14:01:04.539" v="827" actId="6549"/>
          <ac:spMkLst>
            <pc:docMk/>
            <pc:sldMk cId="2963097791" sldId="258"/>
            <ac:spMk id="3" creationId="{A130C9D9-85C6-7B85-3019-0D94DC55882E}"/>
          </ac:spMkLst>
        </pc:spChg>
      </pc:sldChg>
      <pc:sldChg chg="modSp mod">
        <pc:chgData name="Moreno Hidalgo, Ana Julia" userId="86045df5-2826-4e0a-a611-ac63bd869f36" providerId="ADAL" clId="{8A9577EC-938E-40A6-8C5F-F44CA8D3340E}" dt="2026-05-27T14:02:23.394" v="842" actId="20577"/>
        <pc:sldMkLst>
          <pc:docMk/>
          <pc:sldMk cId="3066845809" sldId="377"/>
        </pc:sldMkLst>
        <pc:spChg chg="mod">
          <ac:chgData name="Moreno Hidalgo, Ana Julia" userId="86045df5-2826-4e0a-a611-ac63bd869f36" providerId="ADAL" clId="{8A9577EC-938E-40A6-8C5F-F44CA8D3340E}" dt="2026-05-27T14:02:23.394" v="842" actId="20577"/>
          <ac:spMkLst>
            <pc:docMk/>
            <pc:sldMk cId="3066845809" sldId="377"/>
            <ac:spMk id="2" creationId="{040C2E5D-4932-FF27-4DD8-668243801B2E}"/>
          </ac:spMkLst>
        </pc:spChg>
      </pc:sldChg>
      <pc:sldChg chg="modSp mod">
        <pc:chgData name="Moreno Hidalgo, Ana Julia" userId="86045df5-2826-4e0a-a611-ac63bd869f36" providerId="ADAL" clId="{8A9577EC-938E-40A6-8C5F-F44CA8D3340E}" dt="2026-05-27T14:04:31.019" v="882" actId="20577"/>
        <pc:sldMkLst>
          <pc:docMk/>
          <pc:sldMk cId="4028567971" sldId="378"/>
        </pc:sldMkLst>
        <pc:spChg chg="mod">
          <ac:chgData name="Moreno Hidalgo, Ana Julia" userId="86045df5-2826-4e0a-a611-ac63bd869f36" providerId="ADAL" clId="{8A9577EC-938E-40A6-8C5F-F44CA8D3340E}" dt="2026-05-27T14:04:31.019" v="882" actId="20577"/>
          <ac:spMkLst>
            <pc:docMk/>
            <pc:sldMk cId="4028567971" sldId="378"/>
            <ac:spMk id="2" creationId="{505DAFDE-4667-C3AB-CBAE-E6295D2CFFF7}"/>
          </ac:spMkLst>
        </pc:spChg>
      </pc:sldChg>
      <pc:sldChg chg="modSp mod">
        <pc:chgData name="Moreno Hidalgo, Ana Julia" userId="86045df5-2826-4e0a-a611-ac63bd869f36" providerId="ADAL" clId="{8A9577EC-938E-40A6-8C5F-F44CA8D3340E}" dt="2026-05-27T14:04:41.683" v="888" actId="20577"/>
        <pc:sldMkLst>
          <pc:docMk/>
          <pc:sldMk cId="3165415709" sldId="379"/>
        </pc:sldMkLst>
        <pc:spChg chg="mod">
          <ac:chgData name="Moreno Hidalgo, Ana Julia" userId="86045df5-2826-4e0a-a611-ac63bd869f36" providerId="ADAL" clId="{8A9577EC-938E-40A6-8C5F-F44CA8D3340E}" dt="2026-05-27T14:04:41.683" v="888" actId="20577"/>
          <ac:spMkLst>
            <pc:docMk/>
            <pc:sldMk cId="3165415709" sldId="379"/>
            <ac:spMk id="2" creationId="{CCC9D5BE-8884-9528-D7B4-5E822BE84489}"/>
          </ac:spMkLst>
        </pc:spChg>
      </pc:sldChg>
      <pc:sldChg chg="addSp delSp modSp mod">
        <pc:chgData name="Moreno Hidalgo, Ana Julia" userId="86045df5-2826-4e0a-a611-ac63bd869f36" providerId="ADAL" clId="{8A9577EC-938E-40A6-8C5F-F44CA8D3340E}" dt="2026-06-08T14:52:19.337" v="1699" actId="13244"/>
        <pc:sldMkLst>
          <pc:docMk/>
          <pc:sldMk cId="2791032443" sldId="381"/>
        </pc:sldMkLst>
        <pc:spChg chg="add del mod">
          <ac:chgData name="Moreno Hidalgo, Ana Julia" userId="86045df5-2826-4e0a-a611-ac63bd869f36" providerId="ADAL" clId="{8A9577EC-938E-40A6-8C5F-F44CA8D3340E}" dt="2026-06-08T14:51:55.995" v="1697"/>
          <ac:spMkLst>
            <pc:docMk/>
            <pc:sldMk cId="2791032443" sldId="381"/>
            <ac:spMk id="5" creationId="{6B7A9FAC-8790-A410-C053-DBFE964C3544}"/>
          </ac:spMkLst>
        </pc:spChg>
        <pc:picChg chg="del mod">
          <ac:chgData name="Moreno Hidalgo, Ana Julia" userId="86045df5-2826-4e0a-a611-ac63bd869f36" providerId="ADAL" clId="{8A9577EC-938E-40A6-8C5F-F44CA8D3340E}" dt="2026-06-08T14:51:50.604" v="1695" actId="478"/>
          <ac:picMkLst>
            <pc:docMk/>
            <pc:sldMk cId="2791032443" sldId="381"/>
            <ac:picMk id="4" creationId="{1B2D0A5D-2CEB-ADED-FB18-AF1541A073CF}"/>
          </ac:picMkLst>
        </pc:picChg>
        <pc:picChg chg="add mod ord">
          <ac:chgData name="Moreno Hidalgo, Ana Julia" userId="86045df5-2826-4e0a-a611-ac63bd869f36" providerId="ADAL" clId="{8A9577EC-938E-40A6-8C5F-F44CA8D3340E}" dt="2026-06-08T14:52:19.337" v="1699" actId="13244"/>
          <ac:picMkLst>
            <pc:docMk/>
            <pc:sldMk cId="2791032443" sldId="381"/>
            <ac:picMk id="6" creationId="{1F46F79A-2706-4B84-625D-A09C0F40A523}"/>
          </ac:picMkLst>
        </pc:picChg>
        <pc:picChg chg="del mod">
          <ac:chgData name="Moreno Hidalgo, Ana Julia" userId="86045df5-2826-4e0a-a611-ac63bd869f36" providerId="ADAL" clId="{8A9577EC-938E-40A6-8C5F-F44CA8D3340E}" dt="2026-06-08T14:51:52.299" v="1696" actId="478"/>
          <ac:picMkLst>
            <pc:docMk/>
            <pc:sldMk cId="2791032443" sldId="381"/>
            <ac:picMk id="8" creationId="{76A4A57D-1D35-817D-830A-2B760FCCB996}"/>
          </ac:picMkLst>
        </pc:picChg>
      </pc:sldChg>
      <pc:sldChg chg="modSp mod">
        <pc:chgData name="Moreno Hidalgo, Ana Julia" userId="86045df5-2826-4e0a-a611-ac63bd869f36" providerId="ADAL" clId="{8A9577EC-938E-40A6-8C5F-F44CA8D3340E}" dt="2026-06-03T14:37:19.985" v="1633" actId="20577"/>
        <pc:sldMkLst>
          <pc:docMk/>
          <pc:sldMk cId="4246261526" sldId="382"/>
        </pc:sldMkLst>
        <pc:spChg chg="mod">
          <ac:chgData name="Moreno Hidalgo, Ana Julia" userId="86045df5-2826-4e0a-a611-ac63bd869f36" providerId="ADAL" clId="{8A9577EC-938E-40A6-8C5F-F44CA8D3340E}" dt="2026-06-03T14:37:19.985" v="1633" actId="20577"/>
          <ac:spMkLst>
            <pc:docMk/>
            <pc:sldMk cId="4246261526" sldId="382"/>
            <ac:spMk id="2" creationId="{838A3614-48D3-3009-0771-8D04CA63AC6D}"/>
          </ac:spMkLst>
        </pc:spChg>
        <pc:spChg chg="mod">
          <ac:chgData name="Moreno Hidalgo, Ana Julia" userId="86045df5-2826-4e0a-a611-ac63bd869f36" providerId="ADAL" clId="{8A9577EC-938E-40A6-8C5F-F44CA8D3340E}" dt="2026-06-02T14:40:00.005" v="1619" actId="113"/>
          <ac:spMkLst>
            <pc:docMk/>
            <pc:sldMk cId="4246261526" sldId="382"/>
            <ac:spMk id="3" creationId="{45A1CADA-B168-B751-9925-588B79C301F2}"/>
          </ac:spMkLst>
        </pc:spChg>
      </pc:sldChg>
      <pc:sldChg chg="addSp modSp mod">
        <pc:chgData name="Moreno Hidalgo, Ana Julia" userId="86045df5-2826-4e0a-a611-ac63bd869f36" providerId="ADAL" clId="{8A9577EC-938E-40A6-8C5F-F44CA8D3340E}" dt="2026-05-27T13:53:42.692" v="786" actId="166"/>
        <pc:sldMkLst>
          <pc:docMk/>
          <pc:sldMk cId="2777025704" sldId="386"/>
        </pc:sldMkLst>
        <pc:spChg chg="mod">
          <ac:chgData name="Moreno Hidalgo, Ana Julia" userId="86045df5-2826-4e0a-a611-ac63bd869f36" providerId="ADAL" clId="{8A9577EC-938E-40A6-8C5F-F44CA8D3340E}" dt="2026-05-27T13:52:59.561" v="779" actId="1076"/>
          <ac:spMkLst>
            <pc:docMk/>
            <pc:sldMk cId="2777025704" sldId="386"/>
            <ac:spMk id="2" creationId="{98E8C9DB-7997-DBC3-6D19-07BE4F799398}"/>
          </ac:spMkLst>
        </pc:spChg>
        <pc:spChg chg="add mod">
          <ac:chgData name="Moreno Hidalgo, Ana Julia" userId="86045df5-2826-4e0a-a611-ac63bd869f36" providerId="ADAL" clId="{8A9577EC-938E-40A6-8C5F-F44CA8D3340E}" dt="2026-05-27T13:53:39.962" v="785" actId="14100"/>
          <ac:spMkLst>
            <pc:docMk/>
            <pc:sldMk cId="2777025704" sldId="386"/>
            <ac:spMk id="3" creationId="{B01ADFBF-4525-F6B3-51E3-95E038D6E482}"/>
          </ac:spMkLst>
        </pc:spChg>
        <pc:picChg chg="ord">
          <ac:chgData name="Moreno Hidalgo, Ana Julia" userId="86045df5-2826-4e0a-a611-ac63bd869f36" providerId="ADAL" clId="{8A9577EC-938E-40A6-8C5F-F44CA8D3340E}" dt="2026-05-27T13:53:42.692" v="786" actId="166"/>
          <ac:picMkLst>
            <pc:docMk/>
            <pc:sldMk cId="2777025704" sldId="386"/>
            <ac:picMk id="5" creationId="{6BD62B0A-3A27-8CD4-9874-5DF4A15454FA}"/>
          </ac:picMkLst>
        </pc:picChg>
      </pc:sldChg>
      <pc:sldChg chg="addSp delSp modSp mod modNotesTx">
        <pc:chgData name="Moreno Hidalgo, Ana Julia" userId="86045df5-2826-4e0a-a611-ac63bd869f36" providerId="ADAL" clId="{8A9577EC-938E-40A6-8C5F-F44CA8D3340E}" dt="2026-05-27T13:50:16.764" v="750" actId="166"/>
        <pc:sldMkLst>
          <pc:docMk/>
          <pc:sldMk cId="3322164499" sldId="387"/>
        </pc:sldMkLst>
        <pc:spChg chg="mod">
          <ac:chgData name="Moreno Hidalgo, Ana Julia" userId="86045df5-2826-4e0a-a611-ac63bd869f36" providerId="ADAL" clId="{8A9577EC-938E-40A6-8C5F-F44CA8D3340E}" dt="2026-05-27T13:49:44.350" v="745" actId="14100"/>
          <ac:spMkLst>
            <pc:docMk/>
            <pc:sldMk cId="3322164499" sldId="387"/>
            <ac:spMk id="2" creationId="{72929BAD-A9B3-6440-5B40-B7B19D6A36EF}"/>
          </ac:spMkLst>
        </pc:spChg>
        <pc:spChg chg="add mod">
          <ac:chgData name="Moreno Hidalgo, Ana Julia" userId="86045df5-2826-4e0a-a611-ac63bd869f36" providerId="ADAL" clId="{8A9577EC-938E-40A6-8C5F-F44CA8D3340E}" dt="2026-05-27T13:50:03.100" v="748" actId="1076"/>
          <ac:spMkLst>
            <pc:docMk/>
            <pc:sldMk cId="3322164499" sldId="387"/>
            <ac:spMk id="6" creationId="{DD9927E3-BBD9-689E-6B0E-4977DC9A24F7}"/>
          </ac:spMkLst>
        </pc:spChg>
        <pc:picChg chg="mod ord">
          <ac:chgData name="Moreno Hidalgo, Ana Julia" userId="86045df5-2826-4e0a-a611-ac63bd869f36" providerId="ADAL" clId="{8A9577EC-938E-40A6-8C5F-F44CA8D3340E}" dt="2026-05-27T13:50:16.764" v="750" actId="166"/>
          <ac:picMkLst>
            <pc:docMk/>
            <pc:sldMk cId="3322164499" sldId="387"/>
            <ac:picMk id="7" creationId="{9C7CE453-64AB-03BF-D606-19BD42C11A60}"/>
          </ac:picMkLst>
        </pc:picChg>
      </pc:sldChg>
      <pc:sldChg chg="addSp modSp mod">
        <pc:chgData name="Moreno Hidalgo, Ana Julia" userId="86045df5-2826-4e0a-a611-ac63bd869f36" providerId="ADAL" clId="{8A9577EC-938E-40A6-8C5F-F44CA8D3340E}" dt="2026-06-02T08:12:54.416" v="1528" actId="1076"/>
        <pc:sldMkLst>
          <pc:docMk/>
          <pc:sldMk cId="1430439344" sldId="388"/>
        </pc:sldMkLst>
        <pc:spChg chg="mod">
          <ac:chgData name="Moreno Hidalgo, Ana Julia" userId="86045df5-2826-4e0a-a611-ac63bd869f36" providerId="ADAL" clId="{8A9577EC-938E-40A6-8C5F-F44CA8D3340E}" dt="2026-05-27T13:50:33.783" v="752" actId="1076"/>
          <ac:spMkLst>
            <pc:docMk/>
            <pc:sldMk cId="1430439344" sldId="388"/>
            <ac:spMk id="2" creationId="{ABAA9532-BDEE-E052-FA68-6167A4AA326B}"/>
          </ac:spMkLst>
        </pc:spChg>
        <pc:spChg chg="add mod">
          <ac:chgData name="Moreno Hidalgo, Ana Julia" userId="86045df5-2826-4e0a-a611-ac63bd869f36" providerId="ADAL" clId="{8A9577EC-938E-40A6-8C5F-F44CA8D3340E}" dt="2026-05-27T13:50:43.009" v="755" actId="14100"/>
          <ac:spMkLst>
            <pc:docMk/>
            <pc:sldMk cId="1430439344" sldId="388"/>
            <ac:spMk id="4" creationId="{47B9A192-89C2-AC48-872D-F5A9F15F187D}"/>
          </ac:spMkLst>
        </pc:spChg>
        <pc:picChg chg="mod ord">
          <ac:chgData name="Moreno Hidalgo, Ana Julia" userId="86045df5-2826-4e0a-a611-ac63bd869f36" providerId="ADAL" clId="{8A9577EC-938E-40A6-8C5F-F44CA8D3340E}" dt="2026-06-02T08:12:54.416" v="1528" actId="1076"/>
          <ac:picMkLst>
            <pc:docMk/>
            <pc:sldMk cId="1430439344" sldId="388"/>
            <ac:picMk id="7" creationId="{D81CE8FD-F0A6-24D8-E518-37FCAF3D6E80}"/>
          </ac:picMkLst>
        </pc:picChg>
      </pc:sldChg>
      <pc:sldChg chg="addSp modSp mod">
        <pc:chgData name="Moreno Hidalgo, Ana Julia" userId="86045df5-2826-4e0a-a611-ac63bd869f36" providerId="ADAL" clId="{8A9577EC-938E-40A6-8C5F-F44CA8D3340E}" dt="2026-05-27T13:52:15.091" v="768" actId="1076"/>
        <pc:sldMkLst>
          <pc:docMk/>
          <pc:sldMk cId="572108139" sldId="389"/>
        </pc:sldMkLst>
        <pc:spChg chg="mod">
          <ac:chgData name="Moreno Hidalgo, Ana Julia" userId="86045df5-2826-4e0a-a611-ac63bd869f36" providerId="ADAL" clId="{8A9577EC-938E-40A6-8C5F-F44CA8D3340E}" dt="2026-05-27T13:51:27.278" v="760" actId="1076"/>
          <ac:spMkLst>
            <pc:docMk/>
            <pc:sldMk cId="572108139" sldId="389"/>
            <ac:spMk id="2" creationId="{0C0181DE-BB16-FDDC-565D-035708CE1ED1}"/>
          </ac:spMkLst>
        </pc:spChg>
        <pc:spChg chg="add mod">
          <ac:chgData name="Moreno Hidalgo, Ana Julia" userId="86045df5-2826-4e0a-a611-ac63bd869f36" providerId="ADAL" clId="{8A9577EC-938E-40A6-8C5F-F44CA8D3340E}" dt="2026-05-27T13:51:44.089" v="764" actId="14100"/>
          <ac:spMkLst>
            <pc:docMk/>
            <pc:sldMk cId="572108139" sldId="389"/>
            <ac:spMk id="4" creationId="{6879B2AF-7BA9-8C69-772C-A6C5FC0D2F48}"/>
          </ac:spMkLst>
        </pc:spChg>
        <pc:picChg chg="mod ord">
          <ac:chgData name="Moreno Hidalgo, Ana Julia" userId="86045df5-2826-4e0a-a611-ac63bd869f36" providerId="ADAL" clId="{8A9577EC-938E-40A6-8C5F-F44CA8D3340E}" dt="2026-05-27T13:52:15.091" v="768" actId="1076"/>
          <ac:picMkLst>
            <pc:docMk/>
            <pc:sldMk cId="572108139" sldId="389"/>
            <ac:picMk id="7" creationId="{3D3CC7CA-E7ED-966D-7A68-80561AA77D81}"/>
          </ac:picMkLst>
        </pc:picChg>
      </pc:sldChg>
      <pc:sldChg chg="addSp modSp mod">
        <pc:chgData name="Moreno Hidalgo, Ana Julia" userId="86045df5-2826-4e0a-a611-ac63bd869f36" providerId="ADAL" clId="{8A9577EC-938E-40A6-8C5F-F44CA8D3340E}" dt="2026-05-27T13:52:46.150" v="777" actId="166"/>
        <pc:sldMkLst>
          <pc:docMk/>
          <pc:sldMk cId="470801937" sldId="390"/>
        </pc:sldMkLst>
        <pc:spChg chg="mod">
          <ac:chgData name="Moreno Hidalgo, Ana Julia" userId="86045df5-2826-4e0a-a611-ac63bd869f36" providerId="ADAL" clId="{8A9577EC-938E-40A6-8C5F-F44CA8D3340E}" dt="2026-05-27T13:52:29.253" v="771" actId="14100"/>
          <ac:spMkLst>
            <pc:docMk/>
            <pc:sldMk cId="470801937" sldId="390"/>
            <ac:spMk id="2" creationId="{6DBD1E75-CAF3-616B-0D18-10FD5A16BDBA}"/>
          </ac:spMkLst>
        </pc:spChg>
        <pc:spChg chg="add mod">
          <ac:chgData name="Moreno Hidalgo, Ana Julia" userId="86045df5-2826-4e0a-a611-ac63bd869f36" providerId="ADAL" clId="{8A9577EC-938E-40A6-8C5F-F44CA8D3340E}" dt="2026-05-27T13:52:38.536" v="775" actId="14100"/>
          <ac:spMkLst>
            <pc:docMk/>
            <pc:sldMk cId="470801937" sldId="390"/>
            <ac:spMk id="4" creationId="{ED36C92E-FDE1-B7D5-D87C-E2A793295EE2}"/>
          </ac:spMkLst>
        </pc:spChg>
        <pc:picChg chg="mod ord">
          <ac:chgData name="Moreno Hidalgo, Ana Julia" userId="86045df5-2826-4e0a-a611-ac63bd869f36" providerId="ADAL" clId="{8A9577EC-938E-40A6-8C5F-F44CA8D3340E}" dt="2026-05-27T13:52:46.150" v="777" actId="166"/>
          <ac:picMkLst>
            <pc:docMk/>
            <pc:sldMk cId="470801937" sldId="390"/>
            <ac:picMk id="7" creationId="{21E59B59-2654-DD99-C17C-50C37C99D345}"/>
          </ac:picMkLst>
        </pc:picChg>
      </pc:sldChg>
      <pc:sldChg chg="addSp delSp modSp mod modShow modNotesTx">
        <pc:chgData name="Moreno Hidalgo, Ana Julia" userId="86045df5-2826-4e0a-a611-ac63bd869f36" providerId="ADAL" clId="{8A9577EC-938E-40A6-8C5F-F44CA8D3340E}" dt="2026-05-27T13:57:05.618" v="817" actId="6549"/>
        <pc:sldMkLst>
          <pc:docMk/>
          <pc:sldMk cId="14301410" sldId="391"/>
        </pc:sldMkLst>
        <pc:spChg chg="mod">
          <ac:chgData name="Moreno Hidalgo, Ana Julia" userId="86045df5-2826-4e0a-a611-ac63bd869f36" providerId="ADAL" clId="{8A9577EC-938E-40A6-8C5F-F44CA8D3340E}" dt="2026-05-27T13:56:19.815" v="811" actId="14100"/>
          <ac:spMkLst>
            <pc:docMk/>
            <pc:sldMk cId="14301410" sldId="391"/>
            <ac:spMk id="2" creationId="{EDEB3FD0-8256-824B-E6AB-7CE60574E7DE}"/>
          </ac:spMkLst>
        </pc:spChg>
        <pc:spChg chg="add">
          <ac:chgData name="Moreno Hidalgo, Ana Julia" userId="86045df5-2826-4e0a-a611-ac63bd869f36" providerId="ADAL" clId="{8A9577EC-938E-40A6-8C5F-F44CA8D3340E}" dt="2026-05-27T13:56:05.831" v="806" actId="22"/>
          <ac:spMkLst>
            <pc:docMk/>
            <pc:sldMk cId="14301410" sldId="391"/>
            <ac:spMk id="4" creationId="{D00A0FA9-D6BD-1D04-1D0F-0832FFCF19D5}"/>
          </ac:spMkLst>
        </pc:spChg>
        <pc:picChg chg="mod ord">
          <ac:chgData name="Moreno Hidalgo, Ana Julia" userId="86045df5-2826-4e0a-a611-ac63bd869f36" providerId="ADAL" clId="{8A9577EC-938E-40A6-8C5F-F44CA8D3340E}" dt="2026-05-27T13:56:35.741" v="813" actId="166"/>
          <ac:picMkLst>
            <pc:docMk/>
            <pc:sldMk cId="14301410" sldId="391"/>
            <ac:picMk id="5" creationId="{2358BF09-A0D5-3195-59F6-4E2ABD8A2660}"/>
          </ac:picMkLst>
        </pc:picChg>
      </pc:sldChg>
      <pc:sldChg chg="addSp modSp mod modShow modNotesTx">
        <pc:chgData name="Moreno Hidalgo, Ana Julia" userId="86045df5-2826-4e0a-a611-ac63bd869f36" providerId="ADAL" clId="{8A9577EC-938E-40A6-8C5F-F44CA8D3340E}" dt="2026-05-27T13:57:09.740" v="818" actId="20577"/>
        <pc:sldMkLst>
          <pc:docMk/>
          <pc:sldMk cId="2483824144" sldId="392"/>
        </pc:sldMkLst>
        <pc:spChg chg="mod">
          <ac:chgData name="Moreno Hidalgo, Ana Julia" userId="86045df5-2826-4e0a-a611-ac63bd869f36" providerId="ADAL" clId="{8A9577EC-938E-40A6-8C5F-F44CA8D3340E}" dt="2026-05-27T13:55:00.134" v="797" actId="1076"/>
          <ac:spMkLst>
            <pc:docMk/>
            <pc:sldMk cId="2483824144" sldId="392"/>
            <ac:spMk id="2" creationId="{4863B597-D7D0-A46A-054E-0AB2AD4A8B50}"/>
          </ac:spMkLst>
        </pc:spChg>
        <pc:spChg chg="add mod">
          <ac:chgData name="Moreno Hidalgo, Ana Julia" userId="86045df5-2826-4e0a-a611-ac63bd869f36" providerId="ADAL" clId="{8A9577EC-938E-40A6-8C5F-F44CA8D3340E}" dt="2026-05-27T13:55:14.548" v="800" actId="14100"/>
          <ac:spMkLst>
            <pc:docMk/>
            <pc:sldMk cId="2483824144" sldId="392"/>
            <ac:spMk id="4" creationId="{E32D2813-74A8-3BB3-869B-ED2EF9850C12}"/>
          </ac:spMkLst>
        </pc:spChg>
        <pc:picChg chg="mod ord">
          <ac:chgData name="Moreno Hidalgo, Ana Julia" userId="86045df5-2826-4e0a-a611-ac63bd869f36" providerId="ADAL" clId="{8A9577EC-938E-40A6-8C5F-F44CA8D3340E}" dt="2026-05-27T13:55:37.129" v="803" actId="166"/>
          <ac:picMkLst>
            <pc:docMk/>
            <pc:sldMk cId="2483824144" sldId="392"/>
            <ac:picMk id="7" creationId="{67DD48C7-7300-6EDF-63D8-57E6AB2250D0}"/>
          </ac:picMkLst>
        </pc:picChg>
      </pc:sldChg>
      <pc:sldChg chg="addSp modSp mod">
        <pc:chgData name="Moreno Hidalgo, Ana Julia" userId="86045df5-2826-4e0a-a611-ac63bd869f36" providerId="ADAL" clId="{8A9577EC-938E-40A6-8C5F-F44CA8D3340E}" dt="2026-05-27T13:54:40.279" v="794" actId="166"/>
        <pc:sldMkLst>
          <pc:docMk/>
          <pc:sldMk cId="922227893" sldId="393"/>
        </pc:sldMkLst>
        <pc:spChg chg="mod">
          <ac:chgData name="Moreno Hidalgo, Ana Julia" userId="86045df5-2826-4e0a-a611-ac63bd869f36" providerId="ADAL" clId="{8A9577EC-938E-40A6-8C5F-F44CA8D3340E}" dt="2026-05-27T13:54:16.639" v="789" actId="14100"/>
          <ac:spMkLst>
            <pc:docMk/>
            <pc:sldMk cId="922227893" sldId="393"/>
            <ac:spMk id="2" creationId="{19F38F0C-C03C-65CA-1500-B2B53E5117C6}"/>
          </ac:spMkLst>
        </pc:spChg>
        <pc:spChg chg="add mod">
          <ac:chgData name="Moreno Hidalgo, Ana Julia" userId="86045df5-2826-4e0a-a611-ac63bd869f36" providerId="ADAL" clId="{8A9577EC-938E-40A6-8C5F-F44CA8D3340E}" dt="2026-05-27T13:54:27.472" v="792" actId="14100"/>
          <ac:spMkLst>
            <pc:docMk/>
            <pc:sldMk cId="922227893" sldId="393"/>
            <ac:spMk id="4" creationId="{A06B0938-4673-B136-9BB5-8033E70FCA30}"/>
          </ac:spMkLst>
        </pc:spChg>
        <pc:picChg chg="mod ord">
          <ac:chgData name="Moreno Hidalgo, Ana Julia" userId="86045df5-2826-4e0a-a611-ac63bd869f36" providerId="ADAL" clId="{8A9577EC-938E-40A6-8C5F-F44CA8D3340E}" dt="2026-05-27T13:54:40.279" v="794" actId="166"/>
          <ac:picMkLst>
            <pc:docMk/>
            <pc:sldMk cId="922227893" sldId="393"/>
            <ac:picMk id="7" creationId="{342A5E3A-20BB-08D5-69B6-600358B9EE7F}"/>
          </ac:picMkLst>
        </pc:picChg>
      </pc:sldChg>
      <pc:sldChg chg="modSp mod">
        <pc:chgData name="Moreno Hidalgo, Ana Julia" userId="86045df5-2826-4e0a-a611-ac63bd869f36" providerId="ADAL" clId="{8A9577EC-938E-40A6-8C5F-F44CA8D3340E}" dt="2026-05-27T14:14:18.588" v="1269" actId="20577"/>
        <pc:sldMkLst>
          <pc:docMk/>
          <pc:sldMk cId="1431504994" sldId="394"/>
        </pc:sldMkLst>
        <pc:spChg chg="mod">
          <ac:chgData name="Moreno Hidalgo, Ana Julia" userId="86045df5-2826-4e0a-a611-ac63bd869f36" providerId="ADAL" clId="{8A9577EC-938E-40A6-8C5F-F44CA8D3340E}" dt="2026-05-27T14:14:18.588" v="1269" actId="20577"/>
          <ac:spMkLst>
            <pc:docMk/>
            <pc:sldMk cId="1431504994" sldId="394"/>
            <ac:spMk id="3" creationId="{87CC07B7-041D-EA9C-0BFF-BC7FF668BB67}"/>
          </ac:spMkLst>
        </pc:spChg>
      </pc:sldChg>
      <pc:sldChg chg="modSp mod">
        <pc:chgData name="Moreno Hidalgo, Ana Julia" userId="86045df5-2826-4e0a-a611-ac63bd869f36" providerId="ADAL" clId="{8A9577EC-938E-40A6-8C5F-F44CA8D3340E}" dt="2026-05-27T14:18:20.852" v="1363" actId="20577"/>
        <pc:sldMkLst>
          <pc:docMk/>
          <pc:sldMk cId="1226928883" sldId="395"/>
        </pc:sldMkLst>
        <pc:spChg chg="mod">
          <ac:chgData name="Moreno Hidalgo, Ana Julia" userId="86045df5-2826-4e0a-a611-ac63bd869f36" providerId="ADAL" clId="{8A9577EC-938E-40A6-8C5F-F44CA8D3340E}" dt="2026-05-27T14:15:11.221" v="1273" actId="1076"/>
          <ac:spMkLst>
            <pc:docMk/>
            <pc:sldMk cId="1226928883" sldId="395"/>
            <ac:spMk id="2" creationId="{929B48BE-9019-7F2E-599F-0AD3B768292F}"/>
          </ac:spMkLst>
        </pc:spChg>
        <pc:spChg chg="mod">
          <ac:chgData name="Moreno Hidalgo, Ana Julia" userId="86045df5-2826-4e0a-a611-ac63bd869f36" providerId="ADAL" clId="{8A9577EC-938E-40A6-8C5F-F44CA8D3340E}" dt="2026-05-27T14:18:20.852" v="1363" actId="20577"/>
          <ac:spMkLst>
            <pc:docMk/>
            <pc:sldMk cId="1226928883" sldId="395"/>
            <ac:spMk id="3" creationId="{B241FAA7-9512-908A-1CDB-1C1D4A636AB9}"/>
          </ac:spMkLst>
        </pc:spChg>
      </pc:sldChg>
      <pc:sldChg chg="modSp mod">
        <pc:chgData name="Moreno Hidalgo, Ana Julia" userId="86045df5-2826-4e0a-a611-ac63bd869f36" providerId="ADAL" clId="{8A9577EC-938E-40A6-8C5F-F44CA8D3340E}" dt="2026-05-27T14:18:54.349" v="1367" actId="20577"/>
        <pc:sldMkLst>
          <pc:docMk/>
          <pc:sldMk cId="3275359529" sldId="396"/>
        </pc:sldMkLst>
        <pc:spChg chg="mod">
          <ac:chgData name="Moreno Hidalgo, Ana Julia" userId="86045df5-2826-4e0a-a611-ac63bd869f36" providerId="ADAL" clId="{8A9577EC-938E-40A6-8C5F-F44CA8D3340E}" dt="2026-05-27T14:18:54.349" v="1367" actId="20577"/>
          <ac:spMkLst>
            <pc:docMk/>
            <pc:sldMk cId="3275359529" sldId="396"/>
            <ac:spMk id="3" creationId="{07EA741F-4905-8844-6E57-308FC1B89E06}"/>
          </ac:spMkLst>
        </pc:spChg>
      </pc:sldChg>
      <pc:sldChg chg="modSp mod">
        <pc:chgData name="Moreno Hidalgo, Ana Julia" userId="86045df5-2826-4e0a-a611-ac63bd869f36" providerId="ADAL" clId="{8A9577EC-938E-40A6-8C5F-F44CA8D3340E}" dt="2026-05-27T14:24:14.006" v="1419" actId="1076"/>
        <pc:sldMkLst>
          <pc:docMk/>
          <pc:sldMk cId="2210018909" sldId="399"/>
        </pc:sldMkLst>
        <pc:spChg chg="mod">
          <ac:chgData name="Moreno Hidalgo, Ana Julia" userId="86045df5-2826-4e0a-a611-ac63bd869f36" providerId="ADAL" clId="{8A9577EC-938E-40A6-8C5F-F44CA8D3340E}" dt="2026-05-27T14:24:11.213" v="1418" actId="1076"/>
          <ac:spMkLst>
            <pc:docMk/>
            <pc:sldMk cId="2210018909" sldId="399"/>
            <ac:spMk id="2" creationId="{38CDCDCB-3905-6F5A-07FB-62992A60E87C}"/>
          </ac:spMkLst>
        </pc:spChg>
        <pc:spChg chg="mod">
          <ac:chgData name="Moreno Hidalgo, Ana Julia" userId="86045df5-2826-4e0a-a611-ac63bd869f36" providerId="ADAL" clId="{8A9577EC-938E-40A6-8C5F-F44CA8D3340E}" dt="2026-05-27T14:24:14.006" v="1419" actId="1076"/>
          <ac:spMkLst>
            <pc:docMk/>
            <pc:sldMk cId="2210018909" sldId="399"/>
            <ac:spMk id="3" creationId="{884B340C-C283-5722-804B-0AC4DD843E97}"/>
          </ac:spMkLst>
        </pc:spChg>
      </pc:sldChg>
      <pc:sldChg chg="addSp modSp mod">
        <pc:chgData name="Moreno Hidalgo, Ana Julia" userId="86045df5-2826-4e0a-a611-ac63bd869f36" providerId="ADAL" clId="{8A9577EC-938E-40A6-8C5F-F44CA8D3340E}" dt="2026-06-02T08:12:06.801" v="1525" actId="14100"/>
        <pc:sldMkLst>
          <pc:docMk/>
          <pc:sldMk cId="2628994078" sldId="405"/>
        </pc:sldMkLst>
        <pc:spChg chg="mod">
          <ac:chgData name="Moreno Hidalgo, Ana Julia" userId="86045df5-2826-4e0a-a611-ac63bd869f36" providerId="ADAL" clId="{8A9577EC-938E-40A6-8C5F-F44CA8D3340E}" dt="2026-06-02T08:12:06.801" v="1525" actId="14100"/>
          <ac:spMkLst>
            <pc:docMk/>
            <pc:sldMk cId="2628994078" sldId="405"/>
            <ac:spMk id="2" creationId="{E1E6B01A-820A-6126-1C9B-1CE045F3250A}"/>
          </ac:spMkLst>
        </pc:spChg>
        <pc:spChg chg="add mod">
          <ac:chgData name="Moreno Hidalgo, Ana Julia" userId="86045df5-2826-4e0a-a611-ac63bd869f36" providerId="ADAL" clId="{8A9577EC-938E-40A6-8C5F-F44CA8D3340E}" dt="2026-05-27T13:48:30.029" v="725" actId="20577"/>
          <ac:spMkLst>
            <pc:docMk/>
            <pc:sldMk cId="2628994078" sldId="405"/>
            <ac:spMk id="4" creationId="{6F39DB83-3154-0810-D094-F481D2726D0D}"/>
          </ac:spMkLst>
        </pc:spChg>
        <pc:picChg chg="mod ord">
          <ac:chgData name="Moreno Hidalgo, Ana Julia" userId="86045df5-2826-4e0a-a611-ac63bd869f36" providerId="ADAL" clId="{8A9577EC-938E-40A6-8C5F-F44CA8D3340E}" dt="2026-05-27T13:49:30.672" v="743" actId="1076"/>
          <ac:picMkLst>
            <pc:docMk/>
            <pc:sldMk cId="2628994078" sldId="405"/>
            <ac:picMk id="5" creationId="{D51701DB-3C99-CE4A-52A8-7E1EB22A57A3}"/>
          </ac:picMkLst>
        </pc:picChg>
      </pc:sldChg>
      <pc:sldChg chg="modSp add mod ord">
        <pc:chgData name="Moreno Hidalgo, Ana Julia" userId="86045df5-2826-4e0a-a611-ac63bd869f36" providerId="ADAL" clId="{8A9577EC-938E-40A6-8C5F-F44CA8D3340E}" dt="2026-06-02T08:50:50.477" v="1591" actId="1076"/>
        <pc:sldMkLst>
          <pc:docMk/>
          <pc:sldMk cId="2689497488" sldId="2147482814"/>
        </pc:sldMkLst>
        <pc:spChg chg="mod">
          <ac:chgData name="Moreno Hidalgo, Ana Julia" userId="86045df5-2826-4e0a-a611-ac63bd869f36" providerId="ADAL" clId="{8A9577EC-938E-40A6-8C5F-F44CA8D3340E}" dt="2026-06-02T08:50:35.049" v="1590" actId="20577"/>
          <ac:spMkLst>
            <pc:docMk/>
            <pc:sldMk cId="2689497488" sldId="2147482814"/>
            <ac:spMk id="3" creationId="{4CFC34A2-E0BF-9407-5849-2CDD48E6051A}"/>
          </ac:spMkLst>
        </pc:spChg>
        <pc:spChg chg="mod">
          <ac:chgData name="Moreno Hidalgo, Ana Julia" userId="86045df5-2826-4e0a-a611-ac63bd869f36" providerId="ADAL" clId="{8A9577EC-938E-40A6-8C5F-F44CA8D3340E}" dt="2026-06-02T08:50:50.477" v="1591" actId="1076"/>
          <ac:spMkLst>
            <pc:docMk/>
            <pc:sldMk cId="2689497488" sldId="2147482814"/>
            <ac:spMk id="5" creationId="{D4B9A96D-7109-F607-B062-258C93EDB0ED}"/>
          </ac:spMkLst>
        </pc:spChg>
      </pc:sldChg>
      <pc:sldChg chg="modSp new mod ord">
        <pc:chgData name="Moreno Hidalgo, Ana Julia" userId="86045df5-2826-4e0a-a611-ac63bd869f36" providerId="ADAL" clId="{8A9577EC-938E-40A6-8C5F-F44CA8D3340E}" dt="2026-06-02T09:51:28.616" v="1613" actId="2710"/>
        <pc:sldMkLst>
          <pc:docMk/>
          <pc:sldMk cId="1293527434" sldId="2147482815"/>
        </pc:sldMkLst>
        <pc:spChg chg="mod">
          <ac:chgData name="Moreno Hidalgo, Ana Julia" userId="86045df5-2826-4e0a-a611-ac63bd869f36" providerId="ADAL" clId="{8A9577EC-938E-40A6-8C5F-F44CA8D3340E}" dt="2026-06-02T09:47:10.849" v="1610" actId="20577"/>
          <ac:spMkLst>
            <pc:docMk/>
            <pc:sldMk cId="1293527434" sldId="2147482815"/>
            <ac:spMk id="2" creationId="{4DE3BD50-D033-60E5-8AAE-ACC3FF9FC531}"/>
          </ac:spMkLst>
        </pc:spChg>
        <pc:spChg chg="mod">
          <ac:chgData name="Moreno Hidalgo, Ana Julia" userId="86045df5-2826-4e0a-a611-ac63bd869f36" providerId="ADAL" clId="{8A9577EC-938E-40A6-8C5F-F44CA8D3340E}" dt="2026-06-02T09:51:28.616" v="1613" actId="2710"/>
          <ac:spMkLst>
            <pc:docMk/>
            <pc:sldMk cId="1293527434" sldId="2147482815"/>
            <ac:spMk id="3" creationId="{37CBEB8E-1FCD-13CD-A89A-F88E9D557F4B}"/>
          </ac:spMkLst>
        </pc:spChg>
      </pc:sldChg>
      <pc:sldChg chg="addSp delSp modSp mod modNotesTx">
        <pc:chgData name="Moreno Hidalgo, Ana Julia" userId="86045df5-2826-4e0a-a611-ac63bd869f36" providerId="ADAL" clId="{8A9577EC-938E-40A6-8C5F-F44CA8D3340E}" dt="2026-06-03T14:44:15.641" v="1672" actId="20577"/>
        <pc:sldMkLst>
          <pc:docMk/>
          <pc:sldMk cId="98912800" sldId="2147482818"/>
        </pc:sldMkLst>
        <pc:spChg chg="ord">
          <ac:chgData name="Moreno Hidalgo, Ana Julia" userId="86045df5-2826-4e0a-a611-ac63bd869f36" providerId="ADAL" clId="{8A9577EC-938E-40A6-8C5F-F44CA8D3340E}" dt="2026-06-03T14:42:32.745" v="1657"/>
          <ac:spMkLst>
            <pc:docMk/>
            <pc:sldMk cId="98912800" sldId="2147482818"/>
            <ac:spMk id="2" creationId="{B2B64C56-AE34-B0EA-D740-C748EB3980B7}"/>
          </ac:spMkLst>
        </pc:spChg>
        <pc:spChg chg="add del ord">
          <ac:chgData name="Moreno Hidalgo, Ana Julia" userId="86045df5-2826-4e0a-a611-ac63bd869f36" providerId="ADAL" clId="{8A9577EC-938E-40A6-8C5F-F44CA8D3340E}" dt="2026-06-03T14:41:25.820" v="1652" actId="167"/>
          <ac:spMkLst>
            <pc:docMk/>
            <pc:sldMk cId="98912800" sldId="2147482818"/>
            <ac:spMk id="5" creationId="{4FDAD0F0-67E6-AE5D-0978-9A6936B4BFAD}"/>
          </ac:spMkLst>
        </pc:spChg>
        <pc:spChg chg="ord">
          <ac:chgData name="Moreno Hidalgo, Ana Julia" userId="86045df5-2826-4e0a-a611-ac63bd869f36" providerId="ADAL" clId="{8A9577EC-938E-40A6-8C5F-F44CA8D3340E}" dt="2026-06-03T14:42:22.084" v="1656" actId="167"/>
          <ac:spMkLst>
            <pc:docMk/>
            <pc:sldMk cId="98912800" sldId="2147482818"/>
            <ac:spMk id="6" creationId="{383E69FD-0412-E3BB-8E0D-24F115126149}"/>
          </ac:spMkLst>
        </pc:spChg>
        <pc:spChg chg="ord">
          <ac:chgData name="Moreno Hidalgo, Ana Julia" userId="86045df5-2826-4e0a-a611-ac63bd869f36" providerId="ADAL" clId="{8A9577EC-938E-40A6-8C5F-F44CA8D3340E}" dt="2026-06-03T14:42:32.745" v="1657"/>
          <ac:spMkLst>
            <pc:docMk/>
            <pc:sldMk cId="98912800" sldId="2147482818"/>
            <ac:spMk id="7" creationId="{FE79745F-964B-8C5C-70BE-08A75A49BEDA}"/>
          </ac:spMkLst>
        </pc:spChg>
        <pc:spChg chg="add del ord">
          <ac:chgData name="Moreno Hidalgo, Ana Julia" userId="86045df5-2826-4e0a-a611-ac63bd869f36" providerId="ADAL" clId="{8A9577EC-938E-40A6-8C5F-F44CA8D3340E}" dt="2026-06-03T14:42:32.745" v="1657"/>
          <ac:spMkLst>
            <pc:docMk/>
            <pc:sldMk cId="98912800" sldId="2147482818"/>
            <ac:spMk id="8" creationId="{290E9775-FC61-CEEA-8DC5-9514FBB54033}"/>
          </ac:spMkLst>
        </pc:spChg>
        <pc:spChg chg="ord">
          <ac:chgData name="Moreno Hidalgo, Ana Julia" userId="86045df5-2826-4e0a-a611-ac63bd869f36" providerId="ADAL" clId="{8A9577EC-938E-40A6-8C5F-F44CA8D3340E}" dt="2026-06-03T14:42:32.745" v="1657"/>
          <ac:spMkLst>
            <pc:docMk/>
            <pc:sldMk cId="98912800" sldId="2147482818"/>
            <ac:spMk id="9" creationId="{62A9B052-950F-07F7-A43C-01B6600F207C}"/>
          </ac:spMkLst>
        </pc:spChg>
        <pc:spChg chg="ord">
          <ac:chgData name="Moreno Hidalgo, Ana Julia" userId="86045df5-2826-4e0a-a611-ac63bd869f36" providerId="ADAL" clId="{8A9577EC-938E-40A6-8C5F-F44CA8D3340E}" dt="2026-06-03T14:42:32.745" v="1657"/>
          <ac:spMkLst>
            <pc:docMk/>
            <pc:sldMk cId="98912800" sldId="2147482818"/>
            <ac:spMk id="11" creationId="{34676C5E-D8B8-0278-FBF4-6FE4E10BFE99}"/>
          </ac:spMkLst>
        </pc:spChg>
        <pc:spChg chg="ord">
          <ac:chgData name="Moreno Hidalgo, Ana Julia" userId="86045df5-2826-4e0a-a611-ac63bd869f36" providerId="ADAL" clId="{8A9577EC-938E-40A6-8C5F-F44CA8D3340E}" dt="2026-06-03T14:34:25.443" v="1621" actId="13244"/>
          <ac:spMkLst>
            <pc:docMk/>
            <pc:sldMk cId="98912800" sldId="2147482818"/>
            <ac:spMk id="12" creationId="{09C05028-A800-BAB3-D1DF-D93AB18C33A3}"/>
          </ac:spMkLst>
        </pc:spChg>
        <pc:spChg chg="ord">
          <ac:chgData name="Moreno Hidalgo, Ana Julia" userId="86045df5-2826-4e0a-a611-ac63bd869f36" providerId="ADAL" clId="{8A9577EC-938E-40A6-8C5F-F44CA8D3340E}" dt="2026-06-03T14:42:32.745" v="1657"/>
          <ac:spMkLst>
            <pc:docMk/>
            <pc:sldMk cId="98912800" sldId="2147482818"/>
            <ac:spMk id="13" creationId="{1F5E8C13-0ACC-3523-BEC2-6A5975C83E12}"/>
          </ac:spMkLst>
        </pc:spChg>
        <pc:spChg chg="ord">
          <ac:chgData name="Moreno Hidalgo, Ana Julia" userId="86045df5-2826-4e0a-a611-ac63bd869f36" providerId="ADAL" clId="{8A9577EC-938E-40A6-8C5F-F44CA8D3340E}" dt="2026-06-03T14:42:32.745" v="1657"/>
          <ac:spMkLst>
            <pc:docMk/>
            <pc:sldMk cId="98912800" sldId="2147482818"/>
            <ac:spMk id="14" creationId="{D008A3B1-3C1D-51D0-9B4B-B6CB825A8131}"/>
          </ac:spMkLst>
        </pc:spChg>
        <pc:spChg chg="ord">
          <ac:chgData name="Moreno Hidalgo, Ana Julia" userId="86045df5-2826-4e0a-a611-ac63bd869f36" providerId="ADAL" clId="{8A9577EC-938E-40A6-8C5F-F44CA8D3340E}" dt="2026-06-03T14:42:32.745" v="1657"/>
          <ac:spMkLst>
            <pc:docMk/>
            <pc:sldMk cId="98912800" sldId="2147482818"/>
            <ac:spMk id="15" creationId="{C87F0BCD-7005-BABC-B257-B754F8DDADBA}"/>
          </ac:spMkLst>
        </pc:spChg>
        <pc:spChg chg="ord">
          <ac:chgData name="Moreno Hidalgo, Ana Julia" userId="86045df5-2826-4e0a-a611-ac63bd869f36" providerId="ADAL" clId="{8A9577EC-938E-40A6-8C5F-F44CA8D3340E}" dt="2026-06-03T14:42:32.745" v="1657"/>
          <ac:spMkLst>
            <pc:docMk/>
            <pc:sldMk cId="98912800" sldId="2147482818"/>
            <ac:spMk id="17" creationId="{35A451E2-2E41-F9E3-5776-334DA9C12389}"/>
          </ac:spMkLst>
        </pc:spChg>
        <pc:spChg chg="ord">
          <ac:chgData name="Moreno Hidalgo, Ana Julia" userId="86045df5-2826-4e0a-a611-ac63bd869f36" providerId="ADAL" clId="{8A9577EC-938E-40A6-8C5F-F44CA8D3340E}" dt="2026-06-03T14:42:32.745" v="1657"/>
          <ac:spMkLst>
            <pc:docMk/>
            <pc:sldMk cId="98912800" sldId="2147482818"/>
            <ac:spMk id="18" creationId="{23D69C3D-8617-26FC-6EFB-AA77FD1BAD95}"/>
          </ac:spMkLst>
        </pc:spChg>
        <pc:picChg chg="mod ord">
          <ac:chgData name="Moreno Hidalgo, Ana Julia" userId="86045df5-2826-4e0a-a611-ac63bd869f36" providerId="ADAL" clId="{8A9577EC-938E-40A6-8C5F-F44CA8D3340E}" dt="2026-06-03T14:43:18.676" v="1663" actId="13244"/>
          <ac:picMkLst>
            <pc:docMk/>
            <pc:sldMk cId="98912800" sldId="2147482818"/>
            <ac:picMk id="19" creationId="{1287AD80-701A-2837-A148-E07FD39C4CA1}"/>
          </ac:picMkLst>
        </pc:picChg>
        <pc:picChg chg="mod ord">
          <ac:chgData name="Moreno Hidalgo, Ana Julia" userId="86045df5-2826-4e0a-a611-ac63bd869f36" providerId="ADAL" clId="{8A9577EC-938E-40A6-8C5F-F44CA8D3340E}" dt="2026-06-03T14:43:20.461" v="1664" actId="13244"/>
          <ac:picMkLst>
            <pc:docMk/>
            <pc:sldMk cId="98912800" sldId="2147482818"/>
            <ac:picMk id="20" creationId="{F7F3D97B-B408-8440-F8DD-E85BA28296FB}"/>
          </ac:picMkLst>
        </pc:picChg>
        <pc:picChg chg="ord">
          <ac:chgData name="Moreno Hidalgo, Ana Julia" userId="86045df5-2826-4e0a-a611-ac63bd869f36" providerId="ADAL" clId="{8A9577EC-938E-40A6-8C5F-F44CA8D3340E}" dt="2026-06-03T14:39:17.527" v="1645" actId="13244"/>
          <ac:picMkLst>
            <pc:docMk/>
            <pc:sldMk cId="98912800" sldId="2147482818"/>
            <ac:picMk id="21" creationId="{918163DC-2BDD-E090-5195-291E85510AAF}"/>
          </ac:picMkLst>
        </pc:picChg>
        <pc:picChg chg="mod">
          <ac:chgData name="Moreno Hidalgo, Ana Julia" userId="86045df5-2826-4e0a-a611-ac63bd869f36" providerId="ADAL" clId="{8A9577EC-938E-40A6-8C5F-F44CA8D3340E}" dt="2026-06-03T14:35:19.461" v="1627" actId="13244"/>
          <ac:picMkLst>
            <pc:docMk/>
            <pc:sldMk cId="98912800" sldId="2147482818"/>
            <ac:picMk id="1030" creationId="{439D0E13-EF4B-4272-9AB0-7AC2F8B94FCD}"/>
          </ac:picMkLst>
        </pc:picChg>
      </pc:sldChg>
    </pc:docChg>
  </pc:docChgLst>
  <pc:docChgLst>
    <pc:chgData name="Jansen, Jolijn" userId="6c51612a-ae5b-4685-a463-4602f0fa0c33" providerId="ADAL" clId="{F6A41E28-FC4A-4DBC-B9A3-43ACBBD63300}"/>
    <pc:docChg chg="undo redo custSel addSld delSld modSld sldOrd modSection">
      <pc:chgData name="Jansen, Jolijn" userId="6c51612a-ae5b-4685-a463-4602f0fa0c33" providerId="ADAL" clId="{F6A41E28-FC4A-4DBC-B9A3-43ACBBD63300}" dt="2026-06-03T10:36:50.490" v="9685" actId="1076"/>
      <pc:docMkLst>
        <pc:docMk/>
      </pc:docMkLst>
      <pc:sldChg chg="modSp mod">
        <pc:chgData name="Jansen, Jolijn" userId="6c51612a-ae5b-4685-a463-4602f0fa0c33" providerId="ADAL" clId="{F6A41E28-FC4A-4DBC-B9A3-43ACBBD63300}" dt="2026-06-03T10:35:13.728" v="9673" actId="962"/>
        <pc:sldMkLst>
          <pc:docMk/>
          <pc:sldMk cId="3976433649" sldId="257"/>
        </pc:sldMkLst>
        <pc:picChg chg="mod">
          <ac:chgData name="Jansen, Jolijn" userId="6c51612a-ae5b-4685-a463-4602f0fa0c33" providerId="ADAL" clId="{F6A41E28-FC4A-4DBC-B9A3-43ACBBD63300}" dt="2026-06-03T10:35:13.728" v="9673" actId="962"/>
          <ac:picMkLst>
            <pc:docMk/>
            <pc:sldMk cId="3976433649" sldId="257"/>
            <ac:picMk id="8" creationId="{A1A5C82B-7247-3BE7-6D7A-09E4496B24E3}"/>
          </ac:picMkLst>
        </pc:picChg>
      </pc:sldChg>
      <pc:sldChg chg="addSp modSp mod modNotesTx">
        <pc:chgData name="Jansen, Jolijn" userId="6c51612a-ae5b-4685-a463-4602f0fa0c33" providerId="ADAL" clId="{F6A41E28-FC4A-4DBC-B9A3-43ACBBD63300}" dt="2026-06-02T19:25:16.951" v="7636" actId="1076"/>
        <pc:sldMkLst>
          <pc:docMk/>
          <pc:sldMk cId="3046795899" sldId="274"/>
        </pc:sldMkLst>
        <pc:spChg chg="mod">
          <ac:chgData name="Jansen, Jolijn" userId="6c51612a-ae5b-4685-a463-4602f0fa0c33" providerId="ADAL" clId="{F6A41E28-FC4A-4DBC-B9A3-43ACBBD63300}" dt="2026-06-02T19:24:39.177" v="7626" actId="207"/>
          <ac:spMkLst>
            <pc:docMk/>
            <pc:sldMk cId="3046795899" sldId="274"/>
            <ac:spMk id="2" creationId="{9801EC1D-8B46-7008-B13A-7CE25CC32419}"/>
          </ac:spMkLst>
        </pc:spChg>
        <pc:spChg chg="add mod ord">
          <ac:chgData name="Jansen, Jolijn" userId="6c51612a-ae5b-4685-a463-4602f0fa0c33" providerId="ADAL" clId="{F6A41E28-FC4A-4DBC-B9A3-43ACBBD63300}" dt="2026-06-02T19:25:07.503" v="7634" actId="13244"/>
          <ac:spMkLst>
            <pc:docMk/>
            <pc:sldMk cId="3046795899" sldId="274"/>
            <ac:spMk id="3" creationId="{B74DF6BE-D522-EAE2-600D-D9D2060BACA3}"/>
          </ac:spMkLst>
        </pc:spChg>
        <pc:picChg chg="mod">
          <ac:chgData name="Jansen, Jolijn" userId="6c51612a-ae5b-4685-a463-4602f0fa0c33" providerId="ADAL" clId="{F6A41E28-FC4A-4DBC-B9A3-43ACBBD63300}" dt="2026-06-02T19:25:16.951" v="7636" actId="1076"/>
          <ac:picMkLst>
            <pc:docMk/>
            <pc:sldMk cId="3046795899" sldId="274"/>
            <ac:picMk id="5" creationId="{DE25D950-6E53-F262-C438-E7BD4130CEC8}"/>
          </ac:picMkLst>
        </pc:picChg>
      </pc:sldChg>
      <pc:sldChg chg="modSp mod modNotesTx">
        <pc:chgData name="Jansen, Jolijn" userId="6c51612a-ae5b-4685-a463-4602f0fa0c33" providerId="ADAL" clId="{F6A41E28-FC4A-4DBC-B9A3-43ACBBD63300}" dt="2026-06-02T15:45:49.432" v="4865" actId="20577"/>
        <pc:sldMkLst>
          <pc:docMk/>
          <pc:sldMk cId="2376198354" sldId="299"/>
        </pc:sldMkLst>
        <pc:spChg chg="mod">
          <ac:chgData name="Jansen, Jolijn" userId="6c51612a-ae5b-4685-a463-4602f0fa0c33" providerId="ADAL" clId="{F6A41E28-FC4A-4DBC-B9A3-43ACBBD63300}" dt="2026-06-02T15:45:49.432" v="4865" actId="20577"/>
          <ac:spMkLst>
            <pc:docMk/>
            <pc:sldMk cId="2376198354" sldId="299"/>
            <ac:spMk id="2" creationId="{CB78D0C6-EB44-BBE6-B42F-DAA2247528D4}"/>
          </ac:spMkLst>
        </pc:spChg>
      </pc:sldChg>
      <pc:sldChg chg="addSp delSp modSp del mod ord modNotesTx">
        <pc:chgData name="Jansen, Jolijn" userId="6c51612a-ae5b-4685-a463-4602f0fa0c33" providerId="ADAL" clId="{F6A41E28-FC4A-4DBC-B9A3-43ACBBD63300}" dt="2026-06-02T19:55:30.708" v="7749" actId="47"/>
        <pc:sldMkLst>
          <pc:docMk/>
          <pc:sldMk cId="4239520132" sldId="375"/>
        </pc:sldMkLst>
        <pc:spChg chg="mod">
          <ac:chgData name="Jansen, Jolijn" userId="6c51612a-ae5b-4685-a463-4602f0fa0c33" providerId="ADAL" clId="{F6A41E28-FC4A-4DBC-B9A3-43ACBBD63300}" dt="2026-06-02T15:46:51.129" v="4913" actId="20577"/>
          <ac:spMkLst>
            <pc:docMk/>
            <pc:sldMk cId="4239520132" sldId="375"/>
            <ac:spMk id="2" creationId="{5C300CA8-8398-9CEC-A69E-1E595C390042}"/>
          </ac:spMkLst>
        </pc:spChg>
        <pc:spChg chg="add del mod">
          <ac:chgData name="Jansen, Jolijn" userId="6c51612a-ae5b-4685-a463-4602f0fa0c33" providerId="ADAL" clId="{F6A41E28-FC4A-4DBC-B9A3-43ACBBD63300}" dt="2026-06-02T19:53:01.233" v="7643" actId="478"/>
          <ac:spMkLst>
            <pc:docMk/>
            <pc:sldMk cId="4239520132" sldId="375"/>
            <ac:spMk id="4" creationId="{5267B279-666F-99F1-6135-5ECFE01EF032}"/>
          </ac:spMkLst>
        </pc:spChg>
        <pc:spChg chg="add del mod">
          <ac:chgData name="Jansen, Jolijn" userId="6c51612a-ae5b-4685-a463-4602f0fa0c33" providerId="ADAL" clId="{F6A41E28-FC4A-4DBC-B9A3-43ACBBD63300}" dt="2026-06-02T19:53:00.712" v="7642" actId="478"/>
          <ac:spMkLst>
            <pc:docMk/>
            <pc:sldMk cId="4239520132" sldId="375"/>
            <ac:spMk id="7" creationId="{A1F2D21D-C811-C3E9-E52A-20A74240F854}"/>
          </ac:spMkLst>
        </pc:spChg>
        <pc:picChg chg="add del mod">
          <ac:chgData name="Jansen, Jolijn" userId="6c51612a-ae5b-4685-a463-4602f0fa0c33" providerId="ADAL" clId="{F6A41E28-FC4A-4DBC-B9A3-43ACBBD63300}" dt="2026-06-02T19:53:01.233" v="7643" actId="478"/>
          <ac:picMkLst>
            <pc:docMk/>
            <pc:sldMk cId="4239520132" sldId="375"/>
            <ac:picMk id="6" creationId="{DA81F53D-B1C3-D345-2028-F780B2450504}"/>
          </ac:picMkLst>
        </pc:picChg>
        <pc:picChg chg="add del">
          <ac:chgData name="Jansen, Jolijn" userId="6c51612a-ae5b-4685-a463-4602f0fa0c33" providerId="ADAL" clId="{F6A41E28-FC4A-4DBC-B9A3-43ACBBD63300}" dt="2026-06-02T19:53:00.712" v="7642" actId="478"/>
          <ac:picMkLst>
            <pc:docMk/>
            <pc:sldMk cId="4239520132" sldId="375"/>
            <ac:picMk id="8" creationId="{D9347913-D8BF-14B0-DCC3-F4641CA95EDE}"/>
          </ac:picMkLst>
        </pc:picChg>
      </pc:sldChg>
      <pc:sldChg chg="modSp mod modNotesTx">
        <pc:chgData name="Jansen, Jolijn" userId="6c51612a-ae5b-4685-a463-4602f0fa0c33" providerId="ADAL" clId="{F6A41E28-FC4A-4DBC-B9A3-43ACBBD63300}" dt="2026-06-02T15:44:59.206" v="4857" actId="208"/>
        <pc:sldMkLst>
          <pc:docMk/>
          <pc:sldMk cId="231855455" sldId="376"/>
        </pc:sldMkLst>
        <pc:picChg chg="mod">
          <ac:chgData name="Jansen, Jolijn" userId="6c51612a-ae5b-4685-a463-4602f0fa0c33" providerId="ADAL" clId="{F6A41E28-FC4A-4DBC-B9A3-43ACBBD63300}" dt="2026-06-02T15:44:59.206" v="4857" actId="208"/>
          <ac:picMkLst>
            <pc:docMk/>
            <pc:sldMk cId="231855455" sldId="376"/>
            <ac:picMk id="13" creationId="{BC28D294-08BD-1B10-FD66-371BFAE5F77B}"/>
          </ac:picMkLst>
        </pc:picChg>
      </pc:sldChg>
      <pc:sldChg chg="addSp delSp modSp mod ord">
        <pc:chgData name="Jansen, Jolijn" userId="6c51612a-ae5b-4685-a463-4602f0fa0c33" providerId="ADAL" clId="{F6A41E28-FC4A-4DBC-B9A3-43ACBBD63300}" dt="2026-06-03T10:35:14.901" v="9675" actId="1036"/>
        <pc:sldMkLst>
          <pc:docMk/>
          <pc:sldMk cId="4028567971" sldId="378"/>
        </pc:sldMkLst>
        <pc:spChg chg="mod">
          <ac:chgData name="Jansen, Jolijn" userId="6c51612a-ae5b-4685-a463-4602f0fa0c33" providerId="ADAL" clId="{F6A41E28-FC4A-4DBC-B9A3-43ACBBD63300}" dt="2026-06-02T09:44:50.543" v="1304" actId="14100"/>
          <ac:spMkLst>
            <pc:docMk/>
            <pc:sldMk cId="4028567971" sldId="378"/>
            <ac:spMk id="3" creationId="{240C7E5E-CC5E-E066-7ABE-C7BE4E5363DF}"/>
          </ac:spMkLst>
        </pc:spChg>
        <pc:picChg chg="add mod">
          <ac:chgData name="Jansen, Jolijn" userId="6c51612a-ae5b-4685-a463-4602f0fa0c33" providerId="ADAL" clId="{F6A41E28-FC4A-4DBC-B9A3-43ACBBD63300}" dt="2026-06-03T10:35:14.901" v="9675" actId="1036"/>
          <ac:picMkLst>
            <pc:docMk/>
            <pc:sldMk cId="4028567971" sldId="378"/>
            <ac:picMk id="4" creationId="{27F92C13-8F41-FCB7-7089-250C08835422}"/>
          </ac:picMkLst>
        </pc:picChg>
        <pc:cxnChg chg="add del mod">
          <ac:chgData name="Jansen, Jolijn" userId="6c51612a-ae5b-4685-a463-4602f0fa0c33" providerId="ADAL" clId="{F6A41E28-FC4A-4DBC-B9A3-43ACBBD63300}" dt="2026-06-02T09:44:31.742" v="1301" actId="478"/>
          <ac:cxnSpMkLst>
            <pc:docMk/>
            <pc:sldMk cId="4028567971" sldId="378"/>
            <ac:cxnSpMk id="6" creationId="{5F9A9246-097E-F8DA-4ACF-3DE347754111}"/>
          </ac:cxnSpMkLst>
        </pc:cxnChg>
      </pc:sldChg>
      <pc:sldChg chg="modNotesTx">
        <pc:chgData name="Jansen, Jolijn" userId="6c51612a-ae5b-4685-a463-4602f0fa0c33" providerId="ADAL" clId="{F6A41E28-FC4A-4DBC-B9A3-43ACBBD63300}" dt="2026-06-02T16:10:33.093" v="6286" actId="20577"/>
        <pc:sldMkLst>
          <pc:docMk/>
          <pc:sldMk cId="3165415709" sldId="379"/>
        </pc:sldMkLst>
      </pc:sldChg>
      <pc:sldChg chg="modSp mod modNotesTx">
        <pc:chgData name="Jansen, Jolijn" userId="6c51612a-ae5b-4685-a463-4602f0fa0c33" providerId="ADAL" clId="{F6A41E28-FC4A-4DBC-B9A3-43ACBBD63300}" dt="2026-06-03T10:35:47.183" v="9682" actId="1076"/>
        <pc:sldMkLst>
          <pc:docMk/>
          <pc:sldMk cId="3774054473" sldId="380"/>
        </pc:sldMkLst>
        <pc:picChg chg="mod">
          <ac:chgData name="Jansen, Jolijn" userId="6c51612a-ae5b-4685-a463-4602f0fa0c33" providerId="ADAL" clId="{F6A41E28-FC4A-4DBC-B9A3-43ACBBD63300}" dt="2026-06-03T10:35:47.183" v="9682" actId="1076"/>
          <ac:picMkLst>
            <pc:docMk/>
            <pc:sldMk cId="3774054473" sldId="380"/>
            <ac:picMk id="8" creationId="{F5442C71-C207-9C00-B2E3-439DBDF39323}"/>
          </ac:picMkLst>
        </pc:picChg>
        <pc:picChg chg="mod">
          <ac:chgData name="Jansen, Jolijn" userId="6c51612a-ae5b-4685-a463-4602f0fa0c33" providerId="ADAL" clId="{F6A41E28-FC4A-4DBC-B9A3-43ACBBD63300}" dt="2026-06-03T10:35:47.183" v="9682" actId="1076"/>
          <ac:picMkLst>
            <pc:docMk/>
            <pc:sldMk cId="3774054473" sldId="380"/>
            <ac:picMk id="10" creationId="{48CAE6E0-C978-3D1E-E816-54EBB87EA0FD}"/>
          </ac:picMkLst>
        </pc:picChg>
        <pc:picChg chg="mod">
          <ac:chgData name="Jansen, Jolijn" userId="6c51612a-ae5b-4685-a463-4602f0fa0c33" providerId="ADAL" clId="{F6A41E28-FC4A-4DBC-B9A3-43ACBBD63300}" dt="2026-06-03T10:35:47.183" v="9682" actId="1076"/>
          <ac:picMkLst>
            <pc:docMk/>
            <pc:sldMk cId="3774054473" sldId="380"/>
            <ac:picMk id="12" creationId="{14640106-43D6-7A91-1316-78860A14A4A1}"/>
          </ac:picMkLst>
        </pc:picChg>
      </pc:sldChg>
      <pc:sldChg chg="addSp delSp modSp mod modNotesTx">
        <pc:chgData name="Jansen, Jolijn" userId="6c51612a-ae5b-4685-a463-4602f0fa0c33" providerId="ADAL" clId="{F6A41E28-FC4A-4DBC-B9A3-43ACBBD63300}" dt="2026-06-03T10:36:15.487" v="9683" actId="13244"/>
        <pc:sldMkLst>
          <pc:docMk/>
          <pc:sldMk cId="2791032443" sldId="381"/>
        </pc:sldMkLst>
        <pc:spChg chg="add mod">
          <ac:chgData name="Jansen, Jolijn" userId="6c51612a-ae5b-4685-a463-4602f0fa0c33" providerId="ADAL" clId="{F6A41E28-FC4A-4DBC-B9A3-43ACBBD63300}" dt="2026-06-02T16:08:36.385" v="6152"/>
          <ac:spMkLst>
            <pc:docMk/>
            <pc:sldMk cId="2791032443" sldId="381"/>
            <ac:spMk id="3" creationId="{EC1E6350-0EF0-8905-D2B1-7F8D44DFB585}"/>
          </ac:spMkLst>
        </pc:spChg>
        <pc:spChg chg="add del mod">
          <ac:chgData name="Jansen, Jolijn" userId="6c51612a-ae5b-4685-a463-4602f0fa0c33" providerId="ADAL" clId="{F6A41E28-FC4A-4DBC-B9A3-43ACBBD63300}" dt="2026-06-02T16:20:27.976" v="6997" actId="931"/>
          <ac:spMkLst>
            <pc:docMk/>
            <pc:sldMk cId="2791032443" sldId="381"/>
            <ac:spMk id="6" creationId="{16FE917E-3B31-FF61-B897-DC574525CBDB}"/>
          </ac:spMkLst>
        </pc:spChg>
        <pc:picChg chg="add mod ord modCrop">
          <ac:chgData name="Jansen, Jolijn" userId="6c51612a-ae5b-4685-a463-4602f0fa0c33" providerId="ADAL" clId="{F6A41E28-FC4A-4DBC-B9A3-43ACBBD63300}" dt="2026-06-03T10:36:15.487" v="9683" actId="13244"/>
          <ac:picMkLst>
            <pc:docMk/>
            <pc:sldMk cId="2791032443" sldId="381"/>
            <ac:picMk id="4" creationId="{1B2D0A5D-2CEB-ADED-FB18-AF1541A073CF}"/>
          </ac:picMkLst>
        </pc:picChg>
        <pc:picChg chg="mod modCrop">
          <ac:chgData name="Jansen, Jolijn" userId="6c51612a-ae5b-4685-a463-4602f0fa0c33" providerId="ADAL" clId="{F6A41E28-FC4A-4DBC-B9A3-43ACBBD63300}" dt="2026-06-02T19:17:26.216" v="7083" actId="1076"/>
          <ac:picMkLst>
            <pc:docMk/>
            <pc:sldMk cId="2791032443" sldId="381"/>
            <ac:picMk id="8" creationId="{76A4A57D-1D35-817D-830A-2B760FCCB996}"/>
          </ac:picMkLst>
        </pc:picChg>
        <pc:picChg chg="add del mod ord">
          <ac:chgData name="Jansen, Jolijn" userId="6c51612a-ae5b-4685-a463-4602f0fa0c33" providerId="ADAL" clId="{F6A41E28-FC4A-4DBC-B9A3-43ACBBD63300}" dt="2026-06-02T16:20:16.840" v="6996" actId="931"/>
          <ac:picMkLst>
            <pc:docMk/>
            <pc:sldMk cId="2791032443" sldId="381"/>
            <ac:picMk id="9" creationId="{B0842939-CADC-DCC8-B527-5820358AFA14}"/>
          </ac:picMkLst>
        </pc:picChg>
        <pc:picChg chg="mod">
          <ac:chgData name="Jansen, Jolijn" userId="6c51612a-ae5b-4685-a463-4602f0fa0c33" providerId="ADAL" clId="{F6A41E28-FC4A-4DBC-B9A3-43ACBBD63300}" dt="2026-06-02T19:17:34.335" v="7091" actId="1037"/>
          <ac:picMkLst>
            <pc:docMk/>
            <pc:sldMk cId="2791032443" sldId="381"/>
            <ac:picMk id="10" creationId="{E4B8B423-0AC6-FF2B-C5B2-56A9FE8BBC59}"/>
          </ac:picMkLst>
        </pc:picChg>
        <pc:picChg chg="del">
          <ac:chgData name="Jansen, Jolijn" userId="6c51612a-ae5b-4685-a463-4602f0fa0c33" providerId="ADAL" clId="{F6A41E28-FC4A-4DBC-B9A3-43ACBBD63300}" dt="2026-06-02T16:19:42.531" v="6994" actId="478"/>
          <ac:picMkLst>
            <pc:docMk/>
            <pc:sldMk cId="2791032443" sldId="381"/>
            <ac:picMk id="12" creationId="{ADBE26A2-6B25-CD95-2913-B15E877907F6}"/>
          </ac:picMkLst>
        </pc:picChg>
        <pc:picChg chg="add mod ord">
          <ac:chgData name="Jansen, Jolijn" userId="6c51612a-ae5b-4685-a463-4602f0fa0c33" providerId="ADAL" clId="{F6A41E28-FC4A-4DBC-B9A3-43ACBBD63300}" dt="2026-06-03T10:02:18.675" v="9605" actId="962"/>
          <ac:picMkLst>
            <pc:docMk/>
            <pc:sldMk cId="2791032443" sldId="381"/>
            <ac:picMk id="13" creationId="{3CFE4267-00DE-C88D-C2C6-5EDBB80EA432}"/>
          </ac:picMkLst>
        </pc:picChg>
      </pc:sldChg>
      <pc:sldChg chg="ord modNotesTx">
        <pc:chgData name="Jansen, Jolijn" userId="6c51612a-ae5b-4685-a463-4602f0fa0c33" providerId="ADAL" clId="{F6A41E28-FC4A-4DBC-B9A3-43ACBBD63300}" dt="2026-06-02T19:58:06.763" v="7773" actId="20577"/>
        <pc:sldMkLst>
          <pc:docMk/>
          <pc:sldMk cId="4246261526" sldId="382"/>
        </pc:sldMkLst>
      </pc:sldChg>
      <pc:sldChg chg="modSp add del mod modNotesTx">
        <pc:chgData name="Jansen, Jolijn" userId="6c51612a-ae5b-4685-a463-4602f0fa0c33" providerId="ADAL" clId="{F6A41E28-FC4A-4DBC-B9A3-43ACBBD63300}" dt="2026-06-02T20:22:13.021" v="8583" actId="47"/>
        <pc:sldMkLst>
          <pc:docMk/>
          <pc:sldMk cId="2750375985" sldId="384"/>
        </pc:sldMkLst>
        <pc:spChg chg="mod">
          <ac:chgData name="Jansen, Jolijn" userId="6c51612a-ae5b-4685-a463-4602f0fa0c33" providerId="ADAL" clId="{F6A41E28-FC4A-4DBC-B9A3-43ACBBD63300}" dt="2026-06-02T20:14:06.244" v="8209" actId="5793"/>
          <ac:spMkLst>
            <pc:docMk/>
            <pc:sldMk cId="2750375985" sldId="384"/>
            <ac:spMk id="3" creationId="{562B7604-878A-C844-35C8-C320163598E5}"/>
          </ac:spMkLst>
        </pc:spChg>
      </pc:sldChg>
      <pc:sldChg chg="addSp delSp modSp mod">
        <pc:chgData name="Jansen, Jolijn" userId="6c51612a-ae5b-4685-a463-4602f0fa0c33" providerId="ADAL" clId="{F6A41E28-FC4A-4DBC-B9A3-43ACBBD63300}" dt="2026-06-02T10:56:35.117" v="1417" actId="167"/>
        <pc:sldMkLst>
          <pc:docMk/>
          <pc:sldMk cId="2777025704" sldId="386"/>
        </pc:sldMkLst>
        <pc:spChg chg="add del mod ord">
          <ac:chgData name="Jansen, Jolijn" userId="6c51612a-ae5b-4685-a463-4602f0fa0c33" providerId="ADAL" clId="{F6A41E28-FC4A-4DBC-B9A3-43ACBBD63300}" dt="2026-06-02T10:56:26.491" v="1414" actId="478"/>
          <ac:spMkLst>
            <pc:docMk/>
            <pc:sldMk cId="2777025704" sldId="386"/>
            <ac:spMk id="4" creationId="{AB8A5ED4-F957-D2B9-AC70-E82E94B06B53}"/>
          </ac:spMkLst>
        </pc:spChg>
        <pc:spChg chg="add mod ord">
          <ac:chgData name="Jansen, Jolijn" userId="6c51612a-ae5b-4685-a463-4602f0fa0c33" providerId="ADAL" clId="{F6A41E28-FC4A-4DBC-B9A3-43ACBBD63300}" dt="2026-06-02T10:56:35.117" v="1417" actId="167"/>
          <ac:spMkLst>
            <pc:docMk/>
            <pc:sldMk cId="2777025704" sldId="386"/>
            <ac:spMk id="6" creationId="{0033CD69-A11F-F608-E75C-0FC20D337648}"/>
          </ac:spMkLst>
        </pc:spChg>
        <pc:picChg chg="mod modCrop">
          <ac:chgData name="Jansen, Jolijn" userId="6c51612a-ae5b-4685-a463-4602f0fa0c33" providerId="ADAL" clId="{F6A41E28-FC4A-4DBC-B9A3-43ACBBD63300}" dt="2026-06-02T10:54:06.254" v="1387" actId="1076"/>
          <ac:picMkLst>
            <pc:docMk/>
            <pc:sldMk cId="2777025704" sldId="386"/>
            <ac:picMk id="5" creationId="{6BD62B0A-3A27-8CD4-9874-5DF4A15454FA}"/>
          </ac:picMkLst>
        </pc:picChg>
      </pc:sldChg>
      <pc:sldChg chg="addSp delSp modSp mod">
        <pc:chgData name="Jansen, Jolijn" userId="6c51612a-ae5b-4685-a463-4602f0fa0c33" providerId="ADAL" clId="{F6A41E28-FC4A-4DBC-B9A3-43ACBBD63300}" dt="2026-06-02T11:02:38.564" v="1448" actId="1076"/>
        <pc:sldMkLst>
          <pc:docMk/>
          <pc:sldMk cId="3322164499" sldId="387"/>
        </pc:sldMkLst>
        <pc:spChg chg="mod">
          <ac:chgData name="Jansen, Jolijn" userId="6c51612a-ae5b-4685-a463-4602f0fa0c33" providerId="ADAL" clId="{F6A41E28-FC4A-4DBC-B9A3-43ACBBD63300}" dt="2026-06-02T11:02:34.431" v="1447" actId="207"/>
          <ac:spMkLst>
            <pc:docMk/>
            <pc:sldMk cId="3322164499" sldId="387"/>
            <ac:spMk id="2" creationId="{72929BAD-A9B3-6440-5B40-B7B19D6A36EF}"/>
          </ac:spMkLst>
        </pc:spChg>
        <pc:spChg chg="add del mod ord">
          <ac:chgData name="Jansen, Jolijn" userId="6c51612a-ae5b-4685-a463-4602f0fa0c33" providerId="ADAL" clId="{F6A41E28-FC4A-4DBC-B9A3-43ACBBD63300}" dt="2026-06-02T10:55:30.222" v="1403" actId="478"/>
          <ac:spMkLst>
            <pc:docMk/>
            <pc:sldMk cId="3322164499" sldId="387"/>
            <ac:spMk id="3" creationId="{88F78974-1723-5046-0EB6-959012A84E4D}"/>
          </ac:spMkLst>
        </pc:spChg>
        <pc:spChg chg="add mod ord">
          <ac:chgData name="Jansen, Jolijn" userId="6c51612a-ae5b-4685-a463-4602f0fa0c33" providerId="ADAL" clId="{F6A41E28-FC4A-4DBC-B9A3-43ACBBD63300}" dt="2026-06-02T10:55:37.763" v="1406" actId="207"/>
          <ac:spMkLst>
            <pc:docMk/>
            <pc:sldMk cId="3322164499" sldId="387"/>
            <ac:spMk id="4" creationId="{CC292544-7AC3-10E4-3CCA-1F717D8D5B55}"/>
          </ac:spMkLst>
        </pc:spChg>
        <pc:spChg chg="mod">
          <ac:chgData name="Jansen, Jolijn" userId="6c51612a-ae5b-4685-a463-4602f0fa0c33" providerId="ADAL" clId="{F6A41E28-FC4A-4DBC-B9A3-43ACBBD63300}" dt="2026-06-02T11:02:34.431" v="1447" actId="207"/>
          <ac:spMkLst>
            <pc:docMk/>
            <pc:sldMk cId="3322164499" sldId="387"/>
            <ac:spMk id="6" creationId="{DD9927E3-BBD9-689E-6B0E-4977DC9A24F7}"/>
          </ac:spMkLst>
        </pc:spChg>
        <pc:picChg chg="mod modCrop">
          <ac:chgData name="Jansen, Jolijn" userId="6c51612a-ae5b-4685-a463-4602f0fa0c33" providerId="ADAL" clId="{F6A41E28-FC4A-4DBC-B9A3-43ACBBD63300}" dt="2026-06-02T11:02:38.564" v="1448" actId="1076"/>
          <ac:picMkLst>
            <pc:docMk/>
            <pc:sldMk cId="3322164499" sldId="387"/>
            <ac:picMk id="7" creationId="{9C7CE453-64AB-03BF-D606-19BD42C11A60}"/>
          </ac:picMkLst>
        </pc:picChg>
      </pc:sldChg>
      <pc:sldChg chg="addSp modSp mod">
        <pc:chgData name="Jansen, Jolijn" userId="6c51612a-ae5b-4685-a463-4602f0fa0c33" providerId="ADAL" clId="{F6A41E28-FC4A-4DBC-B9A3-43ACBBD63300}" dt="2026-06-02T11:03:11.282" v="1454" actId="1076"/>
        <pc:sldMkLst>
          <pc:docMk/>
          <pc:sldMk cId="1430439344" sldId="388"/>
        </pc:sldMkLst>
        <pc:spChg chg="mod">
          <ac:chgData name="Jansen, Jolijn" userId="6c51612a-ae5b-4685-a463-4602f0fa0c33" providerId="ADAL" clId="{F6A41E28-FC4A-4DBC-B9A3-43ACBBD63300}" dt="2026-06-02T11:03:07.935" v="1453" actId="207"/>
          <ac:spMkLst>
            <pc:docMk/>
            <pc:sldMk cId="1430439344" sldId="388"/>
            <ac:spMk id="2" creationId="{ABAA9532-BDEE-E052-FA68-6167A4AA326B}"/>
          </ac:spMkLst>
        </pc:spChg>
        <pc:spChg chg="add mod ord">
          <ac:chgData name="Jansen, Jolijn" userId="6c51612a-ae5b-4685-a463-4602f0fa0c33" providerId="ADAL" clId="{F6A41E28-FC4A-4DBC-B9A3-43ACBBD63300}" dt="2026-06-02T11:02:54.833" v="1451" actId="167"/>
          <ac:spMkLst>
            <pc:docMk/>
            <pc:sldMk cId="1430439344" sldId="388"/>
            <ac:spMk id="3" creationId="{07035E34-37FF-3853-D433-9C15BA075901}"/>
          </ac:spMkLst>
        </pc:spChg>
        <pc:spChg chg="mod">
          <ac:chgData name="Jansen, Jolijn" userId="6c51612a-ae5b-4685-a463-4602f0fa0c33" providerId="ADAL" clId="{F6A41E28-FC4A-4DBC-B9A3-43ACBBD63300}" dt="2026-06-02T11:03:07.935" v="1453" actId="207"/>
          <ac:spMkLst>
            <pc:docMk/>
            <pc:sldMk cId="1430439344" sldId="388"/>
            <ac:spMk id="4" creationId="{47B9A192-89C2-AC48-872D-F5A9F15F187D}"/>
          </ac:spMkLst>
        </pc:spChg>
        <pc:picChg chg="mod modCrop">
          <ac:chgData name="Jansen, Jolijn" userId="6c51612a-ae5b-4685-a463-4602f0fa0c33" providerId="ADAL" clId="{F6A41E28-FC4A-4DBC-B9A3-43ACBBD63300}" dt="2026-06-02T11:03:11.282" v="1454" actId="1076"/>
          <ac:picMkLst>
            <pc:docMk/>
            <pc:sldMk cId="1430439344" sldId="388"/>
            <ac:picMk id="7" creationId="{D81CE8FD-F0A6-24D8-E518-37FCAF3D6E80}"/>
          </ac:picMkLst>
        </pc:picChg>
      </pc:sldChg>
      <pc:sldChg chg="addSp delSp modSp mod">
        <pc:chgData name="Jansen, Jolijn" userId="6c51612a-ae5b-4685-a463-4602f0fa0c33" providerId="ADAL" clId="{F6A41E28-FC4A-4DBC-B9A3-43ACBBD63300}" dt="2026-06-02T10:56:05.324" v="1410" actId="167"/>
        <pc:sldMkLst>
          <pc:docMk/>
          <pc:sldMk cId="572108139" sldId="389"/>
        </pc:sldMkLst>
        <pc:spChg chg="add del mod ord">
          <ac:chgData name="Jansen, Jolijn" userId="6c51612a-ae5b-4685-a463-4602f0fa0c33" providerId="ADAL" clId="{F6A41E28-FC4A-4DBC-B9A3-43ACBBD63300}" dt="2026-06-02T10:55:57.170" v="1407" actId="478"/>
          <ac:spMkLst>
            <pc:docMk/>
            <pc:sldMk cId="572108139" sldId="389"/>
            <ac:spMk id="3" creationId="{0BB9D3A3-431E-2C94-4A73-C7A32FA3CDC2}"/>
          </ac:spMkLst>
        </pc:spChg>
        <pc:spChg chg="add mod ord">
          <ac:chgData name="Jansen, Jolijn" userId="6c51612a-ae5b-4685-a463-4602f0fa0c33" providerId="ADAL" clId="{F6A41E28-FC4A-4DBC-B9A3-43ACBBD63300}" dt="2026-06-02T10:56:05.324" v="1410" actId="167"/>
          <ac:spMkLst>
            <pc:docMk/>
            <pc:sldMk cId="572108139" sldId="389"/>
            <ac:spMk id="5" creationId="{1490B4D5-2FDE-A14A-D4D4-00B5DFDC8CC5}"/>
          </ac:spMkLst>
        </pc:spChg>
        <pc:picChg chg="mod modCrop">
          <ac:chgData name="Jansen, Jolijn" userId="6c51612a-ae5b-4685-a463-4602f0fa0c33" providerId="ADAL" clId="{F6A41E28-FC4A-4DBC-B9A3-43ACBBD63300}" dt="2026-06-02T10:52:42.137" v="1372" actId="1076"/>
          <ac:picMkLst>
            <pc:docMk/>
            <pc:sldMk cId="572108139" sldId="389"/>
            <ac:picMk id="7" creationId="{3D3CC7CA-E7ED-966D-7A68-80561AA77D81}"/>
          </ac:picMkLst>
        </pc:picChg>
      </pc:sldChg>
      <pc:sldChg chg="addSp delSp modSp mod">
        <pc:chgData name="Jansen, Jolijn" userId="6c51612a-ae5b-4685-a463-4602f0fa0c33" providerId="ADAL" clId="{F6A41E28-FC4A-4DBC-B9A3-43ACBBD63300}" dt="2026-06-02T10:56:21.214" v="1413" actId="167"/>
        <pc:sldMkLst>
          <pc:docMk/>
          <pc:sldMk cId="470801937" sldId="390"/>
        </pc:sldMkLst>
        <pc:spChg chg="add del mod ord">
          <ac:chgData name="Jansen, Jolijn" userId="6c51612a-ae5b-4685-a463-4602f0fa0c33" providerId="ADAL" clId="{F6A41E28-FC4A-4DBC-B9A3-43ACBBD63300}" dt="2026-06-02T10:56:17.100" v="1411" actId="478"/>
          <ac:spMkLst>
            <pc:docMk/>
            <pc:sldMk cId="470801937" sldId="390"/>
            <ac:spMk id="3" creationId="{CEB35D5F-02B2-5DFD-3DE1-3364F242AC02}"/>
          </ac:spMkLst>
        </pc:spChg>
        <pc:spChg chg="add mod ord">
          <ac:chgData name="Jansen, Jolijn" userId="6c51612a-ae5b-4685-a463-4602f0fa0c33" providerId="ADAL" clId="{F6A41E28-FC4A-4DBC-B9A3-43ACBBD63300}" dt="2026-06-02T10:56:21.214" v="1413" actId="167"/>
          <ac:spMkLst>
            <pc:docMk/>
            <pc:sldMk cId="470801937" sldId="390"/>
            <ac:spMk id="5" creationId="{28659C5E-3E27-F027-40E2-B2C2D6DDC216}"/>
          </ac:spMkLst>
        </pc:spChg>
        <pc:picChg chg="mod modCrop">
          <ac:chgData name="Jansen, Jolijn" userId="6c51612a-ae5b-4685-a463-4602f0fa0c33" providerId="ADAL" clId="{F6A41E28-FC4A-4DBC-B9A3-43ACBBD63300}" dt="2026-06-02T10:53:32.668" v="1378" actId="1076"/>
          <ac:picMkLst>
            <pc:docMk/>
            <pc:sldMk cId="470801937" sldId="390"/>
            <ac:picMk id="7" creationId="{21E59B59-2654-DD99-C17C-50C37C99D345}"/>
          </ac:picMkLst>
        </pc:picChg>
      </pc:sldChg>
      <pc:sldChg chg="addSp modSp mod">
        <pc:chgData name="Jansen, Jolijn" userId="6c51612a-ae5b-4685-a463-4602f0fa0c33" providerId="ADAL" clId="{F6A41E28-FC4A-4DBC-B9A3-43ACBBD63300}" dt="2026-06-02T11:02:04.676" v="1444" actId="167"/>
        <pc:sldMkLst>
          <pc:docMk/>
          <pc:sldMk cId="14301410" sldId="391"/>
        </pc:sldMkLst>
        <pc:spChg chg="add mod ord">
          <ac:chgData name="Jansen, Jolijn" userId="6c51612a-ae5b-4685-a463-4602f0fa0c33" providerId="ADAL" clId="{F6A41E28-FC4A-4DBC-B9A3-43ACBBD63300}" dt="2026-06-02T11:02:04.676" v="1444" actId="167"/>
          <ac:spMkLst>
            <pc:docMk/>
            <pc:sldMk cId="14301410" sldId="391"/>
            <ac:spMk id="3" creationId="{9F634A17-FE1E-9BF1-C989-FD5BA95CEC0E}"/>
          </ac:spMkLst>
        </pc:spChg>
        <pc:picChg chg="mod modCrop">
          <ac:chgData name="Jansen, Jolijn" userId="6c51612a-ae5b-4685-a463-4602f0fa0c33" providerId="ADAL" clId="{F6A41E28-FC4A-4DBC-B9A3-43ACBBD63300}" dt="2026-06-02T11:01:57.089" v="1441" actId="1076"/>
          <ac:picMkLst>
            <pc:docMk/>
            <pc:sldMk cId="14301410" sldId="391"/>
            <ac:picMk id="5" creationId="{2358BF09-A0D5-3195-59F6-4E2ABD8A2660}"/>
          </ac:picMkLst>
        </pc:picChg>
      </pc:sldChg>
      <pc:sldChg chg="addSp modSp mod">
        <pc:chgData name="Jansen, Jolijn" userId="6c51612a-ae5b-4685-a463-4602f0fa0c33" providerId="ADAL" clId="{F6A41E28-FC4A-4DBC-B9A3-43ACBBD63300}" dt="2026-06-02T10:57:42.594" v="1430" actId="207"/>
        <pc:sldMkLst>
          <pc:docMk/>
          <pc:sldMk cId="2483824144" sldId="392"/>
        </pc:sldMkLst>
        <pc:spChg chg="add mod ord">
          <ac:chgData name="Jansen, Jolijn" userId="6c51612a-ae5b-4685-a463-4602f0fa0c33" providerId="ADAL" clId="{F6A41E28-FC4A-4DBC-B9A3-43ACBBD63300}" dt="2026-06-02T10:57:42.594" v="1430" actId="207"/>
          <ac:spMkLst>
            <pc:docMk/>
            <pc:sldMk cId="2483824144" sldId="392"/>
            <ac:spMk id="3" creationId="{4352271B-3FF5-95C5-F788-DC2A39937776}"/>
          </ac:spMkLst>
        </pc:spChg>
        <pc:picChg chg="mod modCrop">
          <ac:chgData name="Jansen, Jolijn" userId="6c51612a-ae5b-4685-a463-4602f0fa0c33" providerId="ADAL" clId="{F6A41E28-FC4A-4DBC-B9A3-43ACBBD63300}" dt="2026-06-02T10:57:34.186" v="1427" actId="1076"/>
          <ac:picMkLst>
            <pc:docMk/>
            <pc:sldMk cId="2483824144" sldId="392"/>
            <ac:picMk id="7" creationId="{67DD48C7-7300-6EDF-63D8-57E6AB2250D0}"/>
          </ac:picMkLst>
        </pc:picChg>
      </pc:sldChg>
      <pc:sldChg chg="addSp modSp mod">
        <pc:chgData name="Jansen, Jolijn" userId="6c51612a-ae5b-4685-a463-4602f0fa0c33" providerId="ADAL" clId="{F6A41E28-FC4A-4DBC-B9A3-43ACBBD63300}" dt="2026-06-02T10:57:14.396" v="1423" actId="167"/>
        <pc:sldMkLst>
          <pc:docMk/>
          <pc:sldMk cId="922227893" sldId="393"/>
        </pc:sldMkLst>
        <pc:spChg chg="add mod ord">
          <ac:chgData name="Jansen, Jolijn" userId="6c51612a-ae5b-4685-a463-4602f0fa0c33" providerId="ADAL" clId="{F6A41E28-FC4A-4DBC-B9A3-43ACBBD63300}" dt="2026-06-02T10:57:14.396" v="1423" actId="167"/>
          <ac:spMkLst>
            <pc:docMk/>
            <pc:sldMk cId="922227893" sldId="393"/>
            <ac:spMk id="3" creationId="{02DC2147-DC1B-383D-36E1-DB6255955224}"/>
          </ac:spMkLst>
        </pc:spChg>
        <pc:picChg chg="mod modCrop">
          <ac:chgData name="Jansen, Jolijn" userId="6c51612a-ae5b-4685-a463-4602f0fa0c33" providerId="ADAL" clId="{F6A41E28-FC4A-4DBC-B9A3-43ACBBD63300}" dt="2026-06-02T10:57:10.162" v="1421" actId="1076"/>
          <ac:picMkLst>
            <pc:docMk/>
            <pc:sldMk cId="922227893" sldId="393"/>
            <ac:picMk id="7" creationId="{342A5E3A-20BB-08D5-69B6-600358B9EE7F}"/>
          </ac:picMkLst>
        </pc:picChg>
      </pc:sldChg>
      <pc:sldChg chg="addSp delSp modSp mod modNotesTx">
        <pc:chgData name="Jansen, Jolijn" userId="6c51612a-ae5b-4685-a463-4602f0fa0c33" providerId="ADAL" clId="{F6A41E28-FC4A-4DBC-B9A3-43ACBBD63300}" dt="2026-06-02T20:23:39.662" v="8803" actId="20577"/>
        <pc:sldMkLst>
          <pc:docMk/>
          <pc:sldMk cId="2628994078" sldId="405"/>
        </pc:sldMkLst>
        <pc:spChg chg="mod">
          <ac:chgData name="Jansen, Jolijn" userId="6c51612a-ae5b-4685-a463-4602f0fa0c33" providerId="ADAL" clId="{F6A41E28-FC4A-4DBC-B9A3-43ACBBD63300}" dt="2026-06-02T10:50:21.857" v="1355" actId="207"/>
          <ac:spMkLst>
            <pc:docMk/>
            <pc:sldMk cId="2628994078" sldId="405"/>
            <ac:spMk id="2" creationId="{E1E6B01A-820A-6126-1C9B-1CE045F3250A}"/>
          </ac:spMkLst>
        </pc:spChg>
        <pc:spChg chg="add del mod ord">
          <ac:chgData name="Jansen, Jolijn" userId="6c51612a-ae5b-4685-a463-4602f0fa0c33" providerId="ADAL" clId="{F6A41E28-FC4A-4DBC-B9A3-43ACBBD63300}" dt="2026-06-02T10:55:24.004" v="1402" actId="478"/>
          <ac:spMkLst>
            <pc:docMk/>
            <pc:sldMk cId="2628994078" sldId="405"/>
            <ac:spMk id="3" creationId="{D8D72C6F-2DAE-F8D5-9658-270D7E48678F}"/>
          </ac:spMkLst>
        </pc:spChg>
        <pc:spChg chg="mod">
          <ac:chgData name="Jansen, Jolijn" userId="6c51612a-ae5b-4685-a463-4602f0fa0c33" providerId="ADAL" clId="{F6A41E28-FC4A-4DBC-B9A3-43ACBBD63300}" dt="2026-06-02T10:50:26.039" v="1356" actId="207"/>
          <ac:spMkLst>
            <pc:docMk/>
            <pc:sldMk cId="2628994078" sldId="405"/>
            <ac:spMk id="4" creationId="{6F39DB83-3154-0810-D094-F481D2726D0D}"/>
          </ac:spMkLst>
        </pc:spChg>
        <pc:spChg chg="add mod ord">
          <ac:chgData name="Jansen, Jolijn" userId="6c51612a-ae5b-4685-a463-4602f0fa0c33" providerId="ADAL" clId="{F6A41E28-FC4A-4DBC-B9A3-43ACBBD63300}" dt="2026-06-02T10:55:22.814" v="1401" actId="167"/>
          <ac:spMkLst>
            <pc:docMk/>
            <pc:sldMk cId="2628994078" sldId="405"/>
            <ac:spMk id="6" creationId="{70BAC933-F434-28A2-0F61-5147E654225A}"/>
          </ac:spMkLst>
        </pc:spChg>
        <pc:picChg chg="mod modCrop">
          <ac:chgData name="Jansen, Jolijn" userId="6c51612a-ae5b-4685-a463-4602f0fa0c33" providerId="ADAL" clId="{F6A41E28-FC4A-4DBC-B9A3-43ACBBD63300}" dt="2026-06-02T10:50:37.077" v="1357" actId="1076"/>
          <ac:picMkLst>
            <pc:docMk/>
            <pc:sldMk cId="2628994078" sldId="405"/>
            <ac:picMk id="5" creationId="{D51701DB-3C99-CE4A-52A8-7E1EB22A57A3}"/>
          </ac:picMkLst>
        </pc:picChg>
      </pc:sldChg>
      <pc:sldChg chg="modNotesTx">
        <pc:chgData name="Jansen, Jolijn" userId="6c51612a-ae5b-4685-a463-4602f0fa0c33" providerId="ADAL" clId="{F6A41E28-FC4A-4DBC-B9A3-43ACBBD63300}" dt="2026-06-02T08:43:35.277" v="23" actId="20577"/>
        <pc:sldMkLst>
          <pc:docMk/>
          <pc:sldMk cId="632951981" sldId="407"/>
        </pc:sldMkLst>
      </pc:sldChg>
      <pc:sldChg chg="add del">
        <pc:chgData name="Jansen, Jolijn" userId="6c51612a-ae5b-4685-a463-4602f0fa0c33" providerId="ADAL" clId="{F6A41E28-FC4A-4DBC-B9A3-43ACBBD63300}" dt="2026-06-02T20:35:42.627" v="9108" actId="47"/>
        <pc:sldMkLst>
          <pc:docMk/>
          <pc:sldMk cId="4144805422" sldId="408"/>
        </pc:sldMkLst>
      </pc:sldChg>
      <pc:sldChg chg="addSp delSp modSp new mod ord modNotesTx">
        <pc:chgData name="Jansen, Jolijn" userId="6c51612a-ae5b-4685-a463-4602f0fa0c33" providerId="ADAL" clId="{F6A41E28-FC4A-4DBC-B9A3-43ACBBD63300}" dt="2026-06-03T10:35:14.202" v="9674" actId="962"/>
        <pc:sldMkLst>
          <pc:docMk/>
          <pc:sldMk cId="3297584790" sldId="409"/>
        </pc:sldMkLst>
        <pc:spChg chg="mod">
          <ac:chgData name="Jansen, Jolijn" userId="6c51612a-ae5b-4685-a463-4602f0fa0c33" providerId="ADAL" clId="{F6A41E28-FC4A-4DBC-B9A3-43ACBBD63300}" dt="2026-06-02T15:46:16.553" v="4881" actId="1076"/>
          <ac:spMkLst>
            <pc:docMk/>
            <pc:sldMk cId="3297584790" sldId="409"/>
            <ac:spMk id="2" creationId="{940D0BE2-B9F6-EC3E-C7F5-1DED516BBFA4}"/>
          </ac:spMkLst>
        </pc:spChg>
        <pc:spChg chg="del">
          <ac:chgData name="Jansen, Jolijn" userId="6c51612a-ae5b-4685-a463-4602f0fa0c33" providerId="ADAL" clId="{F6A41E28-FC4A-4DBC-B9A3-43ACBBD63300}" dt="2026-06-02T08:47:05.482" v="63" actId="931"/>
          <ac:spMkLst>
            <pc:docMk/>
            <pc:sldMk cId="3297584790" sldId="409"/>
            <ac:spMk id="3" creationId="{06385CFC-0DFD-6290-39AB-8A47D09F77B3}"/>
          </ac:spMkLst>
        </pc:spChg>
        <pc:spChg chg="add del mod">
          <ac:chgData name="Jansen, Jolijn" userId="6c51612a-ae5b-4685-a463-4602f0fa0c33" providerId="ADAL" clId="{F6A41E28-FC4A-4DBC-B9A3-43ACBBD63300}" dt="2026-06-02T15:46:12.277" v="4880" actId="478"/>
          <ac:spMkLst>
            <pc:docMk/>
            <pc:sldMk cId="3297584790" sldId="409"/>
            <ac:spMk id="6" creationId="{8196822B-7353-EC55-7281-E22ABA0A3CFD}"/>
          </ac:spMkLst>
        </pc:spChg>
        <pc:picChg chg="add mod ord">
          <ac:chgData name="Jansen, Jolijn" userId="6c51612a-ae5b-4685-a463-4602f0fa0c33" providerId="ADAL" clId="{F6A41E28-FC4A-4DBC-B9A3-43ACBBD63300}" dt="2026-06-03T10:35:14.202" v="9674" actId="962"/>
          <ac:picMkLst>
            <pc:docMk/>
            <pc:sldMk cId="3297584790" sldId="409"/>
            <ac:picMk id="5" creationId="{56217705-662C-97D8-4D06-E11400726F58}"/>
          </ac:picMkLst>
        </pc:picChg>
      </pc:sldChg>
      <pc:sldChg chg="modSp mod">
        <pc:chgData name="Jansen, Jolijn" userId="6c51612a-ae5b-4685-a463-4602f0fa0c33" providerId="ADAL" clId="{F6A41E28-FC4A-4DBC-B9A3-43ACBBD63300}" dt="2026-06-02T20:37:32.260" v="9283" actId="20577"/>
        <pc:sldMkLst>
          <pc:docMk/>
          <pc:sldMk cId="1293527434" sldId="2147482815"/>
        </pc:sldMkLst>
        <pc:spChg chg="mod">
          <ac:chgData name="Jansen, Jolijn" userId="6c51612a-ae5b-4685-a463-4602f0fa0c33" providerId="ADAL" clId="{F6A41E28-FC4A-4DBC-B9A3-43ACBBD63300}" dt="2026-06-02T20:37:32.260" v="9283" actId="20577"/>
          <ac:spMkLst>
            <pc:docMk/>
            <pc:sldMk cId="1293527434" sldId="2147482815"/>
            <ac:spMk id="3" creationId="{37CBEB8E-1FCD-13CD-A89A-F88E9D557F4B}"/>
          </ac:spMkLst>
        </pc:spChg>
      </pc:sldChg>
      <pc:sldChg chg="addSp delSp modSp new mod modNotesTx">
        <pc:chgData name="Jansen, Jolijn" userId="6c51612a-ae5b-4685-a463-4602f0fa0c33" providerId="ADAL" clId="{F6A41E28-FC4A-4DBC-B9A3-43ACBBD63300}" dt="2026-06-02T20:13:56.690" v="8208" actId="962"/>
        <pc:sldMkLst>
          <pc:docMk/>
          <pc:sldMk cId="2363246246" sldId="2147482816"/>
        </pc:sldMkLst>
        <pc:spChg chg="mod">
          <ac:chgData name="Jansen, Jolijn" userId="6c51612a-ae5b-4685-a463-4602f0fa0c33" providerId="ADAL" clId="{F6A41E28-FC4A-4DBC-B9A3-43ACBBD63300}" dt="2026-06-02T19:58:41.839" v="7858" actId="20577"/>
          <ac:spMkLst>
            <pc:docMk/>
            <pc:sldMk cId="2363246246" sldId="2147482816"/>
            <ac:spMk id="2" creationId="{996C326C-2EEC-1D4B-49CB-A048ACD51422}"/>
          </ac:spMkLst>
        </pc:spChg>
        <pc:spChg chg="del">
          <ac:chgData name="Jansen, Jolijn" userId="6c51612a-ae5b-4685-a463-4602f0fa0c33" providerId="ADAL" clId="{F6A41E28-FC4A-4DBC-B9A3-43ACBBD63300}" dt="2026-06-02T19:54:45.346" v="7736" actId="931"/>
          <ac:spMkLst>
            <pc:docMk/>
            <pc:sldMk cId="2363246246" sldId="2147482816"/>
            <ac:spMk id="3" creationId="{6FE55E14-497F-5E69-89A5-C09908E92EEA}"/>
          </ac:spMkLst>
        </pc:spChg>
        <pc:picChg chg="add mod ord">
          <ac:chgData name="Jansen, Jolijn" userId="6c51612a-ae5b-4685-a463-4602f0fa0c33" providerId="ADAL" clId="{F6A41E28-FC4A-4DBC-B9A3-43ACBBD63300}" dt="2026-06-02T20:13:56.690" v="8208" actId="962"/>
          <ac:picMkLst>
            <pc:docMk/>
            <pc:sldMk cId="2363246246" sldId="2147482816"/>
            <ac:picMk id="5" creationId="{3D740214-5CDF-AE31-28AF-D3AA7531F985}"/>
          </ac:picMkLst>
        </pc:picChg>
      </pc:sldChg>
      <pc:sldChg chg="addSp delSp modSp add mod ord">
        <pc:chgData name="Jansen, Jolijn" userId="6c51612a-ae5b-4685-a463-4602f0fa0c33" providerId="ADAL" clId="{F6A41E28-FC4A-4DBC-B9A3-43ACBBD63300}" dt="2026-06-03T10:04:04.174" v="9648" actId="13244"/>
        <pc:sldMkLst>
          <pc:docMk/>
          <pc:sldMk cId="1791909369" sldId="2147482817"/>
        </pc:sldMkLst>
        <pc:spChg chg="add del">
          <ac:chgData name="Jansen, Jolijn" userId="6c51612a-ae5b-4685-a463-4602f0fa0c33" providerId="ADAL" clId="{F6A41E28-FC4A-4DBC-B9A3-43ACBBD63300}" dt="2026-06-03T10:03:13.647" v="9624" actId="478"/>
          <ac:spMkLst>
            <pc:docMk/>
            <pc:sldMk cId="1791909369" sldId="2147482817"/>
            <ac:spMk id="2" creationId="{23B74655-6698-057A-07AC-306274265C34}"/>
          </ac:spMkLst>
        </pc:spChg>
        <pc:spChg chg="mod">
          <ac:chgData name="Jansen, Jolijn" userId="6c51612a-ae5b-4685-a463-4602f0fa0c33" providerId="ADAL" clId="{F6A41E28-FC4A-4DBC-B9A3-43ACBBD63300}" dt="2026-06-02T19:56:08.017" v="7757" actId="113"/>
          <ac:spMkLst>
            <pc:docMk/>
            <pc:sldMk cId="1791909369" sldId="2147482817"/>
            <ac:spMk id="3" creationId="{964B43D8-D624-DFDE-D275-0CCA80B4BE03}"/>
          </ac:spMkLst>
        </pc:spChg>
        <pc:spChg chg="add del mod">
          <ac:chgData name="Jansen, Jolijn" userId="6c51612a-ae5b-4685-a463-4602f0fa0c33" providerId="ADAL" clId="{F6A41E28-FC4A-4DBC-B9A3-43ACBBD63300}" dt="2026-06-03T10:02:40.957" v="9607" actId="478"/>
          <ac:spMkLst>
            <pc:docMk/>
            <pc:sldMk cId="1791909369" sldId="2147482817"/>
            <ac:spMk id="5" creationId="{33DD6A85-A8AF-7DEF-31B8-E1AC2A6A773D}"/>
          </ac:spMkLst>
        </pc:spChg>
        <pc:spChg chg="add mod ord">
          <ac:chgData name="Jansen, Jolijn" userId="6c51612a-ae5b-4685-a463-4602f0fa0c33" providerId="ADAL" clId="{F6A41E28-FC4A-4DBC-B9A3-43ACBBD63300}" dt="2026-06-03T10:04:04.174" v="9648" actId="13244"/>
          <ac:spMkLst>
            <pc:docMk/>
            <pc:sldMk cId="1791909369" sldId="2147482817"/>
            <ac:spMk id="7" creationId="{CBFBD97B-BA99-61D9-DE8B-E1183A8CFFAF}"/>
          </ac:spMkLst>
        </pc:spChg>
      </pc:sldChg>
      <pc:sldChg chg="addSp delSp modSp new mod">
        <pc:chgData name="Jansen, Jolijn" userId="6c51612a-ae5b-4685-a463-4602f0fa0c33" providerId="ADAL" clId="{F6A41E28-FC4A-4DBC-B9A3-43ACBBD63300}" dt="2026-06-02T20:35:18.751" v="9064" actId="20577"/>
        <pc:sldMkLst>
          <pc:docMk/>
          <pc:sldMk cId="98912800" sldId="2147482818"/>
        </pc:sldMkLst>
        <pc:spChg chg="mod">
          <ac:chgData name="Jansen, Jolijn" userId="6c51612a-ae5b-4685-a463-4602f0fa0c33" providerId="ADAL" clId="{F6A41E28-FC4A-4DBC-B9A3-43ACBBD63300}" dt="2026-06-02T20:15:33.219" v="8262" actId="20577"/>
          <ac:spMkLst>
            <pc:docMk/>
            <pc:sldMk cId="98912800" sldId="2147482818"/>
            <ac:spMk id="2" creationId="{B2B64C56-AE34-B0EA-D740-C748EB3980B7}"/>
          </ac:spMkLst>
        </pc:spChg>
        <pc:spChg chg="del">
          <ac:chgData name="Jansen, Jolijn" userId="6c51612a-ae5b-4685-a463-4602f0fa0c33" providerId="ADAL" clId="{F6A41E28-FC4A-4DBC-B9A3-43ACBBD63300}" dt="2026-06-02T20:14:53.316" v="8211" actId="478"/>
          <ac:spMkLst>
            <pc:docMk/>
            <pc:sldMk cId="98912800" sldId="2147482818"/>
            <ac:spMk id="3" creationId="{16531B1C-D8FA-92E3-6C93-EDF67D948B2F}"/>
          </ac:spMkLst>
        </pc:spChg>
        <pc:spChg chg="add del mod">
          <ac:chgData name="Jansen, Jolijn" userId="6c51612a-ae5b-4685-a463-4602f0fa0c33" providerId="ADAL" clId="{F6A41E28-FC4A-4DBC-B9A3-43ACBBD63300}" dt="2026-06-02T20:15:13.952" v="8214" actId="478"/>
          <ac:spMkLst>
            <pc:docMk/>
            <pc:sldMk cId="98912800" sldId="2147482818"/>
            <ac:spMk id="4" creationId="{423DA646-05A9-9446-8D47-DE075EC3ECB6}"/>
          </ac:spMkLst>
        </pc:spChg>
        <pc:spChg chg="add mod">
          <ac:chgData name="Jansen, Jolijn" userId="6c51612a-ae5b-4685-a463-4602f0fa0c33" providerId="ADAL" clId="{F6A41E28-FC4A-4DBC-B9A3-43ACBBD63300}" dt="2026-06-02T20:16:30.368" v="8263" actId="1076"/>
          <ac:spMkLst>
            <pc:docMk/>
            <pc:sldMk cId="98912800" sldId="2147482818"/>
            <ac:spMk id="5" creationId="{4FDAD0F0-67E6-AE5D-0978-9A6936B4BFAD}"/>
          </ac:spMkLst>
        </pc:spChg>
        <pc:spChg chg="add mod">
          <ac:chgData name="Jansen, Jolijn" userId="6c51612a-ae5b-4685-a463-4602f0fa0c33" providerId="ADAL" clId="{F6A41E28-FC4A-4DBC-B9A3-43ACBBD63300}" dt="2026-06-02T20:14:54.326" v="8212"/>
          <ac:spMkLst>
            <pc:docMk/>
            <pc:sldMk cId="98912800" sldId="2147482818"/>
            <ac:spMk id="6" creationId="{383E69FD-0412-E3BB-8E0D-24F115126149}"/>
          </ac:spMkLst>
        </pc:spChg>
        <pc:spChg chg="add mod">
          <ac:chgData name="Jansen, Jolijn" userId="6c51612a-ae5b-4685-a463-4602f0fa0c33" providerId="ADAL" clId="{F6A41E28-FC4A-4DBC-B9A3-43ACBBD63300}" dt="2026-06-02T20:14:54.326" v="8212"/>
          <ac:spMkLst>
            <pc:docMk/>
            <pc:sldMk cId="98912800" sldId="2147482818"/>
            <ac:spMk id="8" creationId="{290E9775-FC61-CEEA-8DC5-9514FBB54033}"/>
          </ac:spMkLst>
        </pc:spChg>
        <pc:spChg chg="add mod">
          <ac:chgData name="Jansen, Jolijn" userId="6c51612a-ae5b-4685-a463-4602f0fa0c33" providerId="ADAL" clId="{F6A41E28-FC4A-4DBC-B9A3-43ACBBD63300}" dt="2026-06-02T20:14:54.326" v="8212"/>
          <ac:spMkLst>
            <pc:docMk/>
            <pc:sldMk cId="98912800" sldId="2147482818"/>
            <ac:spMk id="9" creationId="{62A9B052-950F-07F7-A43C-01B6600F207C}"/>
          </ac:spMkLst>
        </pc:spChg>
        <pc:spChg chg="add del mod">
          <ac:chgData name="Jansen, Jolijn" userId="6c51612a-ae5b-4685-a463-4602f0fa0c33" providerId="ADAL" clId="{F6A41E28-FC4A-4DBC-B9A3-43ACBBD63300}" dt="2026-06-02T20:32:32.316" v="8844" actId="478"/>
          <ac:spMkLst>
            <pc:docMk/>
            <pc:sldMk cId="98912800" sldId="2147482818"/>
            <ac:spMk id="10" creationId="{639BE352-716C-2553-516C-474F093D2F78}"/>
          </ac:spMkLst>
        </pc:spChg>
        <pc:spChg chg="add mod">
          <ac:chgData name="Jansen, Jolijn" userId="6c51612a-ae5b-4685-a463-4602f0fa0c33" providerId="ADAL" clId="{F6A41E28-FC4A-4DBC-B9A3-43ACBBD63300}" dt="2026-06-02T20:14:54.326" v="8212"/>
          <ac:spMkLst>
            <pc:docMk/>
            <pc:sldMk cId="98912800" sldId="2147482818"/>
            <ac:spMk id="11" creationId="{34676C5E-D8B8-0278-FBF4-6FE4E10BFE99}"/>
          </ac:spMkLst>
        </pc:spChg>
        <pc:spChg chg="add mod">
          <ac:chgData name="Jansen, Jolijn" userId="6c51612a-ae5b-4685-a463-4602f0fa0c33" providerId="ADAL" clId="{F6A41E28-FC4A-4DBC-B9A3-43ACBBD63300}" dt="2026-06-02T20:14:54.326" v="8212"/>
          <ac:spMkLst>
            <pc:docMk/>
            <pc:sldMk cId="98912800" sldId="2147482818"/>
            <ac:spMk id="12" creationId="{09C05028-A800-BAB3-D1DF-D93AB18C33A3}"/>
          </ac:spMkLst>
        </pc:spChg>
        <pc:spChg chg="add mod">
          <ac:chgData name="Jansen, Jolijn" userId="6c51612a-ae5b-4685-a463-4602f0fa0c33" providerId="ADAL" clId="{F6A41E28-FC4A-4DBC-B9A3-43ACBBD63300}" dt="2026-06-02T20:14:54.326" v="8212"/>
          <ac:spMkLst>
            <pc:docMk/>
            <pc:sldMk cId="98912800" sldId="2147482818"/>
            <ac:spMk id="16" creationId="{E543D1B3-394D-11BB-E350-6C257E5564F6}"/>
          </ac:spMkLst>
        </pc:spChg>
        <pc:spChg chg="add mod">
          <ac:chgData name="Jansen, Jolijn" userId="6c51612a-ae5b-4685-a463-4602f0fa0c33" providerId="ADAL" clId="{F6A41E28-FC4A-4DBC-B9A3-43ACBBD63300}" dt="2026-06-02T20:35:18.751" v="9064" actId="20577"/>
          <ac:spMkLst>
            <pc:docMk/>
            <pc:sldMk cId="98912800" sldId="2147482818"/>
            <ac:spMk id="17" creationId="{35A451E2-2E41-F9E3-5776-334DA9C12389}"/>
          </ac:spMkLst>
        </pc:spChg>
        <pc:spChg chg="add mod">
          <ac:chgData name="Jansen, Jolijn" userId="6c51612a-ae5b-4685-a463-4602f0fa0c33" providerId="ADAL" clId="{F6A41E28-FC4A-4DBC-B9A3-43ACBBD63300}" dt="2026-06-02T20:14:54.326" v="8212"/>
          <ac:spMkLst>
            <pc:docMk/>
            <pc:sldMk cId="98912800" sldId="2147482818"/>
            <ac:spMk id="18" creationId="{23D69C3D-8617-26FC-6EFB-AA77FD1BAD95}"/>
          </ac:spMkLst>
        </pc:spChg>
        <pc:picChg chg="add">
          <ac:chgData name="Jansen, Jolijn" userId="6c51612a-ae5b-4685-a463-4602f0fa0c33" providerId="ADAL" clId="{F6A41E28-FC4A-4DBC-B9A3-43ACBBD63300}" dt="2026-06-02T20:28:20.294" v="8825"/>
          <ac:picMkLst>
            <pc:docMk/>
            <pc:sldMk cId="98912800" sldId="2147482818"/>
            <ac:picMk id="1026" creationId="{9A17269C-08B8-26EC-5F0E-315B6826C9DA}"/>
          </ac:picMkLst>
        </pc:picChg>
        <pc:picChg chg="add mod">
          <ac:chgData name="Jansen, Jolijn" userId="6c51612a-ae5b-4685-a463-4602f0fa0c33" providerId="ADAL" clId="{F6A41E28-FC4A-4DBC-B9A3-43ACBBD63300}" dt="2026-06-02T20:31:20.073" v="8836" actId="14100"/>
          <ac:picMkLst>
            <pc:docMk/>
            <pc:sldMk cId="98912800" sldId="2147482818"/>
            <ac:picMk id="1028" creationId="{6164AAFC-4BEB-6320-87F5-9B2C25B4517C}"/>
          </ac:picMkLst>
        </pc:picChg>
        <pc:picChg chg="add mod">
          <ac:chgData name="Jansen, Jolijn" userId="6c51612a-ae5b-4685-a463-4602f0fa0c33" providerId="ADAL" clId="{F6A41E28-FC4A-4DBC-B9A3-43ACBBD63300}" dt="2026-06-02T20:33:21.160" v="8922" actId="13244"/>
          <ac:picMkLst>
            <pc:docMk/>
            <pc:sldMk cId="98912800" sldId="2147482818"/>
            <ac:picMk id="1030" creationId="{439D0E13-EF4B-4272-9AB0-7AC2F8B94FCD}"/>
          </ac:picMkLst>
        </pc:picChg>
      </pc:sldChg>
      <pc:sldChg chg="modSp add mod modNotesTx">
        <pc:chgData name="Jansen, Jolijn" userId="6c51612a-ae5b-4685-a463-4602f0fa0c33" providerId="ADAL" clId="{F6A41E28-FC4A-4DBC-B9A3-43ACBBD63300}" dt="2026-06-03T10:36:50.490" v="9685" actId="1076"/>
        <pc:sldMkLst>
          <pc:docMk/>
          <pc:sldMk cId="322502759" sldId="2147482819"/>
        </pc:sldMkLst>
        <pc:spChg chg="mod">
          <ac:chgData name="Jansen, Jolijn" userId="6c51612a-ae5b-4685-a463-4602f0fa0c33" providerId="ADAL" clId="{F6A41E28-FC4A-4DBC-B9A3-43ACBBD63300}" dt="2026-06-03T10:36:50.490" v="9685" actId="1076"/>
          <ac:spMkLst>
            <pc:docMk/>
            <pc:sldMk cId="322502759" sldId="2147482819"/>
            <ac:spMk id="2" creationId="{9C5BAD59-3BBD-3CC6-0779-921F47CA5604}"/>
          </ac:spMkLst>
        </pc:spChg>
      </pc:sldChg>
      <pc:sldChg chg="modSp add del mod modNotesTx">
        <pc:chgData name="Jansen, Jolijn" userId="6c51612a-ae5b-4685-a463-4602f0fa0c33" providerId="ADAL" clId="{F6A41E28-FC4A-4DBC-B9A3-43ACBBD63300}" dt="2026-06-02T20:19:01.220" v="8399"/>
        <pc:sldMkLst>
          <pc:docMk/>
          <pc:sldMk cId="3413895885" sldId="2147482819"/>
        </pc:sldMkLst>
        <pc:spChg chg="mod">
          <ac:chgData name="Jansen, Jolijn" userId="6c51612a-ae5b-4685-a463-4602f0fa0c33" providerId="ADAL" clId="{F6A41E28-FC4A-4DBC-B9A3-43ACBBD63300}" dt="2026-06-02T20:19:01.022" v="8398" actId="20577"/>
          <ac:spMkLst>
            <pc:docMk/>
            <pc:sldMk cId="3413895885" sldId="2147482819"/>
            <ac:spMk id="2" creationId="{7586F3A3-132F-3559-3C0D-6BB38C732DDE}"/>
          </ac:spMkLst>
        </pc:spChg>
      </pc:sldChg>
      <pc:sldChg chg="addSp delSp modSp add mod ord modNotesTx">
        <pc:chgData name="Jansen, Jolijn" userId="6c51612a-ae5b-4685-a463-4602f0fa0c33" providerId="ADAL" clId="{F6A41E28-FC4A-4DBC-B9A3-43ACBBD63300}" dt="2026-06-03T10:04:45.872" v="9649" actId="13244"/>
        <pc:sldMkLst>
          <pc:docMk/>
          <pc:sldMk cId="1038973864" sldId="2147482820"/>
        </pc:sldMkLst>
        <pc:spChg chg="del">
          <ac:chgData name="Jansen, Jolijn" userId="6c51612a-ae5b-4685-a463-4602f0fa0c33" providerId="ADAL" clId="{F6A41E28-FC4A-4DBC-B9A3-43ACBBD63300}" dt="2026-06-03T10:02:50.043" v="9608" actId="478"/>
          <ac:spMkLst>
            <pc:docMk/>
            <pc:sldMk cId="1038973864" sldId="2147482820"/>
            <ac:spMk id="2" creationId="{253C3779-AE39-879A-B81D-26D8AFA09423}"/>
          </ac:spMkLst>
        </pc:spChg>
        <pc:spChg chg="add mod">
          <ac:chgData name="Jansen, Jolijn" userId="6c51612a-ae5b-4685-a463-4602f0fa0c33" providerId="ADAL" clId="{F6A41E28-FC4A-4DBC-B9A3-43ACBBD63300}" dt="2026-06-02T20:34:24.124" v="8923"/>
          <ac:spMkLst>
            <pc:docMk/>
            <pc:sldMk cId="1038973864" sldId="2147482820"/>
            <ac:spMk id="3" creationId="{05D0176A-38F5-75B9-B676-98915575A69B}"/>
          </ac:spMkLst>
        </pc:spChg>
        <pc:spChg chg="add mod">
          <ac:chgData name="Jansen, Jolijn" userId="6c51612a-ae5b-4685-a463-4602f0fa0c33" providerId="ADAL" clId="{F6A41E28-FC4A-4DBC-B9A3-43ACBBD63300}" dt="2026-06-02T20:34:24.124" v="8923"/>
          <ac:spMkLst>
            <pc:docMk/>
            <pc:sldMk cId="1038973864" sldId="2147482820"/>
            <ac:spMk id="4" creationId="{B1B89867-82FA-B732-BFB6-32B8C23481DA}"/>
          </ac:spMkLst>
        </pc:spChg>
        <pc:spChg chg="add del mod">
          <ac:chgData name="Jansen, Jolijn" userId="6c51612a-ae5b-4685-a463-4602f0fa0c33" providerId="ADAL" clId="{F6A41E28-FC4A-4DBC-B9A3-43ACBBD63300}" dt="2026-06-03T10:03:38.405" v="9626" actId="478"/>
          <ac:spMkLst>
            <pc:docMk/>
            <pc:sldMk cId="1038973864" sldId="2147482820"/>
            <ac:spMk id="4" creationId="{D81F4A12-4D2F-C25F-A5EE-8A85060B414F}"/>
          </ac:spMkLst>
        </pc:spChg>
        <pc:spChg chg="mod">
          <ac:chgData name="Jansen, Jolijn" userId="6c51612a-ae5b-4685-a463-4602f0fa0c33" providerId="ADAL" clId="{F6A41E28-FC4A-4DBC-B9A3-43ACBBD63300}" dt="2026-06-02T20:35:32.022" v="9105" actId="20577"/>
          <ac:spMkLst>
            <pc:docMk/>
            <pc:sldMk cId="1038973864" sldId="2147482820"/>
            <ac:spMk id="17" creationId="{F124EBA8-B2FD-CD02-DDD8-C11AE4507688}"/>
          </ac:spMkLst>
        </pc:spChg>
        <pc:spChg chg="add mod">
          <ac:chgData name="Jansen, Jolijn" userId="6c51612a-ae5b-4685-a463-4602f0fa0c33" providerId="ADAL" clId="{F6A41E28-FC4A-4DBC-B9A3-43ACBBD63300}" dt="2026-06-02T20:34:24.124" v="8923"/>
          <ac:spMkLst>
            <pc:docMk/>
            <pc:sldMk cId="1038973864" sldId="2147482820"/>
            <ac:spMk id="22" creationId="{3F6DDC52-63E8-A0D3-D08B-75C7A80D6A9F}"/>
          </ac:spMkLst>
        </pc:spChg>
        <pc:spChg chg="add del mod ord">
          <ac:chgData name="Jansen, Jolijn" userId="6c51612a-ae5b-4685-a463-4602f0fa0c33" providerId="ADAL" clId="{F6A41E28-FC4A-4DBC-B9A3-43ACBBD63300}" dt="2026-06-03T10:04:45.872" v="9649" actId="13244"/>
          <ac:spMkLst>
            <pc:docMk/>
            <pc:sldMk cId="1038973864" sldId="2147482820"/>
            <ac:spMk id="23" creationId="{D08815BC-2CFB-7985-6458-3D5C2B8AC74C}"/>
          </ac:spMkLst>
        </pc:spChg>
        <pc:spChg chg="add mod">
          <ac:chgData name="Jansen, Jolijn" userId="6c51612a-ae5b-4685-a463-4602f0fa0c33" providerId="ADAL" clId="{F6A41E28-FC4A-4DBC-B9A3-43ACBBD63300}" dt="2026-06-02T20:34:24.124" v="8923"/>
          <ac:spMkLst>
            <pc:docMk/>
            <pc:sldMk cId="1038973864" sldId="2147482820"/>
            <ac:spMk id="23" creationId="{F4BC002C-E34D-5B0F-96C9-A2FAA11F047B}"/>
          </ac:spMkLst>
        </pc:spChg>
        <pc:spChg chg="add mod">
          <ac:chgData name="Jansen, Jolijn" userId="6c51612a-ae5b-4685-a463-4602f0fa0c33" providerId="ADAL" clId="{F6A41E28-FC4A-4DBC-B9A3-43ACBBD63300}" dt="2026-06-02T20:34:24.124" v="8923"/>
          <ac:spMkLst>
            <pc:docMk/>
            <pc:sldMk cId="1038973864" sldId="2147482820"/>
            <ac:spMk id="24" creationId="{D61B019A-C7C0-838D-2FD7-31BA0079095F}"/>
          </ac:spMkLst>
        </pc:spChg>
        <pc:spChg chg="add mod">
          <ac:chgData name="Jansen, Jolijn" userId="6c51612a-ae5b-4685-a463-4602f0fa0c33" providerId="ADAL" clId="{F6A41E28-FC4A-4DBC-B9A3-43ACBBD63300}" dt="2026-06-02T20:34:24.124" v="8923"/>
          <ac:spMkLst>
            <pc:docMk/>
            <pc:sldMk cId="1038973864" sldId="2147482820"/>
            <ac:spMk id="25" creationId="{D155EDBC-3E85-350E-6CAF-F6C231567D7B}"/>
          </ac:spMkLst>
        </pc:spChg>
        <pc:spChg chg="add del">
          <ac:chgData name="Jansen, Jolijn" userId="6c51612a-ae5b-4685-a463-4602f0fa0c33" providerId="ADAL" clId="{F6A41E28-FC4A-4DBC-B9A3-43ACBBD63300}" dt="2026-06-03T10:03:43.663" v="9629" actId="22"/>
          <ac:spMkLst>
            <pc:docMk/>
            <pc:sldMk cId="1038973864" sldId="2147482820"/>
            <ac:spMk id="25" creationId="{F4342CCD-656C-819B-A3BD-85C2478C36A3}"/>
          </ac:spMkLst>
        </pc:spChg>
      </pc:sldChg>
      <pc:sldChg chg="add del">
        <pc:chgData name="Jansen, Jolijn" userId="6c51612a-ae5b-4685-a463-4602f0fa0c33" providerId="ADAL" clId="{F6A41E28-FC4A-4DBC-B9A3-43ACBBD63300}" dt="2026-06-02T20:19:38.938" v="8418"/>
        <pc:sldMkLst>
          <pc:docMk/>
          <pc:sldMk cId="1360318616" sldId="2147482820"/>
        </pc:sldMkLst>
      </pc:sldChg>
      <pc:sldChg chg="delSp modSp add del mod">
        <pc:chgData name="Jansen, Jolijn" userId="6c51612a-ae5b-4685-a463-4602f0fa0c33" providerId="ADAL" clId="{F6A41E28-FC4A-4DBC-B9A3-43ACBBD63300}" dt="2026-06-02T20:26:32.814" v="8816" actId="47"/>
        <pc:sldMkLst>
          <pc:docMk/>
          <pc:sldMk cId="2329301508" sldId="2147482820"/>
        </pc:sldMkLst>
        <pc:spChg chg="mod">
          <ac:chgData name="Jansen, Jolijn" userId="6c51612a-ae5b-4685-a463-4602f0fa0c33" providerId="ADAL" clId="{F6A41E28-FC4A-4DBC-B9A3-43ACBBD63300}" dt="2026-06-02T20:25:30.007" v="8811" actId="1076"/>
          <ac:spMkLst>
            <pc:docMk/>
            <pc:sldMk cId="2329301508" sldId="2147482820"/>
            <ac:spMk id="5" creationId="{7AEE319F-135B-1EBC-572F-F706710566B8}"/>
          </ac:spMkLst>
        </pc:spChg>
        <pc:spChg chg="mod">
          <ac:chgData name="Jansen, Jolijn" userId="6c51612a-ae5b-4685-a463-4602f0fa0c33" providerId="ADAL" clId="{F6A41E28-FC4A-4DBC-B9A3-43ACBBD63300}" dt="2026-06-02T20:25:59.261" v="8815" actId="1076"/>
          <ac:spMkLst>
            <pc:docMk/>
            <pc:sldMk cId="2329301508" sldId="2147482820"/>
            <ac:spMk id="6" creationId="{CDF24048-910D-C073-0AB6-4556B1CDC278}"/>
          </ac:spMkLst>
        </pc:spChg>
        <pc:spChg chg="del">
          <ac:chgData name="Jansen, Jolijn" userId="6c51612a-ae5b-4685-a463-4602f0fa0c33" providerId="ADAL" clId="{F6A41E28-FC4A-4DBC-B9A3-43ACBBD63300}" dt="2026-06-02T20:24:35.697" v="8805" actId="478"/>
          <ac:spMkLst>
            <pc:docMk/>
            <pc:sldMk cId="2329301508" sldId="2147482820"/>
            <ac:spMk id="7" creationId="{D087C533-1DBB-6F76-DEC1-5CC66841F63E}"/>
          </ac:spMkLst>
        </pc:spChg>
        <pc:spChg chg="del">
          <ac:chgData name="Jansen, Jolijn" userId="6c51612a-ae5b-4685-a463-4602f0fa0c33" providerId="ADAL" clId="{F6A41E28-FC4A-4DBC-B9A3-43ACBBD63300}" dt="2026-06-02T20:25:15.466" v="8810" actId="478"/>
          <ac:spMkLst>
            <pc:docMk/>
            <pc:sldMk cId="2329301508" sldId="2147482820"/>
            <ac:spMk id="8" creationId="{8885EA48-732B-E98B-23CB-5B22161BC40B}"/>
          </ac:spMkLst>
        </pc:spChg>
        <pc:spChg chg="del">
          <ac:chgData name="Jansen, Jolijn" userId="6c51612a-ae5b-4685-a463-4602f0fa0c33" providerId="ADAL" clId="{F6A41E28-FC4A-4DBC-B9A3-43ACBBD63300}" dt="2026-06-02T20:24:41.751" v="8806" actId="478"/>
          <ac:spMkLst>
            <pc:docMk/>
            <pc:sldMk cId="2329301508" sldId="2147482820"/>
            <ac:spMk id="9" creationId="{EE53750D-5A7F-ADE2-89A5-389BE3F2FAB7}"/>
          </ac:spMkLst>
        </pc:spChg>
        <pc:spChg chg="del">
          <ac:chgData name="Jansen, Jolijn" userId="6c51612a-ae5b-4685-a463-4602f0fa0c33" providerId="ADAL" clId="{F6A41E28-FC4A-4DBC-B9A3-43ACBBD63300}" dt="2026-06-02T20:24:41.751" v="8806" actId="478"/>
          <ac:spMkLst>
            <pc:docMk/>
            <pc:sldMk cId="2329301508" sldId="2147482820"/>
            <ac:spMk id="10" creationId="{D88CFBBD-A846-5295-990A-EF83C2AE0506}"/>
          </ac:spMkLst>
        </pc:spChg>
        <pc:spChg chg="del">
          <ac:chgData name="Jansen, Jolijn" userId="6c51612a-ae5b-4685-a463-4602f0fa0c33" providerId="ADAL" clId="{F6A41E28-FC4A-4DBC-B9A3-43ACBBD63300}" dt="2026-06-02T20:25:14.179" v="8809" actId="478"/>
          <ac:spMkLst>
            <pc:docMk/>
            <pc:sldMk cId="2329301508" sldId="2147482820"/>
            <ac:spMk id="11" creationId="{E1551CB6-7C6B-4886-2A09-1713F9693284}"/>
          </ac:spMkLst>
        </pc:spChg>
        <pc:spChg chg="mod">
          <ac:chgData name="Jansen, Jolijn" userId="6c51612a-ae5b-4685-a463-4602f0fa0c33" providerId="ADAL" clId="{F6A41E28-FC4A-4DBC-B9A3-43ACBBD63300}" dt="2026-06-02T20:25:59.261" v="8815" actId="1076"/>
          <ac:spMkLst>
            <pc:docMk/>
            <pc:sldMk cId="2329301508" sldId="2147482820"/>
            <ac:spMk id="12" creationId="{7CB3E0A2-731B-D431-6EDB-8AD163F10DD0}"/>
          </ac:spMkLst>
        </pc:spChg>
        <pc:spChg chg="mod">
          <ac:chgData name="Jansen, Jolijn" userId="6c51612a-ae5b-4685-a463-4602f0fa0c33" providerId="ADAL" clId="{F6A41E28-FC4A-4DBC-B9A3-43ACBBD63300}" dt="2026-06-02T20:25:59.261" v="8815" actId="1076"/>
          <ac:spMkLst>
            <pc:docMk/>
            <pc:sldMk cId="2329301508" sldId="2147482820"/>
            <ac:spMk id="13" creationId="{9B4A1996-94F0-0998-021C-BC746435C168}"/>
          </ac:spMkLst>
        </pc:spChg>
        <pc:spChg chg="mod">
          <ac:chgData name="Jansen, Jolijn" userId="6c51612a-ae5b-4685-a463-4602f0fa0c33" providerId="ADAL" clId="{F6A41E28-FC4A-4DBC-B9A3-43ACBBD63300}" dt="2026-06-02T20:25:59.261" v="8815" actId="1076"/>
          <ac:spMkLst>
            <pc:docMk/>
            <pc:sldMk cId="2329301508" sldId="2147482820"/>
            <ac:spMk id="14" creationId="{5816C23D-880D-7FEE-4713-F3B1880DC105}"/>
          </ac:spMkLst>
        </pc:spChg>
        <pc:spChg chg="mod">
          <ac:chgData name="Jansen, Jolijn" userId="6c51612a-ae5b-4685-a463-4602f0fa0c33" providerId="ADAL" clId="{F6A41E28-FC4A-4DBC-B9A3-43ACBBD63300}" dt="2026-06-02T20:25:59.261" v="8815" actId="1076"/>
          <ac:spMkLst>
            <pc:docMk/>
            <pc:sldMk cId="2329301508" sldId="2147482820"/>
            <ac:spMk id="15" creationId="{47A5E7B3-88CE-18A7-091D-FFBB861D13C7}"/>
          </ac:spMkLst>
        </pc:spChg>
        <pc:spChg chg="mod">
          <ac:chgData name="Jansen, Jolijn" userId="6c51612a-ae5b-4685-a463-4602f0fa0c33" providerId="ADAL" clId="{F6A41E28-FC4A-4DBC-B9A3-43ACBBD63300}" dt="2026-06-02T20:25:59.261" v="8815" actId="1076"/>
          <ac:spMkLst>
            <pc:docMk/>
            <pc:sldMk cId="2329301508" sldId="2147482820"/>
            <ac:spMk id="16" creationId="{58E5552B-A6E8-4516-7F4B-B0BC6CF29F2E}"/>
          </ac:spMkLst>
        </pc:spChg>
        <pc:spChg chg="mod">
          <ac:chgData name="Jansen, Jolijn" userId="6c51612a-ae5b-4685-a463-4602f0fa0c33" providerId="ADAL" clId="{F6A41E28-FC4A-4DBC-B9A3-43ACBBD63300}" dt="2026-06-02T20:25:59.261" v="8815" actId="1076"/>
          <ac:spMkLst>
            <pc:docMk/>
            <pc:sldMk cId="2329301508" sldId="2147482820"/>
            <ac:spMk id="17" creationId="{F9877B91-B0FC-8DAE-EF4D-17C0F4B2E37B}"/>
          </ac:spMkLst>
        </pc:spChg>
        <pc:spChg chg="mod">
          <ac:chgData name="Jansen, Jolijn" userId="6c51612a-ae5b-4685-a463-4602f0fa0c33" providerId="ADAL" clId="{F6A41E28-FC4A-4DBC-B9A3-43ACBBD63300}" dt="2026-06-02T20:25:59.261" v="8815" actId="1076"/>
          <ac:spMkLst>
            <pc:docMk/>
            <pc:sldMk cId="2329301508" sldId="2147482820"/>
            <ac:spMk id="18" creationId="{151ED10B-5C82-5C1A-5D6B-D080963E6D7D}"/>
          </ac:spMkLst>
        </pc:spChg>
        <pc:picChg chg="mod">
          <ac:chgData name="Jansen, Jolijn" userId="6c51612a-ae5b-4685-a463-4602f0fa0c33" providerId="ADAL" clId="{F6A41E28-FC4A-4DBC-B9A3-43ACBBD63300}" dt="2026-06-02T20:25:59.261" v="8815" actId="1076"/>
          <ac:picMkLst>
            <pc:docMk/>
            <pc:sldMk cId="2329301508" sldId="2147482820"/>
            <ac:picMk id="19" creationId="{ED4D8789-1CDE-EEC4-0884-0869F1FD1DA1}"/>
          </ac:picMkLst>
        </pc:picChg>
        <pc:picChg chg="del">
          <ac:chgData name="Jansen, Jolijn" userId="6c51612a-ae5b-4685-a463-4602f0fa0c33" providerId="ADAL" clId="{F6A41E28-FC4A-4DBC-B9A3-43ACBBD63300}" dt="2026-06-02T20:25:10.532" v="8808" actId="478"/>
          <ac:picMkLst>
            <pc:docMk/>
            <pc:sldMk cId="2329301508" sldId="2147482820"/>
            <ac:picMk id="20" creationId="{32B561C7-4120-3B54-BAC9-2DA8E5152EC0}"/>
          </ac:picMkLst>
        </pc:picChg>
        <pc:picChg chg="del">
          <ac:chgData name="Jansen, Jolijn" userId="6c51612a-ae5b-4685-a463-4602f0fa0c33" providerId="ADAL" clId="{F6A41E28-FC4A-4DBC-B9A3-43ACBBD63300}" dt="2026-06-02T20:24:41.751" v="8806" actId="478"/>
          <ac:picMkLst>
            <pc:docMk/>
            <pc:sldMk cId="2329301508" sldId="2147482820"/>
            <ac:picMk id="21" creationId="{F7CB30DD-A5C2-9EDC-8B36-5895763DDBD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91AE4BC-C27D-4718-BE02-13E663D39A88}" type="datetimeFigureOut">
              <a:rPr lang="nl-NL" smtClean="0"/>
              <a:t>8-6-2026</a:t>
            </a:fld>
            <a:endParaRPr lang="nl-NL"/>
          </a:p>
        </p:txBody>
      </p:sp>
      <p:sp>
        <p:nvSpPr>
          <p:cNvPr id="4" name="Tijdelijke aanduiding voor dia-afbeelding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945DCDBF-DF07-42E1-A6C5-1ACF461A284A}" type="slidenum">
              <a:rPr lang="nl-NL" smtClean="0"/>
              <a:t>‹#›</a:t>
            </a:fld>
            <a:endParaRPr lang="nl-NL"/>
          </a:p>
        </p:txBody>
      </p:sp>
    </p:spTree>
    <p:extLst>
      <p:ext uri="{BB962C8B-B14F-4D97-AF65-F5344CB8AC3E}">
        <p14:creationId xmlns:p14="http://schemas.microsoft.com/office/powerpoint/2010/main" val="278655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nos.nl/artikel/2368311-klein-experiment-met-poststemmen-in-den-haa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a:t>
            </a:fld>
            <a:endParaRPr lang="nl-NL"/>
          </a:p>
        </p:txBody>
      </p:sp>
    </p:spTree>
    <p:extLst>
      <p:ext uri="{BB962C8B-B14F-4D97-AF65-F5344CB8AC3E}">
        <p14:creationId xmlns:p14="http://schemas.microsoft.com/office/powerpoint/2010/main" val="73094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marL="171450" lvl="0" indent="-171450">
              <a:buFont typeface="Arial" panose="020B0604020202020204" pitchFamily="34" charset="0"/>
              <a:buChar char="•"/>
            </a:pPr>
            <a:r>
              <a:rPr lang="nl-NL" sz="1200" kern="1200">
                <a:solidFill>
                  <a:schemeClr val="tx1"/>
                </a:solidFill>
                <a:effectLst/>
                <a:latin typeface="+mn-lt"/>
                <a:ea typeface="+mn-ea"/>
                <a:cs typeface="+mn-cs"/>
              </a:rPr>
              <a:t>Welkom de deelnemers en stel jezelf en eventuele co-presentatoren voor</a:t>
            </a:r>
          </a:p>
          <a:p>
            <a:pPr marL="171450" lvl="0" indent="-171450">
              <a:buFont typeface="Arial" panose="020B0604020202020204" pitchFamily="34" charset="0"/>
              <a:buChar char="•"/>
            </a:pPr>
            <a:endParaRPr lang="nl-NL" sz="1200" kern="1200">
              <a:solidFill>
                <a:schemeClr val="tx1"/>
              </a:solidFill>
              <a:effectLst/>
              <a:latin typeface="+mn-lt"/>
              <a:ea typeface="+mn-ea"/>
              <a:cs typeface="+mn-cs"/>
            </a:endParaRPr>
          </a:p>
          <a:p>
            <a:pPr marL="0" lvl="0" indent="0">
              <a:buFont typeface="Arial" panose="020B0604020202020204" pitchFamily="34" charset="0"/>
              <a:buNone/>
            </a:pPr>
            <a:r>
              <a:rPr lang="nl-NL" sz="1200" kern="1200">
                <a:solidFill>
                  <a:schemeClr val="tx1"/>
                </a:solidFill>
                <a:effectLst/>
                <a:latin typeface="+mn-lt"/>
                <a:ea typeface="+mn-ea"/>
                <a:cs typeface="+mn-cs"/>
              </a:rPr>
              <a:t>Benodigdheden:</a:t>
            </a:r>
          </a:p>
          <a:p>
            <a:pPr marL="171450" lvl="0" indent="-171450">
              <a:buFont typeface="Arial" panose="020B0604020202020204" pitchFamily="34" charset="0"/>
              <a:buChar char="•"/>
            </a:pPr>
            <a:r>
              <a:rPr lang="nl-NL" sz="1200" kern="1200">
                <a:solidFill>
                  <a:schemeClr val="tx1"/>
                </a:solidFill>
                <a:effectLst/>
                <a:latin typeface="+mn-lt"/>
                <a:ea typeface="+mn-ea"/>
                <a:cs typeface="+mn-cs"/>
              </a:rPr>
              <a:t>A3-papier per groep</a:t>
            </a:r>
          </a:p>
          <a:p>
            <a:pPr marL="171450" lvl="0" indent="-171450">
              <a:buFont typeface="Arial" panose="020B0604020202020204" pitchFamily="34" charset="0"/>
              <a:buChar char="•"/>
            </a:pPr>
            <a:r>
              <a:rPr lang="nl-NL" sz="1200" kern="1200">
                <a:solidFill>
                  <a:schemeClr val="tx1"/>
                </a:solidFill>
                <a:effectLst/>
                <a:latin typeface="+mn-lt"/>
                <a:ea typeface="+mn-ea"/>
                <a:cs typeface="+mn-cs"/>
              </a:rPr>
              <a:t>Stiften</a:t>
            </a:r>
          </a:p>
          <a:p>
            <a:pPr marL="171450" lvl="0" indent="-171450">
              <a:buFont typeface="Arial" panose="020B0604020202020204" pitchFamily="34" charset="0"/>
              <a:buChar char="•"/>
            </a:pPr>
            <a:r>
              <a:rPr lang="nl-NL" sz="1200" kern="1200">
                <a:solidFill>
                  <a:schemeClr val="tx1"/>
                </a:solidFill>
                <a:effectLst/>
                <a:latin typeface="+mn-lt"/>
                <a:ea typeface="+mn-ea"/>
                <a:cs typeface="+mn-cs"/>
              </a:rPr>
              <a:t>Print de </a:t>
            </a:r>
            <a:r>
              <a:rPr lang="nl-NL" sz="1200" kern="1200" err="1">
                <a:solidFill>
                  <a:schemeClr val="tx1"/>
                </a:solidFill>
                <a:effectLst/>
                <a:latin typeface="+mn-lt"/>
                <a:ea typeface="+mn-ea"/>
                <a:cs typeface="+mn-cs"/>
              </a:rPr>
              <a:t>personaposters</a:t>
            </a:r>
            <a:r>
              <a:rPr lang="nl-NL" sz="1200" kern="1200">
                <a:solidFill>
                  <a:schemeClr val="tx1"/>
                </a:solidFill>
                <a:effectLst/>
                <a:latin typeface="+mn-lt"/>
                <a:ea typeface="+mn-ea"/>
                <a:cs typeface="+mn-cs"/>
              </a:rPr>
              <a:t> uit of deel ze online</a:t>
            </a:r>
          </a:p>
          <a:p>
            <a:pPr marL="171450" lvl="0" indent="-171450">
              <a:buFont typeface="Arial" panose="020B0604020202020204" pitchFamily="34" charset="0"/>
              <a:buChar char="•"/>
            </a:pPr>
            <a:r>
              <a:rPr lang="nl-NL" sz="1200" kern="1200">
                <a:solidFill>
                  <a:schemeClr val="tx1"/>
                </a:solidFill>
                <a:effectLst/>
                <a:latin typeface="+mn-lt"/>
                <a:ea typeface="+mn-ea"/>
                <a:cs typeface="+mn-cs"/>
              </a:rPr>
              <a:t>Print de ontwerpopdracht uit of deel deze online</a:t>
            </a:r>
          </a:p>
          <a:p>
            <a:pPr marL="171450" lvl="0" indent="-171450">
              <a:buFont typeface="Arial" panose="020B0604020202020204" pitchFamily="34" charset="0"/>
              <a:buChar char="•"/>
            </a:pPr>
            <a:r>
              <a:rPr lang="nl-NL" sz="1200" kern="1200">
                <a:solidFill>
                  <a:schemeClr val="tx1"/>
                </a:solidFill>
                <a:effectLst/>
                <a:latin typeface="+mn-lt"/>
                <a:ea typeface="+mn-ea"/>
                <a:cs typeface="+mn-cs"/>
              </a:rPr>
              <a:t>Bedenk een prijs voor de winnaar</a:t>
            </a:r>
          </a:p>
          <a:p>
            <a:pPr marL="171450" lvl="0" indent="-171450">
              <a:buFont typeface="Arial" panose="020B0604020202020204" pitchFamily="34" charset="0"/>
              <a:buChar char="•"/>
            </a:pPr>
            <a:endParaRPr lang="nl-NL" sz="1200" kern="1200">
              <a:solidFill>
                <a:schemeClr val="tx1"/>
              </a:solidFill>
              <a:effectLst/>
              <a:latin typeface="+mn-lt"/>
              <a:ea typeface="+mn-ea"/>
              <a:cs typeface="+mn-cs"/>
            </a:endParaRPr>
          </a:p>
          <a:p>
            <a:pPr marL="171450" lvl="0" indent="-171450">
              <a:buFont typeface="Arial" panose="020B0604020202020204" pitchFamily="34" charset="0"/>
              <a:buChar char="•"/>
            </a:pPr>
            <a:endParaRPr lang="nl-NL" sz="1200" kern="1200">
              <a:solidFill>
                <a:schemeClr val="tx1"/>
              </a:solidFill>
              <a:effectLst/>
              <a:latin typeface="+mn-lt"/>
              <a:ea typeface="+mn-ea"/>
              <a:cs typeface="+mn-cs"/>
            </a:endParaRP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a:t>
            </a:fld>
            <a:endParaRPr lang="nl-NL"/>
          </a:p>
        </p:txBody>
      </p:sp>
    </p:spTree>
    <p:extLst>
      <p:ext uri="{BB962C8B-B14F-4D97-AF65-F5344CB8AC3E}">
        <p14:creationId xmlns:p14="http://schemas.microsoft.com/office/powerpoint/2010/main" val="290370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Loop het programma kort door zodat deelnemers weten wat er komen gaat. Benadruk de twee delen: Deel 1 is theoretisch/informatief, Deel 2 is praktisch en werkvorm-gebaseerd. Geef aan hoe lang de sessie duurt en wanneer er eventueel pauze is. Dit geeft structuur en stelt verwachtingen.</a:t>
            </a:r>
            <a:endParaRPr lang="nl-NL" sz="1200" kern="1200">
              <a:solidFill>
                <a:schemeClr val="tx1"/>
              </a:solidFill>
              <a:effectLst/>
              <a:latin typeface="+mn-lt"/>
              <a:ea typeface="+mn-ea"/>
              <a:cs typeface="+mn-cs"/>
            </a:endParaRP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a:t>
            </a:fld>
            <a:endParaRPr lang="nl-NL"/>
          </a:p>
        </p:txBody>
      </p:sp>
    </p:spTree>
    <p:extLst>
      <p:ext uri="{BB962C8B-B14F-4D97-AF65-F5344CB8AC3E}">
        <p14:creationId xmlns:p14="http://schemas.microsoft.com/office/powerpoint/2010/main" val="247029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Laat de deelnemers zelf reageren. Vraag: "Wat zien jullie? Wat gaat er mis en voor welke doelgroep?" Bespreek elk voorbeeld kort. Dit is een activerende oefening die het analytisch denken over toegankelijkheid stimuleert. Geef pas zelf antwoord als de groep aan het woord is geweest.</a:t>
            </a:r>
            <a:br>
              <a:rPr lang="nl-NL"/>
            </a:br>
            <a:endParaRPr lang="nl-NL"/>
          </a:p>
          <a:p>
            <a:r>
              <a:rPr lang="nl-NL" sz="1200" b="0" i="0" kern="1200">
                <a:solidFill>
                  <a:schemeClr val="tx1"/>
                </a:solidFill>
                <a:effectLst/>
                <a:latin typeface="+mn-lt"/>
                <a:ea typeface="+mn-ea"/>
                <a:cs typeface="+mn-cs"/>
              </a:rPr>
              <a:t>Afbeelding 1. Lange houten trap met rolstoelhelling ernaast</a:t>
            </a:r>
          </a:p>
          <a:p>
            <a:r>
              <a:rPr lang="nl-NL" sz="1200" b="1" i="0" kern="1200">
                <a:solidFill>
                  <a:schemeClr val="tx1"/>
                </a:solidFill>
                <a:effectLst/>
                <a:latin typeface="+mn-lt"/>
                <a:ea typeface="+mn-ea"/>
                <a:cs typeface="+mn-cs"/>
              </a:rPr>
              <a:t>Wat gaat mis:</a:t>
            </a:r>
            <a:r>
              <a:rPr lang="nl-NL" sz="1200" b="0" i="0" kern="1200">
                <a:solidFill>
                  <a:schemeClr val="tx1"/>
                </a:solidFill>
                <a:effectLst/>
                <a:latin typeface="+mn-lt"/>
                <a:ea typeface="+mn-ea"/>
                <a:cs typeface="+mn-cs"/>
              </a:rPr>
              <a:t> De rolstoelhelling is veel te smal en steil, deze lijkt meer symbolisch aanwezig dan functioneel bruikbaar. Iemand in een rolstoel kan deze helling waarschijnlijk niet veilig of zelfstandig gebruiken. Inclusief ontwerp achteraf "erbij geplakt" (retrofitting) in plaats van begin af aan meegenomen.</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Afbeelding 2. Buitenruimte met smalle betonnen hellingen tussen treden</a:t>
            </a:r>
          </a:p>
          <a:p>
            <a:r>
              <a:rPr lang="nl-NL" sz="1200" b="1" i="0" kern="1200">
                <a:solidFill>
                  <a:schemeClr val="tx1"/>
                </a:solidFill>
                <a:effectLst/>
                <a:latin typeface="+mn-lt"/>
                <a:ea typeface="+mn-ea"/>
                <a:cs typeface="+mn-cs"/>
              </a:rPr>
              <a:t>Wat gaat mis:</a:t>
            </a:r>
            <a:r>
              <a:rPr lang="nl-NL" sz="1200" b="0" i="0" kern="1200">
                <a:solidFill>
                  <a:schemeClr val="tx1"/>
                </a:solidFill>
                <a:effectLst/>
                <a:latin typeface="+mn-lt"/>
                <a:ea typeface="+mn-ea"/>
                <a:cs typeface="+mn-cs"/>
              </a:rPr>
              <a:t> De hellingen tussen de treden zijn veel te smal voor een rolstoel of kinderwagen. Bovenaan staat een lantaarnpaal die de doorgang verder blokkeert. Dit is een oplossing die er uitziet als toegankelijk, maar het in de praktijk niet is.</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Afbeelding 3. Bakstenen ingang met treden en een eenzijdige hellingbaan</a:t>
            </a:r>
          </a:p>
          <a:p>
            <a:r>
              <a:rPr lang="nl-NL" sz="1200" b="1" i="0" kern="1200">
                <a:solidFill>
                  <a:schemeClr val="tx1"/>
                </a:solidFill>
                <a:effectLst/>
                <a:latin typeface="+mn-lt"/>
                <a:ea typeface="+mn-ea"/>
                <a:cs typeface="+mn-cs"/>
              </a:rPr>
              <a:t>Wat gaat mis:</a:t>
            </a:r>
            <a:r>
              <a:rPr lang="nl-NL" sz="1200" b="0" i="0" kern="1200">
                <a:solidFill>
                  <a:schemeClr val="tx1"/>
                </a:solidFill>
                <a:effectLst/>
                <a:latin typeface="+mn-lt"/>
                <a:ea typeface="+mn-ea"/>
                <a:cs typeface="+mn-cs"/>
              </a:rPr>
              <a:t> De hellingbaan verbindt slechts één van de drie traptreden met de stoep, waardoor de volgende traptreden alsnog genomen moeten worden. Hierdoor is de hellingbaan ongeschikt. </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Afbeelding 4. Blinde vrouw met witte stok die geleidenlijnen volgt, fiets in de weg</a:t>
            </a:r>
          </a:p>
          <a:p>
            <a:r>
              <a:rPr lang="nl-NL" sz="1200" b="1" i="0" kern="1200">
                <a:solidFill>
                  <a:schemeClr val="tx1"/>
                </a:solidFill>
                <a:effectLst/>
                <a:latin typeface="+mn-lt"/>
                <a:ea typeface="+mn-ea"/>
                <a:cs typeface="+mn-cs"/>
              </a:rPr>
              <a:t>Wat gaat mis:</a:t>
            </a:r>
            <a:r>
              <a:rPr lang="nl-NL" sz="1200" b="0" i="0" kern="1200">
                <a:solidFill>
                  <a:schemeClr val="tx1"/>
                </a:solidFill>
                <a:effectLst/>
                <a:latin typeface="+mn-lt"/>
                <a:ea typeface="+mn-ea"/>
                <a:cs typeface="+mn-cs"/>
              </a:rPr>
              <a:t> Een fiets is op de geleidenlijnen geparkeerd. De tactiele lijnen op de stoep die bedoeld zijn om blinden en slechtzienden veilig te geleiden. Dit blokkeert de route volledig en vormt een gevaarlijk obstakel. Dit is echter geen voorbeeld van slecht ontwerp. Of? Neem hier de ruimte voor de discussie of dit met ontwerp tegengegaan had kunnen worden. </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4</a:t>
            </a:fld>
            <a:endParaRPr lang="nl-NL"/>
          </a:p>
        </p:txBody>
      </p:sp>
    </p:spTree>
    <p:extLst>
      <p:ext uri="{BB962C8B-B14F-4D97-AF65-F5344CB8AC3E}">
        <p14:creationId xmlns:p14="http://schemas.microsoft.com/office/powerpoint/2010/main" val="3253920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lvl="0"/>
            <a:r>
              <a:rPr lang="nl-NL" sz="1200" b="0" i="0" kern="1200">
                <a:solidFill>
                  <a:schemeClr val="tx1"/>
                </a:solidFill>
                <a:effectLst/>
                <a:latin typeface="+mn-lt"/>
                <a:ea typeface="+mn-ea"/>
                <a:cs typeface="+mn-cs"/>
              </a:rPr>
              <a:t>Dit is een overgangstitel naar het tweede deel van de workshop. Vertel dat jullie nu inzoomen op wat inclusief ontwerpen precies inhoudt en hoe je het in de praktijk toepast. Neem even de tijd voor de overgang — laat het even bezinken wat de deelnemers tot nu toe hebben gehoord.</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5</a:t>
            </a:fld>
            <a:endParaRPr lang="nl-NL"/>
          </a:p>
        </p:txBody>
      </p:sp>
    </p:spTree>
    <p:extLst>
      <p:ext uri="{BB962C8B-B14F-4D97-AF65-F5344CB8AC3E}">
        <p14:creationId xmlns:p14="http://schemas.microsoft.com/office/powerpoint/2010/main" val="3489654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Bespreek de rollen die van belang zijn in een inclusief ontwerpproces.</a:t>
            </a:r>
          </a:p>
          <a:p>
            <a:endParaRPr lang="nl-NL"/>
          </a:p>
          <a:p>
            <a:r>
              <a:rPr lang="nl-NL"/>
              <a:t>De meeste producten en diensten zijn nog niet toegankelijk, bruikbaar, en begrijpelijk voor iedereen. Dat komt omdat in veel ontwerpprocessen nog niet de juiste mensen betrokken zijn. In een inclusief ontwerpproces zijn drie rollen essentieel: de opdrachtgever, de inhoudsdeskundige, en de ervaringsdeskundige.</a:t>
            </a:r>
          </a:p>
          <a:p>
            <a:endParaRPr lang="nl-NL"/>
          </a:p>
          <a:p>
            <a:r>
              <a:rPr lang="nl-NL"/>
              <a:t>De </a:t>
            </a:r>
            <a:r>
              <a:rPr lang="nl-NL" b="1"/>
              <a:t>opdrachtgever </a:t>
            </a:r>
            <a:r>
              <a:rPr lang="nl-NL"/>
              <a:t>geeft aan wat de behoefte en wensen van de organisatie zijn waarvoor jullie ontwerpen. Ze kennen het product of de dienst, kunnen aangeven wat mogelijk is, en kunnen aanpassingen doorvoeren. Zonder de opdrachtgever is er geen product of dienst om te ontwerpen.</a:t>
            </a:r>
          </a:p>
          <a:p>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De </a:t>
            </a:r>
            <a:r>
              <a:rPr lang="nl-NL" b="1"/>
              <a:t>inhoudsdeskundige</a:t>
            </a:r>
            <a:r>
              <a:rPr lang="nl-NL"/>
              <a:t> levert de expertise over toegankelijkheid en ontwerpen. Ze zijn bekend met de toegankelijkheidsrichtlijnen in de WCAG 2.2 en de NEN9120 en kunnen de behoefte en wensen van de opdrachtgever en ervaringsdeskundige duiden in een breder kader. Daarnaast kunnen ze andere specialiteiten meebrengen, zoals kennis over UX. Zonder de inhoudsdeskundige riskeer je dat het ontwerp niet geschikt is voor een brede groep eindgebruikers, omdat ontwerpkeuzes voor de ene doelgroep de basistoegankelijkheid in de weg zit voor een andere doelgroep.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De </a:t>
            </a:r>
            <a:r>
              <a:rPr lang="nl-NL" b="1"/>
              <a:t>ervaringsdeskundige</a:t>
            </a:r>
            <a:r>
              <a:rPr lang="nl-NL"/>
              <a:t> is de eindgebruiker met een beperking en geeft aan wat diens benodigdheden en behoefte zijn. Ze leveren unieke inzichten vanuit hun eigen gebruikerservaring en de toegankelijkheidsobstakels waar zij dagelijks tegenaan lopen. Zonder de ervaringsdeskundige riskeer je dat een ontwerp technisch toegankelijk is, maar niet bruikbaar of begrijpelijk voor de eindgebruikers met een beperking.</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6</a:t>
            </a:fld>
            <a:endParaRPr lang="nl-NL"/>
          </a:p>
        </p:txBody>
      </p:sp>
    </p:spTree>
    <p:extLst>
      <p:ext uri="{BB962C8B-B14F-4D97-AF65-F5344CB8AC3E}">
        <p14:creationId xmlns:p14="http://schemas.microsoft.com/office/powerpoint/2010/main" val="482341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Dit is de definitie van inclusief ontwerpen. Geef deelnemers de tijd om te lezen, of lees voor. Vraag: </a:t>
            </a:r>
            <a:r>
              <a:rPr lang="nl-NL" sz="1200" b="0" i="1" kern="1200">
                <a:solidFill>
                  <a:schemeClr val="tx1"/>
                </a:solidFill>
                <a:effectLst/>
                <a:latin typeface="+mn-lt"/>
                <a:ea typeface="+mn-ea"/>
                <a:cs typeface="+mn-cs"/>
              </a:rPr>
              <a:t>"Wat valt jullie op? Welk woord springt eruit?"</a:t>
            </a:r>
            <a:r>
              <a:rPr lang="nl-NL" sz="1200" b="0" i="0" kern="1200">
                <a:solidFill>
                  <a:schemeClr val="tx1"/>
                </a:solidFill>
                <a:effectLst/>
                <a:latin typeface="+mn-lt"/>
                <a:ea typeface="+mn-ea"/>
                <a:cs typeface="+mn-cs"/>
              </a:rPr>
              <a:t> Wacht met de volgende nadruk.</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7</a:t>
            </a:fld>
            <a:endParaRPr lang="nl-NL"/>
          </a:p>
        </p:txBody>
      </p:sp>
    </p:spTree>
    <p:extLst>
      <p:ext uri="{BB962C8B-B14F-4D97-AF65-F5344CB8AC3E}">
        <p14:creationId xmlns:p14="http://schemas.microsoft.com/office/powerpoint/2010/main" val="1526487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Benadrukt dat inclusief ontwerp geen eindcontrole is, maar een mentaliteit vanaf het begin. Vraag: </a:t>
            </a:r>
            <a:r>
              <a:rPr lang="nl-NL" sz="1200" b="0" i="1" kern="1200">
                <a:solidFill>
                  <a:schemeClr val="tx1"/>
                </a:solidFill>
                <a:effectLst/>
                <a:latin typeface="+mn-lt"/>
                <a:ea typeface="+mn-ea"/>
                <a:cs typeface="+mn-cs"/>
              </a:rPr>
              <a:t>"In welke fase wordt toegankelijkheid in jullie ervaring doorgaans pas meegenomen?"</a:t>
            </a:r>
            <a:r>
              <a:rPr lang="nl-NL" sz="1200" b="0" i="0" kern="1200">
                <a:solidFill>
                  <a:schemeClr val="tx1"/>
                </a:solidFill>
                <a:effectLst/>
                <a:latin typeface="+mn-lt"/>
                <a:ea typeface="+mn-ea"/>
                <a:cs typeface="+mn-cs"/>
              </a:rPr>
              <a:t> Wacht met de volgende nadruk.</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8</a:t>
            </a:fld>
            <a:endParaRPr lang="nl-NL"/>
          </a:p>
        </p:txBody>
      </p:sp>
    </p:spTree>
    <p:extLst>
      <p:ext uri="{BB962C8B-B14F-4D97-AF65-F5344CB8AC3E}">
        <p14:creationId xmlns:p14="http://schemas.microsoft.com/office/powerpoint/2010/main" val="1189266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Leg uit waarom het belangrijk is om mensen met een beperking vroeg te betrekken in jouw ontwerpproces aan de hand van de volgende voorbeelden.</a:t>
            </a:r>
          </a:p>
          <a:p>
            <a:br>
              <a:rPr lang="nl-NL" sz="1200" b="0" i="0" kern="1200">
                <a:solidFill>
                  <a:schemeClr val="tx1"/>
                </a:solidFill>
                <a:effectLst/>
                <a:latin typeface="+mn-lt"/>
                <a:ea typeface="+mn-ea"/>
                <a:cs typeface="+mn-cs"/>
              </a:rPr>
            </a:br>
            <a:r>
              <a:rPr lang="nl-NL" sz="1200" b="0" i="0" kern="1200">
                <a:solidFill>
                  <a:schemeClr val="tx1"/>
                </a:solidFill>
                <a:effectLst/>
                <a:latin typeface="+mn-lt"/>
                <a:ea typeface="+mn-ea"/>
                <a:cs typeface="+mn-cs"/>
              </a:rPr>
              <a:t>Foto 1: een hellingbaan die te steil is voor rolstoelen. De hellingbaan maakt het gebruik van de trap gevaarlijk én blokkeert de trap voor mensen die ondersteuning nodig hebben in de vorm van een vangrail, waardoor zij deze niet kunnen gebruiken.</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2: een prachtig uitzicht dat helaas achter een muur verborgen is voor mensen in een rolstoel, kinderen en iedereen onder een bepaalde hoogte.</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3: tijdens corona werd een oplossing bedacht zodat oudere mensen per post konden stemmen. Pas nadat alles was gedrukt en klaarstond voor gebruik, werd de uitvoering met gebruikers getest — en meer dan de helft van de stemmen bleek ongeldig.</a:t>
            </a:r>
          </a:p>
          <a:p>
            <a:r>
              <a:rPr lang="nl-NL"/>
              <a:t> </a:t>
            </a:r>
            <a:r>
              <a:rPr lang="nl-NL">
                <a:hlinkClick r:id="rId3"/>
              </a:rPr>
              <a:t>Klein experiment met poststemmen in Den Haag</a:t>
            </a:r>
            <a:endParaRPr lang="nl-NL"/>
          </a:p>
          <a:p>
            <a:endParaRPr lang="nl-NL"/>
          </a:p>
          <a:p>
            <a:r>
              <a:rPr lang="nl-NL"/>
              <a:t>Als gebruikers met een beperking en ouderen eerder waren betrokken in het ontwerpproces dan hadden deze obstakels voorkomen kunnen worden. Dat zorgt niet alleen voor een prettige ervaring voor iedereen, maar voorkomt ook dure aanpassingen achteraf en negatieve reacties.</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9</a:t>
            </a:fld>
            <a:endParaRPr lang="nl-NL"/>
          </a:p>
        </p:txBody>
      </p:sp>
    </p:spTree>
    <p:extLst>
      <p:ext uri="{BB962C8B-B14F-4D97-AF65-F5344CB8AC3E}">
        <p14:creationId xmlns:p14="http://schemas.microsoft.com/office/powerpoint/2010/main" val="2339751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Benadruk dat de testgroep echt divers moet zijn — in beperking, achtergrond, leeftijd en digitale vaardigheid. Als onderzoeker maak je hier bewuste keuzes in. Vraag: </a:t>
            </a:r>
            <a:r>
              <a:rPr lang="nl-NL" sz="1200" b="0" i="1" kern="1200">
                <a:solidFill>
                  <a:schemeClr val="tx1"/>
                </a:solidFill>
                <a:effectLst/>
                <a:latin typeface="+mn-lt"/>
                <a:ea typeface="+mn-ea"/>
                <a:cs typeface="+mn-cs"/>
              </a:rPr>
              <a:t>"Wie zit er normaal in jullie testgroep? Wie ontbreekt er?"</a:t>
            </a:r>
            <a:r>
              <a:rPr lang="nl-NL" sz="1200" b="0" i="0" kern="1200">
                <a:solidFill>
                  <a:schemeClr val="tx1"/>
                </a:solidFill>
                <a:effectLst/>
                <a:latin typeface="+mn-lt"/>
                <a:ea typeface="+mn-ea"/>
                <a:cs typeface="+mn-cs"/>
              </a:rPr>
              <a:t> De voorbeelden op de volgende dia's maken dit concreet.</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10</a:t>
            </a:fld>
            <a:endParaRPr lang="nl-NL"/>
          </a:p>
        </p:txBody>
      </p:sp>
    </p:spTree>
    <p:extLst>
      <p:ext uri="{BB962C8B-B14F-4D97-AF65-F5344CB8AC3E}">
        <p14:creationId xmlns:p14="http://schemas.microsoft.com/office/powerpoint/2010/main" val="1155351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Bespreek de voorbeelden op de dia. Vraag: </a:t>
            </a:r>
            <a:r>
              <a:rPr lang="nl-NL" sz="1200" b="0" i="1" kern="1200">
                <a:solidFill>
                  <a:schemeClr val="tx1"/>
                </a:solidFill>
                <a:effectLst/>
                <a:latin typeface="+mn-lt"/>
                <a:ea typeface="+mn-ea"/>
                <a:cs typeface="+mn-cs"/>
              </a:rPr>
              <a:t>Welke doelgroepen zijn hier wel of niet meegenomen in de ontwerpkeuzes?</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1: Twee foto's van dezelfde sensor-gestuurde dispenser: Voor iemand met een witte huidskleur geeft de dispenser zeep, voor iemand met een donkere huidskleur niet. De sensor is getest met een non-diverse groep.</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2: Een lachend meisje in een elektrische rolstoel rijdt over een groot, niet-opgeblazen springkussen met een kleurrijk illustratief patroon. Een speeltuin ontwerp je vaak alleen voor kinderen. Volwassenen sluit je daardoor bewust uit. Binnen de doelgroep kinderen kies je nog steeds voor diversiteit, zodat ook een kind in een rolstoel kan meedoen.  </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3: </a:t>
            </a:r>
          </a:p>
          <a:p>
            <a:r>
              <a:rPr lang="nl-NL" sz="1200" b="0" i="0" kern="1200">
                <a:solidFill>
                  <a:schemeClr val="tx1"/>
                </a:solidFill>
                <a:effectLst/>
                <a:latin typeface="+mn-lt"/>
                <a:ea typeface="+mn-ea"/>
                <a:cs typeface="+mn-cs"/>
              </a:rPr>
              <a:t>Twee handen scannen een voelbare plattegrond met verhoogde oppervlaktes, lijnen, en symbolen. De plattegronden zijn specifiek ontworpen voor mensen die maatschappelijk blind zijn. </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Benadruk dat een homogene testgroep, een homogeen product of dienst oplevert — Het ontwerp werkt dan dus niet voor een diverse samenleving.</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11</a:t>
            </a:fld>
            <a:endParaRPr lang="nl-NL"/>
          </a:p>
        </p:txBody>
      </p:sp>
    </p:spTree>
    <p:extLst>
      <p:ext uri="{BB962C8B-B14F-4D97-AF65-F5344CB8AC3E}">
        <p14:creationId xmlns:p14="http://schemas.microsoft.com/office/powerpoint/2010/main" val="2878892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lvl="0"/>
            <a:r>
              <a:rPr lang="en-US" sz="1200" kern="1200">
                <a:solidFill>
                  <a:schemeClr val="tx1"/>
                </a:solidFill>
                <a:effectLst/>
                <a:latin typeface="+mn-lt"/>
                <a:ea typeface="+mn-ea"/>
                <a:cs typeface="+mn-cs"/>
              </a:rPr>
              <a:t>Tweet </a:t>
            </a:r>
            <a:r>
              <a:rPr lang="en-US" sz="1200" kern="1200" err="1">
                <a:solidFill>
                  <a:schemeClr val="tx1"/>
                </a:solidFill>
                <a:effectLst/>
                <a:latin typeface="+mn-lt"/>
                <a:ea typeface="+mn-ea"/>
                <a:cs typeface="+mn-cs"/>
              </a:rPr>
              <a:t>voorlezen</a:t>
            </a:r>
            <a:r>
              <a:rPr lang="en-US" sz="1200" kern="1200">
                <a:solidFill>
                  <a:schemeClr val="tx1"/>
                </a:solidFill>
                <a:effectLst/>
                <a:latin typeface="+mn-lt"/>
                <a:ea typeface="+mn-ea"/>
                <a:cs typeface="+mn-cs"/>
              </a:rPr>
              <a:t> of </a:t>
            </a:r>
            <a:r>
              <a:rPr lang="en-US" sz="1200" kern="1200" err="1">
                <a:solidFill>
                  <a:schemeClr val="tx1"/>
                </a:solidFill>
                <a:effectLst/>
                <a:latin typeface="+mn-lt"/>
                <a:ea typeface="+mn-ea"/>
                <a:cs typeface="+mn-cs"/>
              </a:rPr>
              <a:t>parafraseren</a:t>
            </a:r>
            <a:r>
              <a:rPr lang="en-US" sz="1200" kern="1200">
                <a:solidFill>
                  <a:schemeClr val="tx1"/>
                </a:solidFill>
                <a:effectLst/>
                <a:latin typeface="+mn-lt"/>
                <a:ea typeface="+mn-ea"/>
                <a:cs typeface="+mn-cs"/>
              </a:rPr>
              <a:t>.</a:t>
            </a:r>
          </a:p>
          <a:p>
            <a:pPr lvl="0"/>
            <a:r>
              <a:rPr lang="nl-NL" sz="1200" b="0" i="0" kern="1200">
                <a:solidFill>
                  <a:schemeClr val="tx1"/>
                </a:solidFill>
                <a:effectLst/>
                <a:latin typeface="+mn-lt"/>
                <a:ea typeface="+mn-ea"/>
                <a:cs typeface="+mn-cs"/>
              </a:rPr>
              <a:t> Gebruik dit als luchtig maar treffend punt. Mogelijke discussievraag: </a:t>
            </a:r>
            <a:r>
              <a:rPr lang="nl-NL" sz="1200" b="0" i="1" u="none" kern="1200">
                <a:solidFill>
                  <a:schemeClr val="tx1"/>
                </a:solidFill>
                <a:effectLst/>
                <a:latin typeface="+mn-lt"/>
                <a:ea typeface="+mn-ea"/>
                <a:cs typeface="+mn-cs"/>
              </a:rPr>
              <a:t>"</a:t>
            </a:r>
            <a:r>
              <a:rPr lang="nl-NL" sz="1200" b="0" i="1" kern="1200">
                <a:solidFill>
                  <a:schemeClr val="tx1"/>
                </a:solidFill>
                <a:effectLst/>
                <a:latin typeface="+mn-lt"/>
                <a:ea typeface="+mn-ea"/>
                <a:cs typeface="+mn-cs"/>
              </a:rPr>
              <a:t>Wat vinden jullie hiervan? Herkennen jullie dit in jullie eigen ervaringen met apps of websites?" </a:t>
            </a:r>
            <a:r>
              <a:rPr lang="nl-NL" sz="1200" b="0" i="0" kern="1200">
                <a:solidFill>
                  <a:schemeClr val="tx1"/>
                </a:solidFill>
                <a:effectLst/>
                <a:latin typeface="+mn-lt"/>
                <a:ea typeface="+mn-ea"/>
                <a:cs typeface="+mn-cs"/>
              </a:rPr>
              <a:t>Dit sluit de theoretische introductie krachtig af.</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12</a:t>
            </a:fld>
            <a:endParaRPr lang="nl-NL"/>
          </a:p>
        </p:txBody>
      </p:sp>
    </p:spTree>
    <p:extLst>
      <p:ext uri="{BB962C8B-B14F-4D97-AF65-F5344CB8AC3E}">
        <p14:creationId xmlns:p14="http://schemas.microsoft.com/office/powerpoint/2010/main" val="2641834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a:solidFill>
                  <a:schemeClr val="tx1"/>
                </a:solidFill>
                <a:effectLst/>
                <a:latin typeface="+mn-lt"/>
                <a:ea typeface="+mn-ea"/>
                <a:cs typeface="+mn-cs"/>
              </a:rPr>
              <a:t>Benadruk dat de sleutel tot inclusief ontwerp ligt in samenwerken met de doelgroep - Niet ontwerpen vóór hen, maar mét hen. Daarvoor is het belangrijk dat jouw onderzoeksopzet ook echt toegankelijk is. Durf te vragen wat jouw participanten nodig hebben om prettig mee te doen met jouw ontwerpproces.</a:t>
            </a:r>
            <a:endParaRPr lang="nl-NL"/>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13</a:t>
            </a:fld>
            <a:endParaRPr lang="nl-NL"/>
          </a:p>
        </p:txBody>
      </p:sp>
    </p:spTree>
    <p:extLst>
      <p:ext uri="{BB962C8B-B14F-4D97-AF65-F5344CB8AC3E}">
        <p14:creationId xmlns:p14="http://schemas.microsoft.com/office/powerpoint/2010/main" val="2657260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a:t>Het motto is “Niets over ons, zonder 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Foto’s: Collage van de Xbox </a:t>
            </a:r>
            <a:r>
              <a:rPr lang="nl-NL" err="1"/>
              <a:t>adaptive</a:t>
            </a:r>
            <a:r>
              <a:rPr lang="nl-NL"/>
              <a:t> joystick. Verschillende duimsticktoppers zijn ontworpen samen met mensen met een beperking, waardoor iedereen de joystick kan gebruiken en begrijpen. </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14</a:t>
            </a:fld>
            <a:endParaRPr lang="nl-NL"/>
          </a:p>
        </p:txBody>
      </p:sp>
    </p:spTree>
    <p:extLst>
      <p:ext uri="{BB962C8B-B14F-4D97-AF65-F5344CB8AC3E}">
        <p14:creationId xmlns:p14="http://schemas.microsoft.com/office/powerpoint/2010/main" val="342324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D0D2-E28C-917A-8714-2F75FB8011D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3C57100-5833-9E43-EE27-C0D30E2E054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8CFCEFB-B74D-9578-2ED2-0A90231806D7}"/>
              </a:ext>
            </a:extLst>
          </p:cNvPr>
          <p:cNvSpPr>
            <a:spLocks noGrp="1"/>
          </p:cNvSpPr>
          <p:nvPr>
            <p:ph type="body" idx="1"/>
          </p:nvPr>
        </p:nvSpPr>
        <p:spPr/>
        <p:txBody>
          <a:bodyPr/>
          <a:lstStyle/>
          <a:p>
            <a:r>
              <a:rPr lang="nl-NL" sz="1200" b="0" i="0" kern="1200">
                <a:solidFill>
                  <a:schemeClr val="tx1"/>
                </a:solidFill>
                <a:effectLst/>
                <a:latin typeface="+mn-lt"/>
                <a:ea typeface="+mn-ea"/>
                <a:cs typeface="+mn-cs"/>
              </a:rPr>
              <a:t>Herhaal de volledige definitie nog een laatste keer als brug naar de workshopopdrachten. Kondigt aan dat de deelnemers nu zelf gaan oefenen met inclusief ontwerpen via </a:t>
            </a:r>
            <a:r>
              <a:rPr lang="nl-NL" sz="1200" b="0" i="0" kern="1200" err="1">
                <a:solidFill>
                  <a:schemeClr val="tx1"/>
                </a:solidFill>
                <a:effectLst/>
                <a:latin typeface="+mn-lt"/>
                <a:ea typeface="+mn-ea"/>
                <a:cs typeface="+mn-cs"/>
              </a:rPr>
              <a:t>persona's</a:t>
            </a:r>
            <a:r>
              <a:rPr lang="nl-NL" sz="1200" b="0" i="0" kern="1200">
                <a:solidFill>
                  <a:schemeClr val="tx1"/>
                </a:solidFill>
                <a:effectLst/>
                <a:latin typeface="+mn-lt"/>
                <a:ea typeface="+mn-ea"/>
                <a:cs typeface="+mn-cs"/>
              </a:rPr>
              <a:t>.</a:t>
            </a:r>
            <a:endParaRPr lang="nl-NL"/>
          </a:p>
        </p:txBody>
      </p:sp>
      <p:sp>
        <p:nvSpPr>
          <p:cNvPr id="4" name="Tijdelijke aanduiding voor dianummer 3">
            <a:extLst>
              <a:ext uri="{FF2B5EF4-FFF2-40B4-BE49-F238E27FC236}">
                <a16:creationId xmlns:a16="http://schemas.microsoft.com/office/drawing/2014/main" id="{FF5756AF-EC39-7FDF-1D81-7314F8433086}"/>
              </a:ext>
            </a:extLst>
          </p:cNvPr>
          <p:cNvSpPr>
            <a:spLocks noGrp="1"/>
          </p:cNvSpPr>
          <p:nvPr>
            <p:ph type="sldNum" sz="quarter" idx="5"/>
          </p:nvPr>
        </p:nvSpPr>
        <p:spPr/>
        <p:txBody>
          <a:bodyPr/>
          <a:lstStyle/>
          <a:p>
            <a:fld id="{945DCDBF-DF07-42E1-A6C5-1ACF461A284A}" type="slidenum">
              <a:rPr lang="nl-NL" smtClean="0"/>
              <a:t>15</a:t>
            </a:fld>
            <a:endParaRPr lang="nl-NL"/>
          </a:p>
        </p:txBody>
      </p:sp>
    </p:spTree>
    <p:extLst>
      <p:ext uri="{BB962C8B-B14F-4D97-AF65-F5344CB8AC3E}">
        <p14:creationId xmlns:p14="http://schemas.microsoft.com/office/powerpoint/2010/main" val="2570959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96A9-EEAF-0F4B-19A4-D0203FB8457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A8DD02E-8BCA-D4B1-B4FA-209CCEABEB2D}"/>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F0B25A3C-139D-6889-66D4-25DA17E7B15D}"/>
              </a:ext>
            </a:extLst>
          </p:cNvPr>
          <p:cNvSpPr>
            <a:spLocks noGrp="1"/>
          </p:cNvSpPr>
          <p:nvPr>
            <p:ph type="body" idx="1"/>
          </p:nvPr>
        </p:nvSpPr>
        <p:spPr/>
        <p:txBody>
          <a:bodyPr/>
          <a:lstStyle/>
          <a:p>
            <a:pPr lvl="0"/>
            <a:r>
              <a:rPr lang="nl-NL" sz="1200" b="0" i="0" kern="1200">
                <a:solidFill>
                  <a:schemeClr val="tx1"/>
                </a:solidFill>
                <a:effectLst/>
                <a:latin typeface="+mn-lt"/>
                <a:ea typeface="+mn-ea"/>
                <a:cs typeface="+mn-cs"/>
              </a:rPr>
              <a:t>Dit is een overgangstitel naar het derde deel van de workshop. Vertel dat jullie nu zelf gaan ontwerpen voor een fictief persoon aan de hand van </a:t>
            </a:r>
            <a:r>
              <a:rPr lang="nl-NL" sz="1200" b="0" i="0" kern="1200" err="1">
                <a:solidFill>
                  <a:schemeClr val="tx1"/>
                </a:solidFill>
                <a:effectLst/>
                <a:latin typeface="+mn-lt"/>
                <a:ea typeface="+mn-ea"/>
                <a:cs typeface="+mn-cs"/>
              </a:rPr>
              <a:t>persona’s</a:t>
            </a:r>
            <a:r>
              <a:rPr lang="nl-NL" sz="1200" b="0" i="0" kern="1200">
                <a:solidFill>
                  <a:schemeClr val="tx1"/>
                </a:solidFill>
                <a:effectLst/>
                <a:latin typeface="+mn-lt"/>
                <a:ea typeface="+mn-ea"/>
                <a:cs typeface="+mn-cs"/>
              </a:rPr>
              <a:t>.</a:t>
            </a:r>
            <a:br>
              <a:rPr lang="nl-NL"/>
            </a:br>
            <a:endParaRPr lang="nl-NL"/>
          </a:p>
          <a:p>
            <a:pPr lvl="0"/>
            <a:endParaRPr lang="nl-NL"/>
          </a:p>
        </p:txBody>
      </p:sp>
      <p:sp>
        <p:nvSpPr>
          <p:cNvPr id="4" name="Tijdelijke aanduiding voor dianummer 3">
            <a:extLst>
              <a:ext uri="{FF2B5EF4-FFF2-40B4-BE49-F238E27FC236}">
                <a16:creationId xmlns:a16="http://schemas.microsoft.com/office/drawing/2014/main" id="{FC927302-673E-48CD-E8DB-98AB275CBAD6}"/>
              </a:ext>
            </a:extLst>
          </p:cNvPr>
          <p:cNvSpPr>
            <a:spLocks noGrp="1"/>
          </p:cNvSpPr>
          <p:nvPr>
            <p:ph type="sldNum" sz="quarter" idx="5"/>
          </p:nvPr>
        </p:nvSpPr>
        <p:spPr/>
        <p:txBody>
          <a:bodyPr/>
          <a:lstStyle/>
          <a:p>
            <a:fld id="{945DCDBF-DF07-42E1-A6C5-1ACF461A284A}" type="slidenum">
              <a:rPr lang="nl-NL" smtClean="0"/>
              <a:t>16</a:t>
            </a:fld>
            <a:endParaRPr lang="nl-NL"/>
          </a:p>
        </p:txBody>
      </p:sp>
    </p:spTree>
    <p:extLst>
      <p:ext uri="{BB962C8B-B14F-4D97-AF65-F5344CB8AC3E}">
        <p14:creationId xmlns:p14="http://schemas.microsoft.com/office/powerpoint/2010/main" val="175205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Leg de structuur van de workshop uit:</a:t>
            </a:r>
          </a:p>
          <a:p>
            <a:r>
              <a:rPr lang="nl-NL" sz="1200" b="0" i="0" kern="1200">
                <a:solidFill>
                  <a:schemeClr val="tx1"/>
                </a:solidFill>
                <a:effectLst/>
                <a:latin typeface="+mn-lt"/>
                <a:ea typeface="+mn-ea"/>
                <a:cs typeface="+mn-cs"/>
              </a:rPr>
              <a:t>Er zijn </a:t>
            </a:r>
            <a:r>
              <a:rPr lang="nl-NL" sz="1200" b="1" i="0" kern="1200">
                <a:solidFill>
                  <a:schemeClr val="tx1"/>
                </a:solidFill>
                <a:effectLst/>
                <a:latin typeface="+mn-lt"/>
                <a:ea typeface="+mn-ea"/>
                <a:cs typeface="+mn-cs"/>
              </a:rPr>
              <a:t>7 </a:t>
            </a:r>
            <a:r>
              <a:rPr lang="nl-NL" sz="1200" b="1" i="0" kern="1200" err="1">
                <a:solidFill>
                  <a:schemeClr val="tx1"/>
                </a:solidFill>
                <a:effectLst/>
                <a:latin typeface="+mn-lt"/>
                <a:ea typeface="+mn-ea"/>
                <a:cs typeface="+mn-cs"/>
              </a:rPr>
              <a:t>persona's</a:t>
            </a:r>
            <a:r>
              <a:rPr lang="nl-NL" sz="1200" b="0" i="0" kern="1200">
                <a:solidFill>
                  <a:schemeClr val="tx1"/>
                </a:solidFill>
                <a:effectLst/>
                <a:latin typeface="+mn-lt"/>
                <a:ea typeface="+mn-ea"/>
                <a:cs typeface="+mn-cs"/>
              </a:rPr>
              <a:t> beschikbaar (plus 2 optionele extra's — zie dia 25 en 26 voor aantekeningen).</a:t>
            </a:r>
          </a:p>
          <a:p>
            <a:r>
              <a:rPr lang="nl-NL" sz="1200" b="0" i="0" kern="1200">
                <a:solidFill>
                  <a:schemeClr val="tx1"/>
                </a:solidFill>
                <a:effectLst/>
                <a:latin typeface="+mn-lt"/>
                <a:ea typeface="+mn-ea"/>
                <a:cs typeface="+mn-cs"/>
              </a:rPr>
              <a:t>Er zijn </a:t>
            </a:r>
            <a:r>
              <a:rPr lang="nl-NL" sz="1200" b="1" i="0" kern="1200">
                <a:solidFill>
                  <a:schemeClr val="tx1"/>
                </a:solidFill>
                <a:effectLst/>
                <a:latin typeface="+mn-lt"/>
                <a:ea typeface="+mn-ea"/>
                <a:cs typeface="+mn-cs"/>
              </a:rPr>
              <a:t>3 opdrachten</a:t>
            </a:r>
            <a:r>
              <a:rPr lang="nl-NL" sz="1200" b="0" i="0" kern="1200">
                <a:solidFill>
                  <a:schemeClr val="tx1"/>
                </a:solidFill>
                <a:effectLst/>
                <a:latin typeface="+mn-lt"/>
                <a:ea typeface="+mn-ea"/>
                <a:cs typeface="+mn-cs"/>
              </a:rPr>
              <a:t>: eerst de persona verkennen, dan een oplossing ontwerpen voor een casus, en afsluiten met een pitch.</a:t>
            </a:r>
          </a:p>
          <a:p>
            <a:r>
              <a:rPr lang="nl-NL" sz="1200" b="0" i="0" kern="1200">
                <a:solidFill>
                  <a:schemeClr val="tx1"/>
                </a:solidFill>
                <a:effectLst/>
                <a:latin typeface="+mn-lt"/>
                <a:ea typeface="+mn-ea"/>
                <a:cs typeface="+mn-cs"/>
              </a:rPr>
              <a:t>Verdeel de deelnemers in groepen en wijs elke groep een persona toe (of laat ze zelf kiezen).</a:t>
            </a:r>
          </a:p>
          <a:p>
            <a:r>
              <a:rPr lang="nl-NL" sz="1200" b="0" i="0" kern="1200">
                <a:solidFill>
                  <a:schemeClr val="tx1"/>
                </a:solidFill>
                <a:effectLst/>
                <a:latin typeface="+mn-lt"/>
                <a:ea typeface="+mn-ea"/>
                <a:cs typeface="+mn-cs"/>
              </a:rPr>
              <a:t>Zorg dat elke groep de persona-beschrijving goed leest voordat ze beginnen.</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17</a:t>
            </a:fld>
            <a:endParaRPr lang="nl-NL"/>
          </a:p>
        </p:txBody>
      </p:sp>
    </p:spTree>
    <p:extLst>
      <p:ext uri="{BB962C8B-B14F-4D97-AF65-F5344CB8AC3E}">
        <p14:creationId xmlns:p14="http://schemas.microsoft.com/office/powerpoint/2010/main" val="3513962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DF82-BE62-8EF6-E180-1BD464CF327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6DF47AD-C817-8DE0-C77A-68B73808D16D}"/>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3C2104B9-DD86-76AA-5021-39757322678D}"/>
              </a:ext>
            </a:extLst>
          </p:cNvPr>
          <p:cNvSpPr>
            <a:spLocks noGrp="1"/>
          </p:cNvSpPr>
          <p:nvPr>
            <p:ph type="body" idx="1"/>
          </p:nvPr>
        </p:nvSpPr>
        <p:spPr/>
        <p:txBody>
          <a:bodyPr/>
          <a:lstStyle/>
          <a:p>
            <a:r>
              <a:rPr lang="nl-NL"/>
              <a:t>Stel de </a:t>
            </a:r>
            <a:r>
              <a:rPr lang="nl-NL" err="1"/>
              <a:t>persona’s</a:t>
            </a:r>
            <a:r>
              <a:rPr lang="nl-NL"/>
              <a:t> voor aan de hand van hun huissituatie, werk/studie/</a:t>
            </a:r>
            <a:r>
              <a:rPr lang="nl-NL" err="1"/>
              <a:t>hobbie</a:t>
            </a:r>
            <a:r>
              <a:rPr lang="nl-NL"/>
              <a:t>, beperking, en hulpmiddelen.</a:t>
            </a:r>
          </a:p>
          <a:p>
            <a:endParaRPr lang="nl-NL"/>
          </a:p>
          <a:p>
            <a:r>
              <a:rPr lang="nl-NL" sz="1200" b="0" i="1" kern="1200">
                <a:solidFill>
                  <a:schemeClr val="tx1"/>
                </a:solidFill>
                <a:effectLst/>
                <a:latin typeface="+mn-lt"/>
                <a:ea typeface="+mn-ea"/>
                <a:cs typeface="+mn-cs"/>
              </a:rPr>
              <a:t>Helpvraag voor deelnemers: Hoe ervaart Karin de wereld zonder visuele informatie? Welke digitale en fysieke drempels komt zij dagelijks tegen?</a:t>
            </a:r>
            <a:br>
              <a:rPr lang="nl-NL"/>
            </a:br>
            <a:endParaRPr lang="nl-NL"/>
          </a:p>
        </p:txBody>
      </p:sp>
      <p:sp>
        <p:nvSpPr>
          <p:cNvPr id="4" name="Tijdelijke aanduiding voor dianummer 3">
            <a:extLst>
              <a:ext uri="{FF2B5EF4-FFF2-40B4-BE49-F238E27FC236}">
                <a16:creationId xmlns:a16="http://schemas.microsoft.com/office/drawing/2014/main" id="{FCCEA4EE-A1D2-245A-0EAC-159BCC5E9491}"/>
              </a:ext>
            </a:extLst>
          </p:cNvPr>
          <p:cNvSpPr>
            <a:spLocks noGrp="1"/>
          </p:cNvSpPr>
          <p:nvPr>
            <p:ph type="sldNum" sz="quarter" idx="5"/>
          </p:nvPr>
        </p:nvSpPr>
        <p:spPr/>
        <p:txBody>
          <a:bodyPr/>
          <a:lstStyle/>
          <a:p>
            <a:fld id="{945DCDBF-DF07-42E1-A6C5-1ACF461A284A}" type="slidenum">
              <a:rPr lang="nl-NL" smtClean="0"/>
              <a:t>18</a:t>
            </a:fld>
            <a:endParaRPr lang="nl-NL"/>
          </a:p>
        </p:txBody>
      </p:sp>
    </p:spTree>
    <p:extLst>
      <p:ext uri="{BB962C8B-B14F-4D97-AF65-F5344CB8AC3E}">
        <p14:creationId xmlns:p14="http://schemas.microsoft.com/office/powerpoint/2010/main" val="3085978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a:p>
            <a:r>
              <a:rPr lang="nl-NL" sz="1200" b="0" i="1" kern="1200">
                <a:solidFill>
                  <a:schemeClr val="tx1"/>
                </a:solidFill>
                <a:effectLst/>
                <a:latin typeface="+mn-lt"/>
                <a:ea typeface="+mn-ea"/>
                <a:cs typeface="+mn-cs"/>
              </a:rPr>
              <a:t>Helpvraag: Wat zijn de specifieke uitdagingen van iemand die gedeeltelijk kan zien, maar niet volledig blind is?</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19</a:t>
            </a:fld>
            <a:endParaRPr lang="nl-NL"/>
          </a:p>
        </p:txBody>
      </p:sp>
    </p:spTree>
    <p:extLst>
      <p:ext uri="{BB962C8B-B14F-4D97-AF65-F5344CB8AC3E}">
        <p14:creationId xmlns:p14="http://schemas.microsoft.com/office/powerpoint/2010/main" val="257111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a:p>
            <a:r>
              <a:rPr lang="nl-NL" sz="1200" b="0" i="1" kern="1200">
                <a:solidFill>
                  <a:schemeClr val="tx1"/>
                </a:solidFill>
                <a:effectLst/>
                <a:latin typeface="+mn-lt"/>
                <a:ea typeface="+mn-ea"/>
                <a:cs typeface="+mn-cs"/>
              </a:rPr>
              <a:t>Helpvraag: Welke digitale producten of interfaces zijn problematisch als je kleurenblind bent? Hoe maak je kleuronafhankelijke ontwerpen?</a:t>
            </a:r>
            <a:br>
              <a:rPr lang="nl-NL"/>
            </a:b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20</a:t>
            </a:fld>
            <a:endParaRPr lang="nl-NL"/>
          </a:p>
        </p:txBody>
      </p:sp>
    </p:spTree>
    <p:extLst>
      <p:ext uri="{BB962C8B-B14F-4D97-AF65-F5344CB8AC3E}">
        <p14:creationId xmlns:p14="http://schemas.microsoft.com/office/powerpoint/2010/main" val="3962752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a:p>
            <a:r>
              <a:rPr lang="nl-NL" sz="1200" b="0" i="1" kern="1200">
                <a:solidFill>
                  <a:schemeClr val="tx1"/>
                </a:solidFill>
                <a:effectLst/>
                <a:latin typeface="+mn-lt"/>
                <a:ea typeface="+mn-ea"/>
                <a:cs typeface="+mn-cs"/>
              </a:rPr>
              <a:t>Helpvraag: Welke communicatiedrempels ervaart </a:t>
            </a:r>
            <a:r>
              <a:rPr lang="nl-NL" sz="1200" b="0" i="1" kern="1200" err="1">
                <a:solidFill>
                  <a:schemeClr val="tx1"/>
                </a:solidFill>
                <a:effectLst/>
                <a:latin typeface="+mn-lt"/>
                <a:ea typeface="+mn-ea"/>
                <a:cs typeface="+mn-cs"/>
              </a:rPr>
              <a:t>Yusuf</a:t>
            </a:r>
            <a:r>
              <a:rPr lang="nl-NL" sz="1200" b="0" i="1" kern="1200">
                <a:solidFill>
                  <a:schemeClr val="tx1"/>
                </a:solidFill>
                <a:effectLst/>
                <a:latin typeface="+mn-lt"/>
                <a:ea typeface="+mn-ea"/>
                <a:cs typeface="+mn-cs"/>
              </a:rPr>
              <a:t>? Welke oplossingen helpen hem in zijn dagelijkse leven?</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21</a:t>
            </a:fld>
            <a:endParaRPr lang="nl-NL"/>
          </a:p>
        </p:txBody>
      </p:sp>
    </p:spTree>
    <p:extLst>
      <p:ext uri="{BB962C8B-B14F-4D97-AF65-F5344CB8AC3E}">
        <p14:creationId xmlns:p14="http://schemas.microsoft.com/office/powerpoint/2010/main" val="3395452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a:p>
            <a:r>
              <a:rPr lang="nl-NL" sz="1200" b="0" i="1" kern="1200">
                <a:solidFill>
                  <a:schemeClr val="tx1"/>
                </a:solidFill>
                <a:effectLst/>
                <a:latin typeface="+mn-lt"/>
                <a:ea typeface="+mn-ea"/>
                <a:cs typeface="+mn-cs"/>
              </a:rPr>
              <a:t>Helpvraag: Hoe kan een website of app ontworpen worden zodat iemand die weinig spierkracht heeft het makkelijk kan gebruiken?</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22</a:t>
            </a:fld>
            <a:endParaRPr lang="nl-NL"/>
          </a:p>
        </p:txBody>
      </p:sp>
    </p:spTree>
    <p:extLst>
      <p:ext uri="{BB962C8B-B14F-4D97-AF65-F5344CB8AC3E}">
        <p14:creationId xmlns:p14="http://schemas.microsoft.com/office/powerpoint/2010/main" val="2833334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sz="1200" b="0" i="0" kern="1200">
              <a:solidFill>
                <a:schemeClr val="tx1"/>
              </a:solidFill>
              <a:effectLst/>
              <a:latin typeface="+mn-lt"/>
              <a:ea typeface="+mn-ea"/>
              <a:cs typeface="+mn-cs"/>
            </a:endParaRPr>
          </a:p>
          <a:p>
            <a:r>
              <a:rPr lang="nl-NL" sz="1200" b="0" i="1" kern="1200">
                <a:solidFill>
                  <a:schemeClr val="tx1"/>
                </a:solidFill>
                <a:effectLst/>
                <a:latin typeface="+mn-lt"/>
                <a:ea typeface="+mn-ea"/>
                <a:cs typeface="+mn-cs"/>
              </a:rPr>
              <a:t>Helpvraag: Hoe ontwerp je een digitale dienst of website zodat ook mensen met een laag taalniveau er goed mee uit de voeten kunnen?</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23</a:t>
            </a:fld>
            <a:endParaRPr lang="nl-NL"/>
          </a:p>
        </p:txBody>
      </p:sp>
    </p:spTree>
    <p:extLst>
      <p:ext uri="{BB962C8B-B14F-4D97-AF65-F5344CB8AC3E}">
        <p14:creationId xmlns:p14="http://schemas.microsoft.com/office/powerpoint/2010/main" val="2619970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sz="1200" b="0" i="0" kern="1200">
              <a:solidFill>
                <a:schemeClr val="tx1"/>
              </a:solidFill>
              <a:effectLst/>
              <a:latin typeface="+mn-lt"/>
              <a:ea typeface="+mn-ea"/>
              <a:cs typeface="+mn-cs"/>
            </a:endParaRPr>
          </a:p>
          <a:p>
            <a:r>
              <a:rPr lang="nl-NL" sz="1200" b="0" i="1" kern="1200">
                <a:solidFill>
                  <a:schemeClr val="tx1"/>
                </a:solidFill>
                <a:effectLst/>
                <a:latin typeface="+mn-lt"/>
                <a:ea typeface="+mn-ea"/>
                <a:cs typeface="+mn-cs"/>
              </a:rPr>
              <a:t>Helpvraag: Welke combinatie van beperkingen heeft Margriet? Hoe ontwerp je een interface die ook voor oudere gebruikers prettig en begrijpelijk is?</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24</a:t>
            </a:fld>
            <a:endParaRPr lang="nl-NL"/>
          </a:p>
        </p:txBody>
      </p:sp>
    </p:spTree>
    <p:extLst>
      <p:ext uri="{BB962C8B-B14F-4D97-AF65-F5344CB8AC3E}">
        <p14:creationId xmlns:p14="http://schemas.microsoft.com/office/powerpoint/2010/main" val="126431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a:t>Het gebruik van deze persona wordt niet aangeraden voor deze oefening, omdat deelnemers zich hierdoor minder snel inleven in een nog onbekende doelgroep. In elke groep zit vaak één of meerdere deelnemers met dyslexie. Het doel van deze oefening is juist om te leren over verschillende beperkingen en een ontwerp te maken voor iemand met andere behoeften.</a:t>
            </a:r>
          </a:p>
          <a:p>
            <a:endParaRPr lang="nl-NL" sz="1200" b="0" i="0" kern="1200">
              <a:solidFill>
                <a:schemeClr val="tx1"/>
              </a:solidFill>
              <a:effectLst/>
              <a:latin typeface="+mn-lt"/>
              <a:ea typeface="+mn-ea"/>
              <a:cs typeface="+mn-cs"/>
            </a:endParaRPr>
          </a:p>
          <a:p>
            <a:r>
              <a:rPr lang="nl-NL" sz="1200" b="0" i="1" kern="1200">
                <a:solidFill>
                  <a:schemeClr val="tx1"/>
                </a:solidFill>
                <a:effectLst/>
                <a:latin typeface="+mn-lt"/>
                <a:ea typeface="+mn-ea"/>
                <a:cs typeface="+mn-cs"/>
              </a:rPr>
              <a:t>Hulpvragen: Welke digitale omgevingen zijn extra belastend — denk aan lange teksten, formulieren, complexe navigatie?</a:t>
            </a:r>
          </a:p>
          <a:p>
            <a:r>
              <a:rPr lang="nl-NL" sz="1200" b="0" i="1" kern="1200">
                <a:solidFill>
                  <a:schemeClr val="tx1"/>
                </a:solidFill>
                <a:effectLst/>
                <a:latin typeface="+mn-lt"/>
                <a:ea typeface="+mn-ea"/>
                <a:cs typeface="+mn-cs"/>
              </a:rPr>
              <a:t>Welke hulpmiddelen bestaan er, zoals tekst-naar-spraak, dyslexievriendelijke lettertypen of aangepaste opmaak?</a:t>
            </a:r>
          </a:p>
          <a:p>
            <a:r>
              <a:rPr lang="nl-NL" sz="1200" b="0" i="1" kern="1200">
                <a:solidFill>
                  <a:schemeClr val="tx1"/>
                </a:solidFill>
                <a:effectLst/>
                <a:latin typeface="+mn-lt"/>
                <a:ea typeface="+mn-ea"/>
                <a:cs typeface="+mn-cs"/>
              </a:rPr>
              <a:t>Hoe ontwerp je een interface zodat de tekstbelasting zo laag mogelijk is, zonder inhoud te verliezen?</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25</a:t>
            </a:fld>
            <a:endParaRPr lang="nl-NL"/>
          </a:p>
        </p:txBody>
      </p:sp>
    </p:spTree>
    <p:extLst>
      <p:ext uri="{BB962C8B-B14F-4D97-AF65-F5344CB8AC3E}">
        <p14:creationId xmlns:p14="http://schemas.microsoft.com/office/powerpoint/2010/main" val="2888423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a:t>Het gebruik van deze persona wordt niet aangeraden voor deze oefening, omdat deelnemers zich hierdoor minder snel inleven in een nog onbekende doelgroep. In elke groep zit vaak één of meerdere deelnemers met autisme. Het doel van deze oefening is juist om te leren over verschillende beperkingen en een ontwerp te maken voor iemand met andere behoeften.</a:t>
            </a:r>
          </a:p>
          <a:p>
            <a:endParaRPr lang="nl-NL"/>
          </a:p>
          <a:p>
            <a:r>
              <a:rPr lang="nl-NL" sz="1200" b="0" i="1" kern="1200">
                <a:solidFill>
                  <a:schemeClr val="tx1"/>
                </a:solidFill>
                <a:effectLst/>
                <a:latin typeface="+mn-lt"/>
                <a:ea typeface="+mn-ea"/>
                <a:cs typeface="+mn-cs"/>
              </a:rPr>
              <a:t>Hulpvragen: Welke kenmerken heeft autisme en hoe verschilt dit per persoon — denk aan prikkelverwerking, behoefte aan voorspelbaarheid en duidelijkheid?</a:t>
            </a:r>
          </a:p>
          <a:p>
            <a:r>
              <a:rPr lang="nl-NL" sz="1200" b="0" i="1" kern="1200">
                <a:solidFill>
                  <a:schemeClr val="tx1"/>
                </a:solidFill>
                <a:effectLst/>
                <a:latin typeface="+mn-lt"/>
                <a:ea typeface="+mn-ea"/>
                <a:cs typeface="+mn-cs"/>
              </a:rPr>
              <a:t>Welke digitale situaties kunnen overweldigend zijn — denk aan pop-ups, onverwachte meldingen, inconsistente interfaces?</a:t>
            </a:r>
          </a:p>
          <a:p>
            <a:r>
              <a:rPr lang="nl-NL" sz="1200" b="0" i="1" kern="1200">
                <a:solidFill>
                  <a:schemeClr val="tx1"/>
                </a:solidFill>
                <a:effectLst/>
                <a:latin typeface="+mn-lt"/>
                <a:ea typeface="+mn-ea"/>
                <a:cs typeface="+mn-cs"/>
              </a:rPr>
              <a:t>Welke hulpmiddelen of instellingen gebruiken mensen met autisme om digitale omgevingen draaglijker te maken?</a:t>
            </a:r>
          </a:p>
          <a:p>
            <a:r>
              <a:rPr lang="nl-NL" sz="1200" b="0" i="1" kern="1200">
                <a:solidFill>
                  <a:schemeClr val="tx1"/>
                </a:solidFill>
                <a:effectLst/>
                <a:latin typeface="+mn-lt"/>
                <a:ea typeface="+mn-ea"/>
                <a:cs typeface="+mn-cs"/>
              </a:rPr>
              <a:t>Hoe ontwerp je een interface die rustig, voorspelbaar en consistent is, zonder functionaliteit te verliezen?</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26</a:t>
            </a:fld>
            <a:endParaRPr lang="nl-NL"/>
          </a:p>
        </p:txBody>
      </p:sp>
    </p:spTree>
    <p:extLst>
      <p:ext uri="{BB962C8B-B14F-4D97-AF65-F5344CB8AC3E}">
        <p14:creationId xmlns:p14="http://schemas.microsoft.com/office/powerpoint/2010/main" val="606302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1" i="0" kern="1200">
                <a:solidFill>
                  <a:schemeClr val="tx1"/>
                </a:solidFill>
                <a:effectLst/>
                <a:latin typeface="+mn-lt"/>
                <a:ea typeface="+mn-ea"/>
                <a:cs typeface="+mn-cs"/>
              </a:rPr>
              <a:t>Instructies voor deelnemers:</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Maak kennis met de toegewezen/gekozen persona (fictieve persoon met een beperking).</a:t>
            </a:r>
          </a:p>
          <a:p>
            <a:r>
              <a:rPr lang="nl-NL" sz="1200" b="0" i="0" kern="1200">
                <a:solidFill>
                  <a:schemeClr val="tx1"/>
                </a:solidFill>
                <a:effectLst/>
                <a:latin typeface="+mn-lt"/>
                <a:ea typeface="+mn-ea"/>
                <a:cs typeface="+mn-cs"/>
              </a:rPr>
              <a:t>Onderzoek samen:</a:t>
            </a:r>
          </a:p>
          <a:p>
            <a:pPr lvl="1"/>
            <a:r>
              <a:rPr lang="nl-NL" sz="1200" b="0" i="0" kern="1200">
                <a:solidFill>
                  <a:schemeClr val="tx1"/>
                </a:solidFill>
                <a:effectLst/>
                <a:latin typeface="+mn-lt"/>
                <a:ea typeface="+mn-ea"/>
                <a:cs typeface="+mn-cs"/>
              </a:rPr>
              <a:t>Welke kenmerken horen bij de beperking?</a:t>
            </a:r>
          </a:p>
          <a:p>
            <a:pPr lvl="1"/>
            <a:r>
              <a:rPr lang="nl-NL" sz="1200" b="0" i="0" kern="1200">
                <a:solidFill>
                  <a:schemeClr val="tx1"/>
                </a:solidFill>
                <a:effectLst/>
                <a:latin typeface="+mn-lt"/>
                <a:ea typeface="+mn-ea"/>
                <a:cs typeface="+mn-cs"/>
              </a:rPr>
              <a:t>Welke toegankelijkheidsproblemen ervaart deze persoon in het dagelijks leven?</a:t>
            </a:r>
          </a:p>
          <a:p>
            <a:pPr lvl="1"/>
            <a:r>
              <a:rPr lang="nl-NL" sz="1200" b="0" i="0" kern="1200">
                <a:solidFill>
                  <a:schemeClr val="tx1"/>
                </a:solidFill>
                <a:effectLst/>
                <a:latin typeface="+mn-lt"/>
                <a:ea typeface="+mn-ea"/>
                <a:cs typeface="+mn-cs"/>
              </a:rPr>
              <a:t>Zijn er hulpmiddelen? Bekijk: </a:t>
            </a:r>
            <a:r>
              <a:rPr lang="nl-NL" sz="1200" b="1" i="0" kern="1200">
                <a:solidFill>
                  <a:schemeClr val="tx1"/>
                </a:solidFill>
                <a:effectLst/>
                <a:latin typeface="+mn-lt"/>
                <a:ea typeface="+mn-ea"/>
                <a:cs typeface="+mn-cs"/>
              </a:rPr>
              <a:t>Scouters.nl</a:t>
            </a:r>
            <a:r>
              <a:rPr lang="nl-NL" sz="1200" b="0" i="0" kern="1200">
                <a:solidFill>
                  <a:schemeClr val="tx1"/>
                </a:solidFill>
                <a:effectLst/>
                <a:latin typeface="+mn-lt"/>
                <a:ea typeface="+mn-ea"/>
                <a:cs typeface="+mn-cs"/>
              </a:rPr>
              <a:t> en </a:t>
            </a:r>
            <a:r>
              <a:rPr lang="nl-NL" sz="1200" b="1" i="0" kern="1200">
                <a:solidFill>
                  <a:schemeClr val="tx1"/>
                </a:solidFill>
                <a:effectLst/>
                <a:latin typeface="+mn-lt"/>
                <a:ea typeface="+mn-ea"/>
                <a:cs typeface="+mn-cs"/>
              </a:rPr>
              <a:t>Hulpmiddelenwijzer.nl</a:t>
            </a:r>
            <a:endParaRPr lang="nl-NL" sz="1200" b="0" i="0" kern="1200">
              <a:solidFill>
                <a:schemeClr val="tx1"/>
              </a:solidFill>
              <a:effectLst/>
              <a:latin typeface="+mn-lt"/>
              <a:ea typeface="+mn-ea"/>
              <a:cs typeface="+mn-cs"/>
            </a:endParaRPr>
          </a:p>
          <a:p>
            <a:pPr lvl="1"/>
            <a:r>
              <a:rPr lang="nl-NL" sz="1200" b="0" i="0" kern="1200">
                <a:solidFill>
                  <a:schemeClr val="tx1"/>
                </a:solidFill>
                <a:effectLst/>
                <a:latin typeface="+mn-lt"/>
                <a:ea typeface="+mn-ea"/>
                <a:cs typeface="+mn-cs"/>
              </a:rPr>
              <a:t>Schrijf alles op wat je vindt.</a:t>
            </a:r>
            <a:br>
              <a:rPr lang="nl-NL" sz="1200" b="0" i="0" kern="1200">
                <a:solidFill>
                  <a:schemeClr val="tx1"/>
                </a:solidFill>
                <a:effectLst/>
                <a:latin typeface="+mn-lt"/>
                <a:ea typeface="+mn-ea"/>
                <a:cs typeface="+mn-cs"/>
              </a:rPr>
            </a:br>
            <a:r>
              <a:rPr lang="nl-NL" sz="1200" b="1" i="0" kern="1200">
                <a:solidFill>
                  <a:schemeClr val="tx1"/>
                </a:solidFill>
                <a:effectLst/>
                <a:latin typeface="+mn-lt"/>
                <a:ea typeface="+mn-ea"/>
                <a:cs typeface="+mn-cs"/>
              </a:rPr>
              <a:t>Tijdsindicatie:</a:t>
            </a:r>
            <a:r>
              <a:rPr lang="nl-NL" sz="1200" b="0" i="0" kern="1200">
                <a:solidFill>
                  <a:schemeClr val="tx1"/>
                </a:solidFill>
                <a:effectLst/>
                <a:latin typeface="+mn-lt"/>
                <a:ea typeface="+mn-ea"/>
                <a:cs typeface="+mn-cs"/>
              </a:rPr>
              <a:t> ca. 10-15 minuten. Loop als docent langs de groepen en check of iedereen op weg is. Stuur bij als een groep te snel klaar is of vastloopt.</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27</a:t>
            </a:fld>
            <a:endParaRPr lang="nl-NL"/>
          </a:p>
        </p:txBody>
      </p:sp>
    </p:spTree>
    <p:extLst>
      <p:ext uri="{BB962C8B-B14F-4D97-AF65-F5344CB8AC3E}">
        <p14:creationId xmlns:p14="http://schemas.microsoft.com/office/powerpoint/2010/main" val="3272633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Vraag elke groep een korte samenvatting te geven:</a:t>
            </a:r>
          </a:p>
          <a:p>
            <a:r>
              <a:rPr lang="nl-NL" sz="1200" b="0" i="0" kern="1200">
                <a:solidFill>
                  <a:schemeClr val="tx1"/>
                </a:solidFill>
                <a:effectLst/>
                <a:latin typeface="+mn-lt"/>
                <a:ea typeface="+mn-ea"/>
                <a:cs typeface="+mn-cs"/>
              </a:rPr>
              <a:t>Stel je persona voor aan de rest.</a:t>
            </a:r>
          </a:p>
          <a:p>
            <a:r>
              <a:rPr lang="nl-NL" sz="1200" b="0" i="0" kern="1200">
                <a:solidFill>
                  <a:schemeClr val="tx1"/>
                </a:solidFill>
                <a:effectLst/>
                <a:latin typeface="+mn-lt"/>
                <a:ea typeface="+mn-ea"/>
                <a:cs typeface="+mn-cs"/>
              </a:rPr>
              <a:t>Wat zijn de kernmerken van de beperking?</a:t>
            </a:r>
          </a:p>
          <a:p>
            <a:r>
              <a:rPr lang="nl-NL" sz="1200" b="0" i="0" kern="1200">
                <a:solidFill>
                  <a:schemeClr val="tx1"/>
                </a:solidFill>
                <a:effectLst/>
                <a:latin typeface="+mn-lt"/>
                <a:ea typeface="+mn-ea"/>
                <a:cs typeface="+mn-cs"/>
              </a:rPr>
              <a:t>Welke hulpmiddelen heb je gevonden?</a:t>
            </a:r>
            <a:br>
              <a:rPr lang="nl-NL" sz="1200" b="0" i="0" kern="1200">
                <a:solidFill>
                  <a:schemeClr val="tx1"/>
                </a:solidFill>
                <a:effectLst/>
                <a:latin typeface="+mn-lt"/>
                <a:ea typeface="+mn-ea"/>
                <a:cs typeface="+mn-cs"/>
              </a:rPr>
            </a:br>
            <a:r>
              <a:rPr lang="nl-NL" sz="1200" b="0" i="0" kern="1200">
                <a:solidFill>
                  <a:schemeClr val="tx1"/>
                </a:solidFill>
                <a:effectLst/>
                <a:latin typeface="+mn-lt"/>
                <a:ea typeface="+mn-ea"/>
                <a:cs typeface="+mn-cs"/>
              </a:rPr>
              <a:t>Geef elke groep ca. 2 minuten. Als docent kun je aanvullen of corrigeren waar nodig. Dit geeft ook de andere groepen inzicht in alle </a:t>
            </a:r>
            <a:r>
              <a:rPr lang="nl-NL" sz="1200" b="0" i="0" kern="1200" err="1">
                <a:solidFill>
                  <a:schemeClr val="tx1"/>
                </a:solidFill>
                <a:effectLst/>
                <a:latin typeface="+mn-lt"/>
                <a:ea typeface="+mn-ea"/>
                <a:cs typeface="+mn-cs"/>
              </a:rPr>
              <a:t>persona's</a:t>
            </a:r>
            <a:r>
              <a:rPr lang="nl-NL" sz="1200" b="0" i="0" kern="1200">
                <a:solidFill>
                  <a:schemeClr val="tx1"/>
                </a:solidFill>
                <a:effectLst/>
                <a:latin typeface="+mn-lt"/>
                <a:ea typeface="+mn-ea"/>
                <a:cs typeface="+mn-cs"/>
              </a:rPr>
              <a:t>.</a:t>
            </a:r>
          </a:p>
          <a:p>
            <a:br>
              <a:rPr lang="nl-NL"/>
            </a:b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28</a:t>
            </a:fld>
            <a:endParaRPr lang="nl-NL"/>
          </a:p>
        </p:txBody>
      </p:sp>
    </p:spTree>
    <p:extLst>
      <p:ext uri="{BB962C8B-B14F-4D97-AF65-F5344CB8AC3E}">
        <p14:creationId xmlns:p14="http://schemas.microsoft.com/office/powerpoint/2010/main" val="2207891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1" i="0" kern="1200">
                <a:solidFill>
                  <a:schemeClr val="tx1"/>
                </a:solidFill>
                <a:effectLst/>
                <a:latin typeface="+mn-lt"/>
                <a:ea typeface="+mn-ea"/>
                <a:cs typeface="+mn-cs"/>
              </a:rPr>
              <a:t>Instructies voor deelnemers:</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Koppel de casus (volgende dia) aan je persona.</a:t>
            </a:r>
          </a:p>
          <a:p>
            <a:r>
              <a:rPr lang="nl-NL" sz="1200" b="0" i="0" kern="1200">
                <a:solidFill>
                  <a:schemeClr val="tx1"/>
                </a:solidFill>
                <a:effectLst/>
                <a:latin typeface="+mn-lt"/>
                <a:ea typeface="+mn-ea"/>
                <a:cs typeface="+mn-cs"/>
              </a:rPr>
              <a:t>Bedenk voor dat probleem een oplossing.</a:t>
            </a:r>
          </a:p>
          <a:p>
            <a:pPr lvl="1"/>
            <a:r>
              <a:rPr lang="nl-NL" sz="1200" b="0" i="0" kern="1200">
                <a:solidFill>
                  <a:schemeClr val="tx1"/>
                </a:solidFill>
                <a:effectLst/>
                <a:latin typeface="+mn-lt"/>
                <a:ea typeface="+mn-ea"/>
                <a:cs typeface="+mn-cs"/>
              </a:rPr>
              <a:t>Laat je niet tegenhouden door technische onmogelijkheden.</a:t>
            </a:r>
          </a:p>
          <a:p>
            <a:r>
              <a:rPr lang="nl-NL" sz="1200" b="0" i="0" kern="1200">
                <a:solidFill>
                  <a:schemeClr val="tx1"/>
                </a:solidFill>
                <a:effectLst/>
                <a:latin typeface="+mn-lt"/>
                <a:ea typeface="+mn-ea"/>
                <a:cs typeface="+mn-cs"/>
              </a:rPr>
              <a:t>Schrijf je oplossing op.</a:t>
            </a:r>
          </a:p>
          <a:p>
            <a:r>
              <a:rPr lang="nl-NL" sz="1200" b="0" i="0" kern="1200">
                <a:solidFill>
                  <a:schemeClr val="tx1"/>
                </a:solidFill>
                <a:effectLst/>
                <a:latin typeface="+mn-lt"/>
                <a:ea typeface="+mn-ea"/>
                <a:cs typeface="+mn-cs"/>
              </a:rPr>
              <a:t>Bereid een korte pitch voor van 1 minuut.</a:t>
            </a:r>
            <a:br>
              <a:rPr lang="nl-NL" sz="1200" b="0" i="0" kern="1200">
                <a:solidFill>
                  <a:schemeClr val="tx1"/>
                </a:solidFill>
                <a:effectLst/>
                <a:latin typeface="+mn-lt"/>
                <a:ea typeface="+mn-ea"/>
                <a:cs typeface="+mn-cs"/>
              </a:rPr>
            </a:br>
            <a:r>
              <a:rPr lang="nl-NL" sz="1200" b="1" i="0" kern="1200">
                <a:solidFill>
                  <a:schemeClr val="tx1"/>
                </a:solidFill>
                <a:effectLst/>
                <a:latin typeface="+mn-lt"/>
                <a:ea typeface="+mn-ea"/>
                <a:cs typeface="+mn-cs"/>
              </a:rPr>
              <a:t>Tijdsindicatie:</a:t>
            </a:r>
            <a:r>
              <a:rPr lang="nl-NL" sz="1200" b="0" i="0" kern="1200">
                <a:solidFill>
                  <a:schemeClr val="tx1"/>
                </a:solidFill>
                <a:effectLst/>
                <a:latin typeface="+mn-lt"/>
                <a:ea typeface="+mn-ea"/>
                <a:cs typeface="+mn-cs"/>
              </a:rPr>
              <a:t> ca. 15-20 minuten. Stimuleer creatief denken — er is geen fout antwoord. Moedig deelnemers aan om out-of-</a:t>
            </a:r>
            <a:r>
              <a:rPr lang="nl-NL" sz="1200" b="0" i="0" kern="1200" err="1">
                <a:solidFill>
                  <a:schemeClr val="tx1"/>
                </a:solidFill>
                <a:effectLst/>
                <a:latin typeface="+mn-lt"/>
                <a:ea typeface="+mn-ea"/>
                <a:cs typeface="+mn-cs"/>
              </a:rPr>
              <a:t>the</a:t>
            </a:r>
            <a:r>
              <a:rPr lang="nl-NL" sz="1200" b="0" i="0" kern="1200">
                <a:solidFill>
                  <a:schemeClr val="tx1"/>
                </a:solidFill>
                <a:effectLst/>
                <a:latin typeface="+mn-lt"/>
                <a:ea typeface="+mn-ea"/>
                <a:cs typeface="+mn-cs"/>
              </a:rPr>
              <a:t>-box te denken.</a:t>
            </a:r>
          </a:p>
          <a:p>
            <a:br>
              <a:rPr lang="nl-NL"/>
            </a:b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29</a:t>
            </a:fld>
            <a:endParaRPr lang="nl-NL"/>
          </a:p>
        </p:txBody>
      </p:sp>
    </p:spTree>
    <p:extLst>
      <p:ext uri="{BB962C8B-B14F-4D97-AF65-F5344CB8AC3E}">
        <p14:creationId xmlns:p14="http://schemas.microsoft.com/office/powerpoint/2010/main" val="3108121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74307-2F2D-15A5-CAAD-AB4D2F93AD1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4D8408E-F9BC-D383-DA1B-B9A3881FDBD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6A79E4E-A060-6732-8FF1-7A6D6C3EBD40}"/>
              </a:ext>
            </a:extLst>
          </p:cNvPr>
          <p:cNvSpPr>
            <a:spLocks noGrp="1"/>
          </p:cNvSpPr>
          <p:nvPr>
            <p:ph type="body" idx="1"/>
          </p:nvPr>
        </p:nvSpPr>
        <p:spPr/>
        <p:txBody>
          <a:bodyPr/>
          <a:lstStyle/>
          <a:p>
            <a:r>
              <a:rPr lang="nl-NL" sz="1200" b="0" i="0" kern="1200">
                <a:solidFill>
                  <a:schemeClr val="tx1"/>
                </a:solidFill>
                <a:effectLst/>
                <a:latin typeface="+mn-lt"/>
                <a:ea typeface="+mn-ea"/>
                <a:cs typeface="+mn-cs"/>
              </a:rPr>
              <a:t>Scenario: Onverwachte Verstoring en Inzet van NS-Bussen</a:t>
            </a:r>
          </a:p>
          <a:p>
            <a:r>
              <a:rPr lang="nl-NL" sz="1200" b="0" i="0" kern="1200">
                <a:solidFill>
                  <a:schemeClr val="tx1"/>
                </a:solidFill>
                <a:effectLst/>
                <a:latin typeface="+mn-lt"/>
                <a:ea typeface="+mn-ea"/>
                <a:cs typeface="+mn-cs"/>
              </a:rPr>
              <a:t>Tijdens een drukke doordeweekse dag ontstaat er een onverwachte verstoring waardoor de NS-treinen niet kunnen rijden. NS besluit bussen in te zetten om reizigers naar hun bestemmingen te brengen. Hoe komt jouw persona van het perron bij de bus?</a:t>
            </a:r>
          </a:p>
          <a:p>
            <a:br>
              <a:rPr lang="nl-NL"/>
            </a:br>
            <a:r>
              <a:rPr lang="nl-NL" sz="1200" b="1" i="0" kern="1200">
                <a:solidFill>
                  <a:schemeClr val="tx1"/>
                </a:solidFill>
                <a:effectLst/>
                <a:latin typeface="+mn-lt"/>
                <a:ea typeface="+mn-ea"/>
                <a:cs typeface="+mn-cs"/>
              </a:rPr>
              <a:t>OEFENING:</a:t>
            </a:r>
            <a:endParaRPr lang="nl-NL" sz="1200" b="0" i="0" kern="1200">
              <a:solidFill>
                <a:schemeClr val="tx1"/>
              </a:solidFill>
              <a:effectLst/>
              <a:latin typeface="+mn-lt"/>
              <a:ea typeface="+mn-ea"/>
              <a:cs typeface="+mn-cs"/>
            </a:endParaRPr>
          </a:p>
          <a:p>
            <a:r>
              <a:rPr lang="nl-NL" sz="1200" b="1" i="0" kern="1200">
                <a:solidFill>
                  <a:schemeClr val="tx1"/>
                </a:solidFill>
                <a:effectLst/>
                <a:latin typeface="+mn-lt"/>
                <a:ea typeface="+mn-ea"/>
                <a:cs typeface="+mn-cs"/>
              </a:rPr>
              <a:t>Stap 2: Bedenk oplossingen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t>Formuleer ideeën om deze problemen aan te pakken. Kies een geschikte oplossing.</a:t>
            </a:r>
          </a:p>
          <a:p>
            <a:endParaRPr lang="nl-NL"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i="0" kern="1200">
                <a:solidFill>
                  <a:schemeClr val="tx1"/>
                </a:solidFill>
                <a:effectLst/>
                <a:latin typeface="+mn-lt"/>
                <a:ea typeface="+mn-ea"/>
                <a:cs typeface="+mn-cs"/>
              </a:rPr>
              <a:t>Stap 3: Concept uitwerken</a:t>
            </a:r>
            <a:br>
              <a:rPr lang="nl-NL" sz="1200" b="0" i="0" kern="1200">
                <a:solidFill>
                  <a:schemeClr val="tx1"/>
                </a:solidFill>
                <a:effectLst/>
                <a:latin typeface="+mn-lt"/>
                <a:ea typeface="+mn-ea"/>
                <a:cs typeface="+mn-cs"/>
              </a:rPr>
            </a:br>
            <a:r>
              <a:rPr lang="nl-NL"/>
              <a:t>Beschrijf, teken, of codeer jouw ontwerp en presenteer het aan de andere groepen.</a:t>
            </a:r>
          </a:p>
          <a:p>
            <a:br>
              <a:rPr lang="nl-NL" sz="1200" b="0" i="0" kern="1200">
                <a:solidFill>
                  <a:schemeClr val="tx1"/>
                </a:solidFill>
                <a:effectLst/>
                <a:latin typeface="+mn-lt"/>
                <a:ea typeface="+mn-ea"/>
                <a:cs typeface="+mn-cs"/>
              </a:rPr>
            </a:br>
            <a:r>
              <a:rPr lang="nl-NL" sz="1200" b="0" i="0" kern="1200">
                <a:solidFill>
                  <a:schemeClr val="tx1"/>
                </a:solidFill>
                <a:effectLst/>
                <a:latin typeface="+mn-lt"/>
                <a:ea typeface="+mn-ea"/>
                <a:cs typeface="+mn-cs"/>
              </a:rPr>
              <a:t>Formuleer ideeën om deze problemen aan te pakken en de klantreis te verbeteren, zelfs bij onverwachte verstoringen.</a:t>
            </a:r>
          </a:p>
          <a:p>
            <a:r>
              <a:rPr lang="nl-NL" sz="1200" b="0" i="1" kern="1200">
                <a:solidFill>
                  <a:schemeClr val="tx1"/>
                </a:solidFill>
                <a:effectLst/>
                <a:latin typeface="+mn-lt"/>
                <a:ea typeface="+mn-ea"/>
                <a:cs typeface="+mn-cs"/>
              </a:rPr>
              <a:t>Wees creatief en denk buiten de gebaande paden; je hoeft nog geen rekening te houden met de praktische uitvoering.</a:t>
            </a:r>
            <a:endParaRPr lang="nl-NL" sz="1200" b="0" i="0" kern="1200">
              <a:solidFill>
                <a:schemeClr val="tx1"/>
              </a:solidFill>
              <a:effectLst/>
              <a:latin typeface="+mn-lt"/>
              <a:ea typeface="+mn-ea"/>
              <a:cs typeface="+mn-cs"/>
            </a:endParaRPr>
          </a:p>
          <a:p>
            <a:endParaRPr lang="nl-NL"/>
          </a:p>
        </p:txBody>
      </p:sp>
      <p:sp>
        <p:nvSpPr>
          <p:cNvPr id="4" name="Tijdelijke aanduiding voor dianummer 3">
            <a:extLst>
              <a:ext uri="{FF2B5EF4-FFF2-40B4-BE49-F238E27FC236}">
                <a16:creationId xmlns:a16="http://schemas.microsoft.com/office/drawing/2014/main" id="{9638B0C9-3318-DB0A-D332-B32E7FDC3EE1}"/>
              </a:ext>
            </a:extLst>
          </p:cNvPr>
          <p:cNvSpPr>
            <a:spLocks noGrp="1"/>
          </p:cNvSpPr>
          <p:nvPr>
            <p:ph type="sldNum" sz="quarter" idx="5"/>
          </p:nvPr>
        </p:nvSpPr>
        <p:spPr/>
        <p:txBody>
          <a:bodyPr/>
          <a:lstStyle/>
          <a:p>
            <a:fld id="{945DCDBF-DF07-42E1-A6C5-1ACF461A284A}" type="slidenum">
              <a:rPr lang="nl-NL" smtClean="0"/>
              <a:t>30</a:t>
            </a:fld>
            <a:endParaRPr lang="nl-NL"/>
          </a:p>
        </p:txBody>
      </p:sp>
    </p:spTree>
    <p:extLst>
      <p:ext uri="{BB962C8B-B14F-4D97-AF65-F5344CB8AC3E}">
        <p14:creationId xmlns:p14="http://schemas.microsoft.com/office/powerpoint/2010/main" val="1525022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Elke groep presenteert hun oplossing als een </a:t>
            </a:r>
            <a:r>
              <a:rPr lang="nl-NL" sz="1200" b="1" i="0" kern="1200">
                <a:solidFill>
                  <a:schemeClr val="tx1"/>
                </a:solidFill>
                <a:effectLst/>
                <a:latin typeface="+mn-lt"/>
                <a:ea typeface="+mn-ea"/>
                <a:cs typeface="+mn-cs"/>
              </a:rPr>
              <a:t>pitch van 1 minuut</a:t>
            </a:r>
            <a:r>
              <a:rPr lang="nl-NL" sz="1200" b="0" i="0" kern="1200">
                <a:solidFill>
                  <a:schemeClr val="tx1"/>
                </a:solidFill>
                <a:effectLst/>
                <a:latin typeface="+mn-lt"/>
                <a:ea typeface="+mn-ea"/>
                <a:cs typeface="+mn-cs"/>
              </a:rPr>
              <a:t>:</a:t>
            </a:r>
          </a:p>
          <a:p>
            <a:r>
              <a:rPr lang="nl-NL" sz="1200" b="0" i="0" kern="1200">
                <a:solidFill>
                  <a:schemeClr val="tx1"/>
                </a:solidFill>
                <a:effectLst/>
                <a:latin typeface="+mn-lt"/>
                <a:ea typeface="+mn-ea"/>
                <a:cs typeface="+mn-cs"/>
              </a:rPr>
              <a:t>Stel in twee zinnen je persona voor.</a:t>
            </a:r>
          </a:p>
          <a:p>
            <a:r>
              <a:rPr lang="nl-NL" sz="1200" b="0" i="0" kern="1200">
                <a:solidFill>
                  <a:schemeClr val="tx1"/>
                </a:solidFill>
                <a:effectLst/>
                <a:latin typeface="+mn-lt"/>
                <a:ea typeface="+mn-ea"/>
                <a:cs typeface="+mn-cs"/>
              </a:rPr>
              <a:t>Beschrijf het probleem dat zij/hij ervaart bij de casus.</a:t>
            </a:r>
          </a:p>
          <a:p>
            <a:r>
              <a:rPr lang="nl-NL" sz="1200" b="0" i="0" kern="1200">
                <a:solidFill>
                  <a:schemeClr val="tx1"/>
                </a:solidFill>
                <a:effectLst/>
                <a:latin typeface="+mn-lt"/>
                <a:ea typeface="+mn-ea"/>
                <a:cs typeface="+mn-cs"/>
              </a:rPr>
              <a:t>Presenteer de oplossing.</a:t>
            </a:r>
            <a:br>
              <a:rPr lang="nl-NL" sz="1200" b="0" i="0" kern="1200">
                <a:solidFill>
                  <a:schemeClr val="tx1"/>
                </a:solidFill>
                <a:effectLst/>
                <a:latin typeface="+mn-lt"/>
                <a:ea typeface="+mn-ea"/>
                <a:cs typeface="+mn-cs"/>
              </a:rPr>
            </a:br>
            <a:endParaRPr lang="nl-NL" sz="1200" b="0" i="0" kern="1200">
              <a:solidFill>
                <a:schemeClr val="tx1"/>
              </a:solidFill>
              <a:effectLst/>
              <a:latin typeface="+mn-lt"/>
              <a:ea typeface="+mn-ea"/>
              <a:cs typeface="+mn-cs"/>
            </a:endParaRPr>
          </a:p>
          <a:p>
            <a:r>
              <a:rPr lang="nl-NL" sz="1200" b="1" i="0" kern="1200">
                <a:solidFill>
                  <a:schemeClr val="tx1"/>
                </a:solidFill>
                <a:effectLst/>
                <a:latin typeface="+mn-lt"/>
                <a:ea typeface="+mn-ea"/>
                <a:cs typeface="+mn-cs"/>
              </a:rPr>
              <a:t>Optionele werkvorm — investeerdersspel:</a:t>
            </a:r>
            <a:r>
              <a:rPr lang="nl-NL" sz="1200" b="0" i="0" kern="1200">
                <a:solidFill>
                  <a:schemeClr val="tx1"/>
                </a:solidFill>
                <a:effectLst/>
                <a:latin typeface="+mn-lt"/>
                <a:ea typeface="+mn-ea"/>
                <a:cs typeface="+mn-cs"/>
              </a:rPr>
              <a:t> Geef elke deelnemer een fictief budget om te "investeren" in de beste oplossingen van andere groepen. Na alle </a:t>
            </a:r>
            <a:r>
              <a:rPr lang="nl-NL" sz="1200" b="0" i="0" kern="1200" err="1">
                <a:solidFill>
                  <a:schemeClr val="tx1"/>
                </a:solidFill>
                <a:effectLst/>
                <a:latin typeface="+mn-lt"/>
                <a:ea typeface="+mn-ea"/>
                <a:cs typeface="+mn-cs"/>
              </a:rPr>
              <a:t>pitches</a:t>
            </a:r>
            <a:r>
              <a:rPr lang="nl-NL" sz="1200" b="0" i="0" kern="1200">
                <a:solidFill>
                  <a:schemeClr val="tx1"/>
                </a:solidFill>
                <a:effectLst/>
                <a:latin typeface="+mn-lt"/>
                <a:ea typeface="+mn-ea"/>
                <a:cs typeface="+mn-cs"/>
              </a:rPr>
              <a:t> tellen we op welke oplossing de meeste investeringen krijgt. Dit maakt de presentatie dynamisch en stimuleert aandacht voor elkaars pitch. Zorg voor een luchtige afsluiting — benoem wat je mooi of verrassend vond aan de oplossingen.</a:t>
            </a:r>
          </a:p>
          <a:p>
            <a:br>
              <a:rPr lang="nl-NL"/>
            </a:b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31</a:t>
            </a:fld>
            <a:endParaRPr lang="nl-NL"/>
          </a:p>
        </p:txBody>
      </p:sp>
    </p:spTree>
    <p:extLst>
      <p:ext uri="{BB962C8B-B14F-4D97-AF65-F5344CB8AC3E}">
        <p14:creationId xmlns:p14="http://schemas.microsoft.com/office/powerpoint/2010/main" val="2313656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32</a:t>
            </a:fld>
            <a:endParaRPr lang="nl-NL"/>
          </a:p>
        </p:txBody>
      </p:sp>
    </p:spTree>
    <p:extLst>
      <p:ext uri="{BB962C8B-B14F-4D97-AF65-F5344CB8AC3E}">
        <p14:creationId xmlns:p14="http://schemas.microsoft.com/office/powerpoint/2010/main" val="3936943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Uitleg bij sjabloon">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B6A7F-0A45-D1D3-7DD6-5A2F916049DF}"/>
              </a:ext>
            </a:extLst>
          </p:cNvPr>
          <p:cNvSpPr>
            <a:spLocks noGrp="1"/>
          </p:cNvSpPr>
          <p:nvPr>
            <p:ph type="title" hasCustomPrompt="1"/>
          </p:nvPr>
        </p:nvSpPr>
        <p:spPr>
          <a:xfrm>
            <a:off x="344466" y="56368"/>
            <a:ext cx="11505156" cy="237994"/>
          </a:xfrm>
        </p:spPr>
        <p:txBody>
          <a:bodyPr/>
          <a:lstStyle>
            <a:lvl1pPr>
              <a:defRPr sz="1600"/>
            </a:lvl1pPr>
          </a:lstStyle>
          <a:p>
            <a:r>
              <a:rPr lang="nl-NL"/>
              <a:t>Uitleg bij PowerPoint-sjabloon</a:t>
            </a:r>
          </a:p>
        </p:txBody>
      </p:sp>
      <p:sp>
        <p:nvSpPr>
          <p:cNvPr id="7" name="Tijdelijke aanduiding voor tekst 6">
            <a:extLst>
              <a:ext uri="{FF2B5EF4-FFF2-40B4-BE49-F238E27FC236}">
                <a16:creationId xmlns:a16="http://schemas.microsoft.com/office/drawing/2014/main" id="{5A5571EE-E33F-6538-1A35-8293725ADC33}"/>
              </a:ext>
            </a:extLst>
          </p:cNvPr>
          <p:cNvSpPr>
            <a:spLocks noGrp="1"/>
          </p:cNvSpPr>
          <p:nvPr>
            <p:ph type="body" sz="quarter" idx="13" hasCustomPrompt="1"/>
          </p:nvPr>
        </p:nvSpPr>
        <p:spPr>
          <a:xfrm>
            <a:off x="342378" y="413359"/>
            <a:ext cx="11505156" cy="566195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lang="nl-NL" sz="1200" smtClean="0">
                <a:effectLst/>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sz="1100" kern="100">
                <a:effectLst/>
                <a:latin typeface="Aptos" panose="020B0004020202020204" pitchFamily="34" charset="0"/>
                <a:ea typeface="Aptos" panose="020B0004020202020204" pitchFamily="34" charset="0"/>
                <a:cs typeface="Times New Roman" panose="02020603050405020304" pitchFamily="18" charset="0"/>
              </a:rPr>
              <a:t>Alle slides in huisstijl zijn te vinden onder ‘dia’s’ en dan ‘nieuwe dia’s’. De eerste zes tekstslides geven een toelichting op deze PowerPoint-sjabloon, zoals huisstijl, afbeeldingen, tabellen en grafieken. Raadpleeg deze instructie!</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Wat is er veranderd, veelal door ontoegankelijkheid of door technische problemen?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De slides met blauwe balk en ons beeldmerk zijn komen te vervallen.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Ons beeldmerk als opsommingsteken is vervangen door het standaardteken.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is nu nog geen </a:t>
            </a:r>
            <a:r>
              <a:rPr lang="nl-NL" sz="1100" err="1">
                <a:effectLst/>
                <a:latin typeface="Aptos" panose="020B0004020202020204" pitchFamily="34" charset="0"/>
                <a:ea typeface="Aptos" panose="020B0004020202020204" pitchFamily="34" charset="0"/>
                <a:cs typeface="Times New Roman" panose="02020603050405020304" pitchFamily="18" charset="0"/>
              </a:rPr>
              <a:t>SmartArt</a:t>
            </a:r>
            <a:r>
              <a:rPr lang="nl-NL" sz="1100">
                <a:effectLst/>
                <a:latin typeface="Aptos" panose="020B0004020202020204" pitchFamily="34" charset="0"/>
                <a:ea typeface="Aptos" panose="020B0004020202020204" pitchFamily="34" charset="0"/>
                <a:cs typeface="Times New Roman" panose="02020603050405020304" pitchFamily="18" charset="0"/>
              </a:rPr>
              <a:t> opgenomen.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De drie halve bollen zijn vervangen voor de drie domeinbollen.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zijn meerdere slides toegevoegd om meer variatie mogelijk te maken gebaseerd op presentaties van verschillende teams. En de slides met afbeeldingen voor de pauze-slide worden nog gemaakt. Gebruik voorlopig even een slide met een afbeelding rechts voor de pauze.</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Zelf invoegen in verband met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Op de slide met onze adresgegevens moet je zelf het adres intypen. Alleen dan is de tekst beschikbaar voor een screenreader. Dat geldt ook voor het logo op het voorblad en op de </a:t>
            </a:r>
            <a:r>
              <a:rPr lang="nl-NL" sz="1100" kern="100" err="1">
                <a:effectLst/>
                <a:latin typeface="Aptos" panose="020B0004020202020204" pitchFamily="34" charset="0"/>
                <a:ea typeface="Aptos" panose="020B0004020202020204" pitchFamily="34" charset="0"/>
                <a:cs typeface="Times New Roman" panose="02020603050405020304" pitchFamily="18" charset="0"/>
              </a:rPr>
              <a:t>sectiescheidingslide</a:t>
            </a:r>
            <a:r>
              <a:rPr lang="nl-NL" sz="1100" kern="100">
                <a:effectLst/>
                <a:latin typeface="Aptos" panose="020B0004020202020204" pitchFamily="34" charset="0"/>
                <a:ea typeface="Aptos" panose="020B0004020202020204" pitchFamily="34" charset="0"/>
                <a:cs typeface="Times New Roman" panose="02020603050405020304" pitchFamily="18" charset="0"/>
              </a:rPr>
              <a:t>. Die moet je er zelf in zetten met alt-tekst. Op de “Accessibility Game” slide moet ook de hele tekst worden geplaatst omdat het anders niet toegankelijk is.</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Koppen: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Ook de slides met afbeeldingen hebben een titel. Koppen zijn verplicht dus ook op de slide met 1 grote afbeelding. Gebruik een van de twee varianten die voor je klaar staan.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Oude presentaties omzetten: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Kopieer alleen de inhoud naar de nieuwe PowerPoint. Voeg geen slides toe uit oude presentaties. Dat draagt niet bij aan de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Aanvullende wensen: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Mis je een bepaalde opmaak of zie je onvolkomenheden? Klop dan aan bij Catherine Reijers of Joke Hoogeduin.</a:t>
            </a:r>
            <a:endParaRPr lang="nl-NL"/>
          </a:p>
        </p:txBody>
      </p:sp>
      <p:sp>
        <p:nvSpPr>
          <p:cNvPr id="3" name="Tekstvak 2">
            <a:extLst>
              <a:ext uri="{FF2B5EF4-FFF2-40B4-BE49-F238E27FC236}">
                <a16:creationId xmlns:a16="http://schemas.microsoft.com/office/drawing/2014/main" id="{5520EC8A-D349-5618-7B23-DE6E72E900C9}"/>
              </a:ext>
            </a:extLst>
          </p:cNvPr>
          <p:cNvSpPr txBox="1"/>
          <p:nvPr userDrawn="1"/>
        </p:nvSpPr>
        <p:spPr>
          <a:xfrm>
            <a:off x="342378" y="6075309"/>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960931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Uitleg bij de slid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152637"/>
            <a:ext cx="11505156" cy="216023"/>
          </a:xfrm>
        </p:spPr>
        <p:txBody>
          <a:bodyPr/>
          <a:lstStyle>
            <a:lvl1pPr>
              <a:defRPr sz="1400"/>
            </a:lvl1pPr>
          </a:lstStyle>
          <a:p>
            <a:r>
              <a:rPr lang="nl-NL"/>
              <a:t>Uitleg bij de huisstijl</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512677"/>
            <a:ext cx="11505156" cy="5526324"/>
          </a:xfrm>
        </p:spPr>
        <p:txBody>
          <a:bodyPr/>
          <a:lstStyle>
            <a:lvl1pPr marL="0" indent="0">
              <a:buNone/>
              <a:defRPr sz="1200"/>
            </a:lvl1pPr>
          </a:lstStyle>
          <a:p>
            <a:pPr lvl="0"/>
            <a:r>
              <a:rPr lang="nl-NL"/>
              <a:t>De huisstijl bestaat uit kleuren, afbeeldingen en lay-out.</a:t>
            </a:r>
            <a:br>
              <a:rPr lang="nl-NL"/>
            </a:br>
            <a:r>
              <a:rPr lang="nl-NL"/>
              <a:t>Kleuren en lettertype niet wijzigen. De kleur van de tekst is donkerblauw.</a:t>
            </a:r>
            <a:br>
              <a:rPr lang="nl-NL"/>
            </a:br>
            <a:r>
              <a:rPr lang="nl-NL"/>
              <a:t>Je start met een voorblad. Elk team heeft zijn eigen exemplaar, indien gewenst.</a:t>
            </a:r>
            <a:br>
              <a:rPr lang="nl-NL"/>
            </a:br>
            <a:r>
              <a:rPr lang="nl-NL"/>
              <a:t>We gebruiken geen vetgedrukte tekst voor koppen.</a:t>
            </a:r>
            <a:br>
              <a:rPr lang="nl-NL"/>
            </a:br>
            <a:r>
              <a:rPr lang="nl-NL"/>
              <a:t>Tekst groter of kleiner maken doe je door de tekst te selecteren en dan Ctrl-Shift met het plus- of minteken. Of via tabblad Start, in het onderdeel Lettertype met A^ of Aˇ. Je hele tekst wordt groter of kleiner met behoud van verschillen tussen niveaus.</a:t>
            </a:r>
            <a:br>
              <a:rPr lang="nl-NL"/>
            </a:br>
            <a:r>
              <a:rPr lang="nl-NL"/>
              <a:t>Het opsommingsteken is een bolletje, niet meer ons eigen beeldmerk.</a:t>
            </a:r>
            <a:br>
              <a:rPr lang="nl-NL"/>
            </a:br>
            <a:r>
              <a:rPr lang="nl-NL"/>
              <a:t>Ga niet schuiven met de onderdelen op de slides. De vorm en indeling is ook huisstijl.</a:t>
            </a:r>
            <a:br>
              <a:rPr lang="nl-NL"/>
            </a:br>
            <a:r>
              <a:rPr lang="nl-NL"/>
              <a:t>De accentkleuren zijn aangepast aan het gebruik in grafieken en diagrammen.</a:t>
            </a:r>
            <a:br>
              <a:rPr lang="nl-NL"/>
            </a:br>
            <a:r>
              <a:rPr lang="nl-NL"/>
              <a:t>Een nieuw hoofdstuk kun je aangeven door een sectieslide in te voegen. Gebruik hier geen andere slides voor!</a:t>
            </a:r>
            <a:br>
              <a:rPr lang="nl-NL"/>
            </a:br>
            <a:r>
              <a:rPr lang="nl-NL"/>
              <a:t>Ondertitels mag je weglaten, titels nooit!</a:t>
            </a:r>
            <a:br>
              <a:rPr lang="nl-NL"/>
            </a:br>
            <a:r>
              <a:rPr lang="nl-NL"/>
              <a:t>Titels worden door PowerPoint automatisch omgezet naar Kop1 of Kop 2. De sectieslides zijn Kop1, net zoals het voorblad. De rest is Kop2. Voor het gemak staat dat al op de slide als voorbeeldtekst zodat je weet hoe slides passen in de koppenstructuur.</a:t>
            </a:r>
            <a:br>
              <a:rPr lang="nl-NL"/>
            </a:br>
            <a:r>
              <a:rPr lang="nl-NL"/>
              <a:t>Slides die zijn opgemaakt in de huisstijl kunnen vervolgens gemakkelijk in een andere presentatie die ook is opgemaakt in de huisstijl geschoven worden.</a:t>
            </a:r>
          </a:p>
        </p:txBody>
      </p:sp>
      <p:sp>
        <p:nvSpPr>
          <p:cNvPr id="3" name="Tekstvak 2">
            <a:extLst>
              <a:ext uri="{FF2B5EF4-FFF2-40B4-BE49-F238E27FC236}">
                <a16:creationId xmlns:a16="http://schemas.microsoft.com/office/drawing/2014/main" id="{8377EDD3-7779-E8E7-944F-4B62C5A2C8AE}"/>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496900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oegankelijkheid controleren in PowerPoi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244259"/>
            <a:ext cx="11505156" cy="275571"/>
          </a:xfrm>
        </p:spPr>
        <p:txBody>
          <a:bodyPr/>
          <a:lstStyle>
            <a:lvl1pPr>
              <a:defRPr sz="1400"/>
            </a:lvl1pPr>
          </a:lstStyle>
          <a:p>
            <a:r>
              <a:rPr lang="nl-NL"/>
              <a:t>Toelichting toegankelijkheid controleren</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732773"/>
            <a:ext cx="11505156" cy="5306227"/>
          </a:xfrm>
        </p:spPr>
        <p:txBody>
          <a:bodyPr/>
          <a:lstStyle>
            <a:lvl1pPr marL="0" indent="0">
              <a:buNone/>
              <a:defRPr sz="1200"/>
            </a:lvl1pPr>
          </a:lstStyle>
          <a:p>
            <a:pPr lvl="0"/>
            <a:br>
              <a:rPr lang="nl-NL"/>
            </a:br>
            <a:r>
              <a:rPr lang="nl-NL"/>
              <a:t>Ga naar tabblad Controleren en klik op Toegankelijkheid controleren. Klik vervolgens op de eerste in de lijst, Toegankelijkheid controleren. Je krijgt aan de rechterkant van je scherm een lijst met wat er goed of fout is.</a:t>
            </a:r>
            <a:br>
              <a:rPr lang="nl-NL"/>
            </a:br>
            <a:r>
              <a:rPr lang="nl-NL"/>
              <a:t>Daarin staat ook een onderdeel in met alle alt-teksten, die je dan gemakkelijk kunt invullen. Je kunt dit dus ook gebruiken om pas achteraf in één keer al die alt-teksten in te vullen.</a:t>
            </a:r>
            <a:br>
              <a:rPr lang="nl-NL"/>
            </a:br>
            <a:r>
              <a:rPr lang="nl-NL"/>
              <a:t>Let op! De alt-teksten van grafieken of video’s komen niet in die controle naar voren. Deze moet je zelf invullen en controleren. Zie de toelichting op de andere slides.</a:t>
            </a:r>
          </a:p>
        </p:txBody>
      </p:sp>
      <p:sp>
        <p:nvSpPr>
          <p:cNvPr id="3" name="Tekstvak 2">
            <a:extLst>
              <a:ext uri="{FF2B5EF4-FFF2-40B4-BE49-F238E27FC236}">
                <a16:creationId xmlns:a16="http://schemas.microsoft.com/office/drawing/2014/main" id="{DAC360CE-E611-4B17-5C8C-EDE2EE8894F1}"/>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419264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itleg afbeelding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152636"/>
            <a:ext cx="11523945" cy="216024"/>
          </a:xfrm>
        </p:spPr>
        <p:txBody>
          <a:bodyPr/>
          <a:lstStyle>
            <a:lvl1pPr>
              <a:defRPr sz="1400"/>
            </a:lvl1pPr>
          </a:lstStyle>
          <a:p>
            <a:r>
              <a:rPr lang="nl-NL"/>
              <a:t>Toelichting afbeeldingen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717481"/>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Je klikt op het icoontje van de afbeelding, zodat je vanuit je map de afbeelding kunt plaatsen. Of je plakt of schuift iets in dat vak vanuit de map.</a:t>
            </a:r>
            <a:br>
              <a:rPr lang="nl-NL"/>
            </a:br>
            <a:r>
              <a:rPr lang="nl-NL"/>
              <a:t>Als het een vak is voor alleen afbeeldingen, dus met maar één icoon van een afbeelding, dan voegt de afbeelding zich naar dat vak, zodat het hele vak gevuld is.</a:t>
            </a:r>
            <a:br>
              <a:rPr lang="nl-NL"/>
            </a:br>
            <a:r>
              <a:rPr lang="nl-NL"/>
              <a:t>Ziet je afbeelding er dan raar uit doordat bijvoorbeeld een kleine afbeelding wordt uitvergroot?</a:t>
            </a:r>
            <a:br>
              <a:rPr lang="nl-NL"/>
            </a:br>
            <a:r>
              <a:rPr lang="nl-NL"/>
              <a:t>Ga dan op die afbeelding staan en ga daarna naar het tabblad “Grafische indeling” of “Afbeeldingsindeling”. Klik daar op “Bijsnijden”.</a:t>
            </a:r>
            <a:br>
              <a:rPr lang="nl-NL"/>
            </a:br>
            <a:r>
              <a:rPr lang="nl-NL"/>
              <a:t>Je ziet onderin het lijstje staan: “Aanpassen”.</a:t>
            </a:r>
            <a:br>
              <a:rPr lang="nl-NL"/>
            </a:br>
            <a:r>
              <a:rPr lang="nl-NL"/>
              <a:t>Daarmee wordt de hoogte van de afbeelding aangepast, terwijl de breedte gelijk wordt aan het vak waarin hij komt te staan.</a:t>
            </a:r>
            <a:br>
              <a:rPr lang="nl-NL"/>
            </a:br>
            <a:r>
              <a:rPr lang="nl-NL"/>
              <a:t>Wil je de afbeelding wel groot, maar wil je een ander gedeelte laten zien? Ga naar het onderdeel “Grootte” in de bovenbalk en klap dat uit met het pijltje rechts onder. Kies voor het laatste tabblad “Afbeelding” en dan in de lijst voor “Bijsnijden”. Gebruik de x-as en y-as om de afbeelding een beetje op te schuiven totdat je datgene ziet wat je wilde tonen.</a:t>
            </a:r>
            <a:br>
              <a:rPr lang="nl-NL"/>
            </a:br>
            <a:r>
              <a:rPr lang="nl-NL"/>
              <a:t>Je hoeft niet alle vakjes te vullen met een afbeelding. De lege vakjes worden witruimtes.</a:t>
            </a:r>
            <a:br>
              <a:rPr lang="nl-NL"/>
            </a:br>
            <a:r>
              <a:rPr lang="nl-NL"/>
              <a:t>Zet tekst in de tekst en niet in een afbeelding. Je kunt er natuurlijk een alt-tekst bij zetten, maar er zijn ook gebruikers met visuele beperkingen die tekst en achtergrond aanpassen, zowel het formaat als de kleuren om het te kunnen zien. Dat lukt niet met een afbeelding. Daarom is een tekst in een afbeelding vaak slecht toegankelijk of zelfs ontoegankelijk.</a:t>
            </a:r>
            <a:br>
              <a:rPr lang="nl-NL"/>
            </a:br>
            <a:r>
              <a:rPr lang="nl-NL"/>
              <a:t>Het logo</a:t>
            </a:r>
            <a:br>
              <a:rPr lang="nl-NL"/>
            </a:br>
            <a:r>
              <a:rPr lang="nl-NL"/>
              <a:t>Op de slides met een logo moet deze in de presentatie zelf worden ingevoegd. Als we het logo in het sjabloon in het </a:t>
            </a:r>
            <a:r>
              <a:rPr lang="nl-NL" err="1"/>
              <a:t>diamodel</a:t>
            </a:r>
            <a:r>
              <a:rPr lang="nl-NL"/>
              <a:t> zetten, dan wordt het door PowerPoint altijd als decoratief gemarkeerd, ook binnen een slide en dan is het logo en daarmee ook de alt-tekst niet beschikbaar voor gebruikers van een screenreader binnen de presentatie (voor je collega’s) of binnen de PDF als hand-out. Er staat een vakje klaar speciaal voor dat logo. Het logo voegt zich naar dat vakje en je hoeft er alleen nog maar een alt-tekst bij te zetten. Gebruik de tekst: Logo Accessibility, onderdeel van Bartiméus, oftewel de hele tekst van het logo.</a:t>
            </a:r>
            <a:br>
              <a:rPr lang="nl-NL"/>
            </a:br>
            <a:r>
              <a:rPr lang="nl-NL"/>
              <a:t>Het logo staat in de Word-sjablonen-2025 map in de sub-map PowerPoint-sjablonen &gt; Afbeeldingen alleen voor PowerPoint. Gebruik deze versie en niet die van de brief. De PowerPoint-versie van het logo is bijgesneden om goed in dat vakje te passen.</a:t>
            </a:r>
          </a:p>
        </p:txBody>
      </p:sp>
      <p:sp>
        <p:nvSpPr>
          <p:cNvPr id="3" name="Tekstvak 2">
            <a:extLst>
              <a:ext uri="{FF2B5EF4-FFF2-40B4-BE49-F238E27FC236}">
                <a16:creationId xmlns:a16="http://schemas.microsoft.com/office/drawing/2014/main" id="{C354A5C4-DC3F-E7FB-65B4-34332FD53A8C}"/>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950545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Uitleg grafiek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grafieken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681477"/>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Er staan meerdere iconen in een vak. Klik op het grafiekicoon.</a:t>
            </a:r>
            <a:br>
              <a:rPr lang="nl-NL"/>
            </a:br>
            <a:r>
              <a:rPr lang="nl-NL"/>
              <a:t>De grafiek vormt zich binnen dat vak, wat even kan duren en past zich aan in grootte. Je kunt achteraf het hele vak aanpassen om de grootte aan te passen.</a:t>
            </a:r>
            <a:br>
              <a:rPr lang="nl-NL"/>
            </a:br>
            <a:r>
              <a:rPr lang="nl-NL"/>
              <a:t>De grafiek verschijnt in huisstijlkleuren. Ze hebben voldoende contrast op een witte achtergrond, maar niet ten opzichte van elkaar. Gebruik daarom altijd witruimte tussen de kleuren. PowerPoint regelt dit zelf, maar niet het liggende staafdiagram. Gebruik die dus niet.</a:t>
            </a:r>
            <a:br>
              <a:rPr lang="nl-NL"/>
            </a:br>
            <a:r>
              <a:rPr lang="nl-NL"/>
              <a:t>Grafieken en diagrammen zijn niet vanzelf toegankelijk. Geef ze een goede beschrijving in de titel van de slide, de titel van de grafiek en zo nodig ook in tekst die erbij staat.</a:t>
            </a:r>
            <a:br>
              <a:rPr lang="nl-NL"/>
            </a:br>
            <a:r>
              <a:rPr lang="nl-NL"/>
              <a:t>Geef de grafiek een alt-tekst door met je rechtermuisknop op het vak te klikken waar hij in staat. In een PDF wordt de hele grafiek één afbeelding met die alt-tekst. In de presentatie zelf is de grafiek wel als grafiek beschikbaar voor je collega’s met een visuele beperking.</a:t>
            </a:r>
            <a:br>
              <a:rPr lang="nl-NL"/>
            </a:br>
            <a:r>
              <a:rPr lang="nl-NL"/>
              <a:t>Pas de grafiek daarna aan met de opmaak voor grafieken. Maak alle tekst donkerblauw. PowerPoint (en Word) geven die tekst namelijk uit zichzelf een lichtere tint dan de tekstkleur, blauw in ons geval en dat is slechter leesbaar. Pas waar nodig de grootte van die tekst ook aan.</a:t>
            </a:r>
            <a:br>
              <a:rPr lang="nl-NL"/>
            </a:br>
            <a:r>
              <a:rPr lang="nl-NL"/>
              <a:t>Overweeg om de aantallen ook binnen de grafiek of het diagram te zetten. Een legenda is voor sommige gebruikers lastig te lezen. Probeer je grafiek of diagram zo in te richten dat de legenda of het zien van kleuren niet nodig is om alles te begrijpen.</a:t>
            </a:r>
            <a:br>
              <a:rPr lang="nl-NL"/>
            </a:br>
            <a:br>
              <a:rPr lang="nl-NL"/>
            </a:br>
            <a:r>
              <a:rPr lang="nl-NL"/>
              <a:t>Een grafiek of diagram heeft meestal niet genoeg aan een alt-tekst als enige uitleg. Lange alt-teksten zijn niet goed bruikbaar en er zijn ook gebruikers met een visuele beperking die geen screenreader gebruiken. Naast andere gebruikers die een grafiek niet goed kunnen overzien, maar een tabel en uitleg wel.</a:t>
            </a:r>
            <a:br>
              <a:rPr lang="nl-NL"/>
            </a:br>
            <a:r>
              <a:rPr lang="nl-NL"/>
              <a:t>Maak daarom een extra slide aan, met daarin de tabel waarop de grafiek of het diagram gebaseerd is. Daarvoor zul je een nieuwe tabel moeten maken, want de tabel die je bij de grafiek kunt aanvinken om hem zichtbaar te maken wordt net zoals de grafiek een afbeelding in een PDF. Zet de gegevens dus over naar een gewone, eenvoudige tabel.</a:t>
            </a:r>
            <a:br>
              <a:rPr lang="nl-NL"/>
            </a:br>
            <a:r>
              <a:rPr lang="nl-NL"/>
              <a:t>En geef in tekst bij die tabel de trend en dergelijke aan. Die is namelijk heel duidelijk zichtbaar in een grafiek of diagram, maar nooit hoorbaar in een tabel. Dus vertel je collega of klant op die extra slide even wat er te zien is. Dat is wel zo toegankelijk.</a:t>
            </a:r>
          </a:p>
        </p:txBody>
      </p:sp>
      <p:sp>
        <p:nvSpPr>
          <p:cNvPr id="3" name="Tekstvak 2">
            <a:extLst>
              <a:ext uri="{FF2B5EF4-FFF2-40B4-BE49-F238E27FC236}">
                <a16:creationId xmlns:a16="http://schemas.microsoft.com/office/drawing/2014/main" id="{EF2EAE01-0772-E1F0-B9DD-6056E47703B9}"/>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644578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Uitleg tabell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tabellen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1"/>
            <a:ext cx="11536797" cy="551917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Toegankelijke tabellen zijn kort, in de breedte én lengte.</a:t>
            </a:r>
            <a:br>
              <a:rPr lang="nl-NL"/>
            </a:br>
            <a:r>
              <a:rPr lang="nl-NL"/>
              <a:t>Een lange of brede tabel of eentje met speciale onderdelen zoals samengevoegde cellen of tussenkopjes moet altijd </a:t>
            </a:r>
            <a:r>
              <a:rPr lang="nl-NL" err="1"/>
              <a:t>nabewerkt</a:t>
            </a:r>
            <a:r>
              <a:rPr lang="nl-NL"/>
              <a:t> worden in Acrobat Pro om toegankelijk te worden.</a:t>
            </a:r>
            <a:br>
              <a:rPr lang="nl-NL"/>
            </a:br>
            <a:r>
              <a:rPr lang="nl-NL"/>
              <a:t>Houd niet alleen de klant en PDF in gedachten, maar ook jouw collega’s met een visuele beperking die de PowerPoint of PDF lezen.</a:t>
            </a:r>
            <a:br>
              <a:rPr lang="nl-NL"/>
            </a:br>
            <a:br>
              <a:rPr lang="nl-NL"/>
            </a:br>
            <a:r>
              <a:rPr lang="nl-NL"/>
              <a:t>N.B. Acrobat leest in combinatie met de screenreader NVDA wel de kolomkoppen voor bij de cellen in een PDF, maar nooit de rijkopen. Andere PDF-readers of andere screenreaders lezen die kolom- of rijkoppen helemaal niet voor bij de cellen.</a:t>
            </a:r>
          </a:p>
        </p:txBody>
      </p:sp>
      <p:sp>
        <p:nvSpPr>
          <p:cNvPr id="3" name="Tekstvak 2">
            <a:extLst>
              <a:ext uri="{FF2B5EF4-FFF2-40B4-BE49-F238E27FC236}">
                <a16:creationId xmlns:a16="http://schemas.microsoft.com/office/drawing/2014/main" id="{3D18A7F4-25E8-3F4E-8C92-D4D28B7A897E}"/>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57442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dia Algemeen">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3B2CB31A-E57E-F7AC-88ED-478B577F5E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3638" y="368300"/>
            <a:ext cx="7562950" cy="990600"/>
          </a:xfrm>
        </p:spPr>
        <p:txBody>
          <a:bodyPr anchor="b"/>
          <a:lstStyle>
            <a:lvl1pPr algn="l">
              <a:defRPr sz="3600"/>
            </a:lvl1pPr>
          </a:lstStyle>
          <a:p>
            <a:r>
              <a:rPr lang="nl-NL"/>
              <a:t>Kop1 van presentatie Algemeen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27" name="Tijdelijke aanduiding voor afbeelding 26" descr="Logo Accessibility, onderdeel van Bartiméus">
            <a:extLst>
              <a:ext uri="{FF2B5EF4-FFF2-40B4-BE49-F238E27FC236}">
                <a16:creationId xmlns:a16="http://schemas.microsoft.com/office/drawing/2014/main" id="{9A87C549-E12E-6182-3C56-75ECE4C3523B}"/>
              </a:ext>
            </a:extLst>
          </p:cNvPr>
          <p:cNvSpPr>
            <a:spLocks noGrp="1"/>
          </p:cNvSpPr>
          <p:nvPr>
            <p:ph type="pic" sz="quarter" idx="10" hasCustomPrompt="1"/>
          </p:nvPr>
        </p:nvSpPr>
        <p:spPr>
          <a:xfrm>
            <a:off x="8940801" y="6092825"/>
            <a:ext cx="2914650" cy="649287"/>
          </a:xfrm>
        </p:spPr>
        <p:txBody>
          <a:bodyPr/>
          <a:lstStyle>
            <a:lvl1pPr marL="0" indent="0">
              <a:lnSpc>
                <a:spcPct val="100000"/>
              </a:lnSpc>
              <a:spcBef>
                <a:spcPts val="600"/>
              </a:spcBef>
              <a:spcAft>
                <a:spcPts val="1800"/>
              </a:spcAft>
              <a:buNone/>
              <a:defRPr sz="1300"/>
            </a:lvl1pPr>
          </a:lstStyle>
          <a:p>
            <a:r>
              <a:rPr lang="nl-NL"/>
              <a:t>Logo. Alt=hele tekst: Accessibility,</a:t>
            </a:r>
            <a:br>
              <a:rPr lang="nl-NL"/>
            </a:br>
            <a:r>
              <a:rPr lang="nl-NL"/>
              <a:t>onderdeel van Bartiméus</a:t>
            </a:r>
          </a:p>
        </p:txBody>
      </p:sp>
    </p:spTree>
    <p:extLst>
      <p:ext uri="{BB962C8B-B14F-4D97-AF65-F5344CB8AC3E}">
        <p14:creationId xmlns:p14="http://schemas.microsoft.com/office/powerpoint/2010/main" val="3820841176"/>
      </p:ext>
    </p:extLst>
  </p:cSld>
  <p:clrMapOvr>
    <a:masterClrMapping/>
  </p:clrMapOvr>
  <p:extLst>
    <p:ext uri="{DCECCB84-F9BA-43D5-87BE-67443E8EF086}">
      <p15:sldGuideLst xmlns:p15="http://schemas.microsoft.com/office/powerpoint/2012/main">
        <p15:guide id="4" pos="5201" userDrawn="1">
          <p15:clr>
            <a:srgbClr val="FBAE40"/>
          </p15:clr>
        </p15:guide>
        <p15:guide id="6" orient="horz" pos="856" userDrawn="1">
          <p15:clr>
            <a:srgbClr val="FBAE40"/>
          </p15:clr>
        </p15:guide>
        <p15:guide id="7" pos="438" userDrawn="1">
          <p15:clr>
            <a:srgbClr val="FBAE40"/>
          </p15:clr>
        </p15:guide>
        <p15:guide id="8" pos="4294" userDrawn="1">
          <p15:clr>
            <a:srgbClr val="FBAE40"/>
          </p15:clr>
        </p15:guide>
        <p15:guide id="9" orient="horz" pos="1480" userDrawn="1">
          <p15:clr>
            <a:srgbClr val="FBAE40"/>
          </p15:clr>
        </p15:guide>
        <p15:guide id="10" orient="horz" pos="232" userDrawn="1">
          <p15:clr>
            <a:srgbClr val="FBAE40"/>
          </p15:clr>
        </p15:guide>
        <p15:guide id="11" orient="horz" pos="1026" userDrawn="1">
          <p15:clr>
            <a:srgbClr val="FBAE40"/>
          </p15:clr>
        </p15:guide>
        <p15:guide id="14" orient="horz" pos="3861" userDrawn="1">
          <p15:clr>
            <a:srgbClr val="FBAE40"/>
          </p15:clr>
        </p15:guide>
        <p15:guide id="15" pos="7468" userDrawn="1">
          <p15:clr>
            <a:srgbClr val="FBAE40"/>
          </p15:clr>
        </p15:guide>
        <p15:guide id="16" orient="horz" pos="4201" userDrawn="1">
          <p15:clr>
            <a:srgbClr val="FBAE40"/>
          </p15:clr>
        </p15:guide>
        <p15:guide id="17" orient="horz" pos="3838" userDrawn="1">
          <p15:clr>
            <a:srgbClr val="FBAE40"/>
          </p15:clr>
        </p15:guide>
        <p15:guide id="18" orient="horz" pos="4247" userDrawn="1">
          <p15:clr>
            <a:srgbClr val="FBAE40"/>
          </p15:clr>
        </p15:guide>
        <p15:guide id="19" pos="56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dia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E52F01F-570A-4570-6C9D-1B30604D34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Digitaal</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4" y="1628775"/>
            <a:ext cx="6121401"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97FAB55E-AE20-8069-DCA9-BB7440D7514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722123482"/>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3840"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632" userDrawn="1">
          <p15:clr>
            <a:srgbClr val="FBAE40"/>
          </p15:clr>
        </p15:guide>
        <p15:guide id="9" pos="4294" userDrawn="1">
          <p15:clr>
            <a:srgbClr val="FBAE40"/>
          </p15:clr>
        </p15:guide>
        <p15:guide id="10" pos="7468" userDrawn="1">
          <p15:clr>
            <a:srgbClr val="FBAE40"/>
          </p15:clr>
        </p15:guide>
        <p15:guide id="11" orient="horz" pos="3861" userDrawn="1">
          <p15:clr>
            <a:srgbClr val="FBAE40"/>
          </p15:clr>
        </p15:guide>
        <p15:guide id="12" pos="5201" userDrawn="1">
          <p15:clr>
            <a:srgbClr val="FBAE40"/>
          </p15:clr>
        </p15:guide>
        <p15:guide id="13" orient="horz" pos="3838" userDrawn="1">
          <p15:clr>
            <a:srgbClr val="FBAE40"/>
          </p15:clr>
        </p15:guide>
        <p15:guide id="14" orient="horz" pos="4247" userDrawn="1">
          <p15:clr>
            <a:srgbClr val="FBAE40"/>
          </p15:clr>
        </p15:guide>
        <p15:guide id="15" orient="horz" pos="420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dia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AFB4E14-FE25-F9CB-9062-AA5531A406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Fysiek binnen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5" name="Tijdelijke aanduiding voor afbeelding 4">
            <a:extLst>
              <a:ext uri="{FF2B5EF4-FFF2-40B4-BE49-F238E27FC236}">
                <a16:creationId xmlns:a16="http://schemas.microsoft.com/office/drawing/2014/main" id="{DF63249B-9916-B30C-2BCE-8B118A46867B}"/>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698311428"/>
      </p:ext>
    </p:extLst>
  </p:cSld>
  <p:clrMapOvr>
    <a:masterClrMapping/>
  </p:clrMapOvr>
  <p:extLst>
    <p:ext uri="{DCECCB84-F9BA-43D5-87BE-67443E8EF086}">
      <p15:sldGuideLst xmlns:p15="http://schemas.microsoft.com/office/powerpoint/2012/main">
        <p15:guide id="1" orient="horz" pos="3861" userDrawn="1">
          <p15:clr>
            <a:srgbClr val="FBAE40"/>
          </p15:clr>
        </p15:guide>
        <p15:guide id="3" pos="438" userDrawn="1">
          <p15:clr>
            <a:srgbClr val="FBAE40"/>
          </p15:clr>
        </p15:guide>
        <p15:guide id="4" pos="7468"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pos="5201" userDrawn="1">
          <p15:clr>
            <a:srgbClr val="FBAE40"/>
          </p15:clr>
        </p15:guide>
        <p15:guide id="12" orient="horz" pos="3838" userDrawn="1">
          <p15:clr>
            <a:srgbClr val="FBAE40"/>
          </p15:clr>
        </p15:guide>
        <p15:guide id="13" orient="horz" pos="4201" userDrawn="1">
          <p15:clr>
            <a:srgbClr val="FBAE40"/>
          </p15:clr>
        </p15:guide>
        <p15:guide id="14" orient="horz" pos="424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dia Fsy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44C7A7A0-BF74-BB48-B83A-E7227CC81F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599"/>
          </a:xfrm>
        </p:spPr>
        <p:txBody>
          <a:bodyPr anchor="b"/>
          <a:lstStyle>
            <a:lvl1pPr algn="l">
              <a:defRPr sz="3600"/>
            </a:lvl1pPr>
          </a:lstStyle>
          <a:p>
            <a:r>
              <a:rPr lang="nl-NL"/>
              <a:t>Kop1 van presentatie Fysiek buiten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6" name="Tijdelijke aanduiding voor afbeelding 5">
            <a:extLst>
              <a:ext uri="{FF2B5EF4-FFF2-40B4-BE49-F238E27FC236}">
                <a16:creationId xmlns:a16="http://schemas.microsoft.com/office/drawing/2014/main" id="{C85554F9-6964-2DBC-97FA-A3BC2C598488}"/>
              </a:ext>
            </a:extLst>
          </p:cNvPr>
          <p:cNvSpPr>
            <a:spLocks noGrp="1"/>
          </p:cNvSpPr>
          <p:nvPr>
            <p:ph type="pic" sz="quarter" idx="10" hasCustomPrompt="1"/>
          </p:nvPr>
        </p:nvSpPr>
        <p:spPr>
          <a:xfrm>
            <a:off x="8940800" y="6092825"/>
            <a:ext cx="2916238"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1894435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7469" userDrawn="1">
          <p15:clr>
            <a:srgbClr val="FBAE40"/>
          </p15:clr>
        </p15:guide>
        <p15:guide id="11" pos="5632" userDrawn="1">
          <p15:clr>
            <a:srgbClr val="FBAE40"/>
          </p15:clr>
        </p15:guide>
        <p15:guide id="12"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dia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7DA28379-E2A1-8B3F-D31A-2ACD3E3E91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Gebruikersonderzoek</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6" y="1628776"/>
            <a:ext cx="6121400" cy="720724"/>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D1D03FAC-98EF-0379-4367-0251FDEC732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983385745"/>
      </p:ext>
    </p:extLst>
  </p:cSld>
  <p:clrMapOvr>
    <a:masterClrMapping/>
  </p:clrMapOvr>
  <p:extLst>
    <p:ext uri="{DCECCB84-F9BA-43D5-87BE-67443E8EF086}">
      <p15:sldGuideLst xmlns:p15="http://schemas.microsoft.com/office/powerpoint/2012/main">
        <p15:guide id="2" pos="7468"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201" userDrawn="1">
          <p15:clr>
            <a:srgbClr val="FBAE40"/>
          </p15:clr>
        </p15:guide>
        <p15:guide id="9" pos="4294" userDrawn="1">
          <p15:clr>
            <a:srgbClr val="FBAE40"/>
          </p15:clr>
        </p15:guide>
        <p15:guide id="11" orient="horz" pos="3861" userDrawn="1">
          <p15:clr>
            <a:srgbClr val="FBAE40"/>
          </p15:clr>
        </p15:guide>
        <p15:guide id="12" pos="5632" userDrawn="1">
          <p15:clr>
            <a:srgbClr val="FBAE40"/>
          </p15:clr>
        </p15:guide>
        <p15:guide id="13"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ersoonsgegeve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0209-2C36-F038-7520-FAD53C2EB817}"/>
              </a:ext>
            </a:extLst>
          </p:cNvPr>
          <p:cNvSpPr>
            <a:spLocks noGrp="1"/>
          </p:cNvSpPr>
          <p:nvPr>
            <p:ph type="title" hasCustomPrompt="1"/>
          </p:nvPr>
        </p:nvSpPr>
        <p:spPr>
          <a:xfrm>
            <a:off x="882035" y="1808163"/>
            <a:ext cx="7019925" cy="720726"/>
          </a:xfrm>
        </p:spPr>
        <p:txBody>
          <a:bodyPr/>
          <a:lstStyle>
            <a:lvl1pPr>
              <a:defRPr sz="2800"/>
            </a:lvl1pPr>
          </a:lstStyle>
          <a:p>
            <a:r>
              <a:rPr lang="nl-NL"/>
              <a:t>Naam medewerker (=Kop2)</a:t>
            </a:r>
          </a:p>
        </p:txBody>
      </p:sp>
      <p:sp>
        <p:nvSpPr>
          <p:cNvPr id="7" name="Tijdelijke aanduiding voor tekst 6">
            <a:extLst>
              <a:ext uri="{FF2B5EF4-FFF2-40B4-BE49-F238E27FC236}">
                <a16:creationId xmlns:a16="http://schemas.microsoft.com/office/drawing/2014/main" id="{145A1715-629E-2621-6761-BEBBFC892E08}"/>
              </a:ext>
            </a:extLst>
          </p:cNvPr>
          <p:cNvSpPr>
            <a:spLocks noGrp="1"/>
          </p:cNvSpPr>
          <p:nvPr>
            <p:ph type="body" sz="quarter" idx="13" hasCustomPrompt="1"/>
          </p:nvPr>
        </p:nvSpPr>
        <p:spPr>
          <a:xfrm>
            <a:off x="876300" y="2708275"/>
            <a:ext cx="7019925" cy="720725"/>
          </a:xfrm>
        </p:spPr>
        <p:txBody>
          <a:bodyPr anchor="ctr"/>
          <a:lstStyle>
            <a:lvl1pPr marL="0" indent="0">
              <a:buNone/>
              <a:defRPr/>
            </a:lvl1pPr>
            <a:lvl2pPr marL="239400" indent="0">
              <a:buNone/>
              <a:defRPr/>
            </a:lvl2pPr>
            <a:lvl3pPr marL="491400" indent="0">
              <a:buNone/>
              <a:defRPr/>
            </a:lvl3pPr>
            <a:lvl4pPr marL="743400" indent="0">
              <a:buNone/>
              <a:defRPr/>
            </a:lvl4pPr>
            <a:lvl5pPr marL="995400" indent="0">
              <a:buNone/>
              <a:defRPr/>
            </a:lvl5pPr>
          </a:lstStyle>
          <a:p>
            <a:pPr lvl="0"/>
            <a:r>
              <a:rPr lang="nl-NL"/>
              <a:t>Functie</a:t>
            </a:r>
          </a:p>
        </p:txBody>
      </p:sp>
      <p:sp>
        <p:nvSpPr>
          <p:cNvPr id="9" name="Tijdelijke aanduiding voor tekst 8">
            <a:extLst>
              <a:ext uri="{FF2B5EF4-FFF2-40B4-BE49-F238E27FC236}">
                <a16:creationId xmlns:a16="http://schemas.microsoft.com/office/drawing/2014/main" id="{5616F459-8A07-ED67-34B8-805FF49C7C32}"/>
              </a:ext>
            </a:extLst>
          </p:cNvPr>
          <p:cNvSpPr>
            <a:spLocks noGrp="1"/>
          </p:cNvSpPr>
          <p:nvPr>
            <p:ph type="body" sz="quarter" idx="14" hasCustomPrompt="1"/>
          </p:nvPr>
        </p:nvSpPr>
        <p:spPr>
          <a:xfrm>
            <a:off x="884646" y="3608388"/>
            <a:ext cx="7019925" cy="360362"/>
          </a:xfrm>
        </p:spPr>
        <p:txBody>
          <a:bodyPr anchor="ctr"/>
          <a:lstStyle>
            <a:lvl1pPr marL="0" indent="0">
              <a:buNone/>
              <a:defRPr/>
            </a:lvl1pPr>
          </a:lstStyle>
          <a:p>
            <a:pPr lvl="0"/>
            <a:r>
              <a:rPr lang="nl-NL"/>
              <a:t>E-mail</a:t>
            </a:r>
          </a:p>
        </p:txBody>
      </p:sp>
      <p:sp>
        <p:nvSpPr>
          <p:cNvPr id="15" name="Tijdelijke aanduiding voor afbeelding 14">
            <a:extLst>
              <a:ext uri="{FF2B5EF4-FFF2-40B4-BE49-F238E27FC236}">
                <a16:creationId xmlns:a16="http://schemas.microsoft.com/office/drawing/2014/main" id="{BBB7DDF7-1AC2-FAC9-59EE-82B6DBBD11EF}"/>
              </a:ext>
            </a:extLst>
          </p:cNvPr>
          <p:cNvSpPr>
            <a:spLocks noGrp="1"/>
          </p:cNvSpPr>
          <p:nvPr>
            <p:ph type="pic" sz="quarter" idx="16" hasCustomPrompt="1"/>
          </p:nvPr>
        </p:nvSpPr>
        <p:spPr>
          <a:xfrm>
            <a:off x="8796338" y="1628774"/>
            <a:ext cx="2519362" cy="2520951"/>
          </a:xfrm>
          <a:prstGeom prst="rect">
            <a:avLst/>
          </a:prstGeom>
        </p:spPr>
        <p:txBody>
          <a:bodyPr/>
          <a:lstStyle>
            <a:lvl1pPr marL="0" indent="0">
              <a:buNone/>
              <a:defRPr sz="1400"/>
            </a:lvl1pPr>
          </a:lstStyle>
          <a:p>
            <a:r>
              <a:rPr lang="nl-NL"/>
              <a:t>Foto van medewerker</a:t>
            </a:r>
            <a:br>
              <a:rPr lang="nl-NL"/>
            </a:br>
            <a:r>
              <a:rPr lang="nl-NL"/>
              <a:t>Denk om de alt-tekst, de naam hiernaast is niet voldoende</a:t>
            </a:r>
          </a:p>
        </p:txBody>
      </p:sp>
      <p:sp>
        <p:nvSpPr>
          <p:cNvPr id="5" name="Tijdelijke aanduiding voor tekst 4">
            <a:extLst>
              <a:ext uri="{FF2B5EF4-FFF2-40B4-BE49-F238E27FC236}">
                <a16:creationId xmlns:a16="http://schemas.microsoft.com/office/drawing/2014/main" id="{F2B1DFD1-2B3E-7DF6-6338-33ABB1235EDB}"/>
              </a:ext>
            </a:extLst>
          </p:cNvPr>
          <p:cNvSpPr>
            <a:spLocks noGrp="1"/>
          </p:cNvSpPr>
          <p:nvPr>
            <p:ph type="body" sz="quarter" idx="17" hasCustomPrompt="1"/>
          </p:nvPr>
        </p:nvSpPr>
        <p:spPr>
          <a:xfrm>
            <a:off x="884238" y="4913313"/>
            <a:ext cx="7011987" cy="1035050"/>
          </a:xfrm>
        </p:spPr>
        <p:txBody>
          <a:bodyPr/>
          <a:lstStyle>
            <a:lvl1pPr marL="0" indent="0">
              <a:buNone/>
              <a:defRPr/>
            </a:lvl1pPr>
          </a:lstStyle>
          <a:p>
            <a:pPr lvl="0"/>
            <a:r>
              <a:rPr lang="nl-NL" sz="2400"/>
              <a:t>Zelf invullen, want anders niet toegankelijk, Christiaan Krammlaan 2, 3571 AX Utrecht</a:t>
            </a:r>
          </a:p>
          <a:p>
            <a:pPr lvl="0"/>
            <a:endParaRPr lang="nl-NL"/>
          </a:p>
        </p:txBody>
      </p:sp>
      <p:pic>
        <p:nvPicPr>
          <p:cNvPr id="4" name="Graphic 3">
            <a:extLst>
              <a:ext uri="{FF2B5EF4-FFF2-40B4-BE49-F238E27FC236}">
                <a16:creationId xmlns:a16="http://schemas.microsoft.com/office/drawing/2014/main" id="{FB97A4AC-EA1F-40C8-E224-A1B4B94F0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373" y="314482"/>
            <a:ext cx="3592151" cy="810261"/>
          </a:xfrm>
          <a:prstGeom prst="rect">
            <a:avLst/>
          </a:prstGeom>
        </p:spPr>
      </p:pic>
    </p:spTree>
    <p:extLst>
      <p:ext uri="{BB962C8B-B14F-4D97-AF65-F5344CB8AC3E}">
        <p14:creationId xmlns:p14="http://schemas.microsoft.com/office/powerpoint/2010/main" val="2757306763"/>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438" userDrawn="1">
          <p15:clr>
            <a:srgbClr val="FBAE40"/>
          </p15:clr>
        </p15:guide>
        <p15:guide id="4" pos="7242" userDrawn="1">
          <p15:clr>
            <a:srgbClr val="FBAE40"/>
          </p15:clr>
        </p15:guide>
        <p15:guide id="5" pos="5541" userDrawn="1">
          <p15:clr>
            <a:srgbClr val="FBAE40"/>
          </p15:clr>
        </p15:guide>
        <p15:guide id="6" pos="7128" userDrawn="1">
          <p15:clr>
            <a:srgbClr val="FBAE40"/>
          </p15:clr>
        </p15:guide>
        <p15:guide id="7" pos="552" userDrawn="1">
          <p15:clr>
            <a:srgbClr val="FBAE40"/>
          </p15:clr>
        </p15:guide>
        <p15:guide id="8" orient="horz" pos="1026" userDrawn="1">
          <p15:clr>
            <a:srgbClr val="FBAE40"/>
          </p15:clr>
        </p15:guide>
        <p15:guide id="9" orient="horz" pos="4201" userDrawn="1">
          <p15:clr>
            <a:srgbClr val="FBAE40"/>
          </p15:clr>
        </p15:guide>
        <p15:guide id="10" orient="horz" pos="3747" userDrawn="1">
          <p15:clr>
            <a:srgbClr val="FBAE40"/>
          </p15:clr>
        </p15:guide>
        <p15:guide id="11" orient="horz" pos="3861" userDrawn="1">
          <p15:clr>
            <a:srgbClr val="FBAE40"/>
          </p15:clr>
        </p15:guide>
        <p15:guide id="12" orient="horz" pos="1593" userDrawn="1">
          <p15:clr>
            <a:srgbClr val="FBAE40"/>
          </p15:clr>
        </p15:guide>
        <p15:guide id="13" pos="4974" userDrawn="1">
          <p15:clr>
            <a:srgbClr val="FBAE40"/>
          </p15:clr>
        </p15:guide>
        <p15:guide id="14" orient="horz" pos="1706" userDrawn="1">
          <p15:clr>
            <a:srgbClr val="FBAE40"/>
          </p15:clr>
        </p15:guide>
        <p15:guide id="16" orient="horz" pos="2614" userDrawn="1">
          <p15:clr>
            <a:srgbClr val="FBAE40"/>
          </p15:clr>
        </p15:guide>
        <p15:guide id="17" orient="horz" pos="3095" userDrawn="1">
          <p15:clr>
            <a:srgbClr val="FBAE40"/>
          </p15:clr>
        </p15:guide>
        <p15:guide id="19" orient="horz" pos="1139" userDrawn="1">
          <p15:clr>
            <a:srgbClr val="FBAE40"/>
          </p15:clr>
        </p15:guide>
        <p15:guide id="20" orient="horz" pos="2500" userDrawn="1">
          <p15:clr>
            <a:srgbClr val="FBAE40"/>
          </p15:clr>
        </p15:guide>
        <p15:guide id="22" orient="horz" pos="232" userDrawn="1">
          <p15:clr>
            <a:srgbClr val="FBAE40"/>
          </p15:clr>
        </p15:guide>
        <p15:guide id="23"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tekst, grafiek of tabel  volle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5" y="368300"/>
            <a:ext cx="10801350" cy="990600"/>
          </a:xfrm>
        </p:spPr>
        <p:txBody>
          <a:bodyPr/>
          <a:lstStyle>
            <a:lvl1pPr>
              <a:defRPr/>
            </a:lvl1pPr>
          </a:lstStyle>
          <a:p>
            <a:r>
              <a:rPr lang="nl-NL"/>
              <a:t>Kop2 boven tekst of bijvoorbeeld een grafiek over de volle breedte</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a:lstStyle>
            <a:lvl1pPr marL="230400" indent="-230400">
              <a:buFont typeface="Arial" panose="020B0604020202020204" pitchFamily="34" charset="0"/>
              <a:buChar char="•"/>
              <a:defRPr/>
            </a:lvl1pPr>
            <a:lvl2pPr>
              <a:defRPr/>
            </a:lvl2pPr>
            <a:lvl3pPr>
              <a:defRPr/>
            </a:lvl3pPr>
          </a:lstStyle>
          <a:p>
            <a:pPr lvl="0"/>
            <a:r>
              <a:rPr lang="nl-NL"/>
              <a:t>Tekst kleiner of groter maken? Selecteer alle tekst en klik Ctrl-Shift plus of min. Of ga naar tabblad Start, klik in Lettertype op A^ of Aˇ. Je hele tekst wordt groter of kleiner met behoud van verschillen tussen niveaus.</a:t>
            </a:r>
            <a:br>
              <a:rPr lang="nl-NL"/>
            </a:br>
            <a:r>
              <a:rPr lang="nl-NL"/>
              <a:t>Grafiek of tabel invoegen? Klik op het icoon van de grafiek of tabel. De kleuren van de grafiek zijn al toegankelijk en in de huisstijl. Zie uitlegslide.</a:t>
            </a:r>
          </a:p>
          <a:p>
            <a:pPr lvl="1"/>
            <a:r>
              <a:rPr lang="nl-NL"/>
              <a:t>Tweede niveau</a:t>
            </a:r>
          </a:p>
          <a:p>
            <a:pPr lvl="2"/>
            <a:r>
              <a:rPr lang="nl-NL"/>
              <a:t>Derde niveau</a:t>
            </a:r>
          </a:p>
          <a:p>
            <a:pPr lvl="0"/>
            <a:endParaRPr lang="nl-NL"/>
          </a:p>
        </p:txBody>
      </p:sp>
    </p:spTree>
    <p:extLst>
      <p:ext uri="{BB962C8B-B14F-4D97-AF65-F5344CB8AC3E}">
        <p14:creationId xmlns:p14="http://schemas.microsoft.com/office/powerpoint/2010/main" val="26341499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67" userDrawn="1">
          <p15:clr>
            <a:srgbClr val="FBAE40"/>
          </p15:clr>
        </p15:guide>
        <p15:guide id="10" orient="horz" pos="4201" userDrawn="1">
          <p15:clr>
            <a:srgbClr val="FBAE40"/>
          </p15:clr>
        </p15:guide>
        <p15:guide id="11" orient="horz" pos="3747" userDrawn="1">
          <p15:clr>
            <a:srgbClr val="FBAE40"/>
          </p15:clr>
        </p15:guide>
        <p15:guide id="12" orient="horz" pos="102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tekst 2/3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over twee derde van de volle breedte</a:t>
            </a:r>
          </a:p>
        </p:txBody>
      </p:sp>
      <p:sp>
        <p:nvSpPr>
          <p:cNvPr id="3" name="Tijdelijke aanduiding voor inhoud 2">
            <a:extLst>
              <a:ext uri="{FF2B5EF4-FFF2-40B4-BE49-F238E27FC236}">
                <a16:creationId xmlns:a16="http://schemas.microsoft.com/office/drawing/2014/main" id="{578513C4-F7CF-A967-502E-A5575764B62F}"/>
              </a:ext>
              <a:ext uri="{C183D7F6-B498-43B3-948B-1728B52AA6E4}">
                <adec:decorative xmlns:adec="http://schemas.microsoft.com/office/drawing/2017/decorative" val="0"/>
              </a:ext>
            </a:extLst>
          </p:cNvPr>
          <p:cNvSpPr>
            <a:spLocks noGrp="1"/>
          </p:cNvSpPr>
          <p:nvPr>
            <p:ph idx="1" hasCustomPrompt="1"/>
          </p:nvPr>
        </p:nvSpPr>
        <p:spPr>
          <a:xfrm>
            <a:off x="876299" y="1628775"/>
            <a:ext cx="7199313" cy="4319588"/>
          </a:xfrm>
        </p:spPr>
        <p:txBody>
          <a:bodyPr/>
          <a:lstStyle>
            <a:lvl1pPr>
              <a:defRPr/>
            </a:lvl1pPr>
            <a:lvl3pPr marL="491400" indent="0">
              <a:buNone/>
              <a:defRPr/>
            </a:lvl3pPr>
          </a:lstStyle>
          <a:p>
            <a:pPr lvl="0"/>
            <a:r>
              <a:rPr lang="nl-NL"/>
              <a:t>Tekst kleiner of groter maken? Selecteer alle tekst en klik Ctrl-Shift plus of min. Of ga naar tabblad Start, klik in Lettertype op A^ of Aˇ. Je hele tekst wordt groter of kleiner met behoud van verschillen tussen niveaus. Grafiek of tabel invoegen? Klik op het icoon van de grafiek of tabel. De kleuren van de grafiek zijn al toegankelijk en in de huisstijl. Zie uitlegslide</a:t>
            </a:r>
          </a:p>
          <a:p>
            <a:pPr lvl="1"/>
            <a:r>
              <a:rPr lang="nl-NL"/>
              <a:t>Tweede niveau</a:t>
            </a:r>
          </a:p>
        </p:txBody>
      </p:sp>
    </p:spTree>
    <p:extLst>
      <p:ext uri="{BB962C8B-B14F-4D97-AF65-F5344CB8AC3E}">
        <p14:creationId xmlns:p14="http://schemas.microsoft.com/office/powerpoint/2010/main" val="3064923961"/>
      </p:ext>
    </p:extLst>
  </p:cSld>
  <p:clrMapOvr>
    <a:masterClrMapping/>
  </p:clrMapOvr>
  <p:extLst>
    <p:ext uri="{DCECCB84-F9BA-43D5-87BE-67443E8EF086}">
      <p15:sldGuideLst xmlns:p15="http://schemas.microsoft.com/office/powerpoint/2012/main">
        <p15:guide id="3" pos="438" userDrawn="1">
          <p15:clr>
            <a:srgbClr val="FBAE40"/>
          </p15:clr>
        </p15:guide>
        <p15:guide id="4" pos="7242" userDrawn="1">
          <p15:clr>
            <a:srgbClr val="FBAE40"/>
          </p15:clr>
        </p15:guide>
        <p15:guide id="5" pos="552" userDrawn="1">
          <p15:clr>
            <a:srgbClr val="FBAE40"/>
          </p15:clr>
        </p15:guide>
        <p15:guide id="6" pos="7128" userDrawn="1">
          <p15:clr>
            <a:srgbClr val="FBAE40"/>
          </p15:clr>
        </p15:guide>
        <p15:guide id="7" orient="horz" pos="232" userDrawn="1">
          <p15:clr>
            <a:srgbClr val="FBAE40"/>
          </p15:clr>
        </p15:guide>
        <p15:guide id="8" orient="horz" pos="856" userDrawn="1">
          <p15:clr>
            <a:srgbClr val="FBAE40"/>
          </p15:clr>
        </p15:guide>
        <p15:guide id="10" orient="horz" pos="4201" userDrawn="1">
          <p15:clr>
            <a:srgbClr val="FBAE40"/>
          </p15:clr>
        </p15:guide>
        <p15:guide id="11" orient="horz" pos="3861" userDrawn="1">
          <p15:clr>
            <a:srgbClr val="FBAE40"/>
          </p15:clr>
        </p15:guide>
        <p15:guide id="12" orient="horz" pos="3747" userDrawn="1">
          <p15:clr>
            <a:srgbClr val="FBAE40"/>
          </p15:clr>
        </p15:guide>
        <p15:guide id="13" pos="5087" userDrawn="1">
          <p15:clr>
            <a:srgbClr val="FBAE40"/>
          </p15:clr>
        </p15:guide>
        <p15:guide id="14" orient="horz" pos="102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tekst 2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in 2 doorlopende kolommen</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numCol="2" spcCol="540000"/>
          <a:lstStyle>
            <a:lvl1pPr marL="230400" indent="-230400">
              <a:buFont typeface="Arial" panose="020B0604020202020204" pitchFamily="34" charset="0"/>
              <a:buChar char="•"/>
              <a:defRPr/>
            </a:lvl1pPr>
            <a:lvl2pPr marL="582300" indent="-342900">
              <a:buFont typeface="Arial" panose="020B0604020202020204" pitchFamily="34" charset="0"/>
              <a:buChar char="•"/>
              <a:defRPr/>
            </a:lvl2pPr>
            <a:lvl3pPr marL="491400" indent="0">
              <a:buNone/>
              <a:defRPr/>
            </a:lvl3pPr>
            <a:lvl4pPr marL="743400" indent="0">
              <a:buNone/>
              <a:defRPr/>
            </a:lvl4pPr>
            <a:lvl5pPr marL="995400" indent="0">
              <a:buNone/>
              <a:defRPr/>
            </a:lvl5pPr>
          </a:lstStyle>
          <a:p>
            <a:pPr lvl="0"/>
            <a:r>
              <a:rPr lang="nl-NL"/>
              <a:t>Tekst kleiner of groter maken? Selecteer alle tekst en klik Ctrl-Shift plus of min.</a:t>
            </a:r>
            <a:br>
              <a:rPr lang="nl-NL"/>
            </a:br>
            <a:r>
              <a:rPr lang="nl-NL"/>
              <a:t>Of ga naar tabblad Start, klik in Lettertype op A^ of Aˇ.</a:t>
            </a:r>
            <a:br>
              <a:rPr lang="nl-NL"/>
            </a:br>
            <a:r>
              <a:rPr lang="nl-NL"/>
              <a:t>Je hele tekst wordt groter of kleiner met behoud van verschillen tussen niveaus.</a:t>
            </a:r>
          </a:p>
          <a:p>
            <a:pPr lvl="1"/>
            <a:r>
              <a:rPr lang="nl-NL"/>
              <a:t>Tweede niveau</a:t>
            </a:r>
          </a:p>
          <a:p>
            <a:pPr lvl="0"/>
            <a:br>
              <a:rPr lang="nl-NL"/>
            </a:br>
            <a:endParaRPr lang="nl-NL"/>
          </a:p>
        </p:txBody>
      </p:sp>
    </p:spTree>
    <p:extLst>
      <p:ext uri="{BB962C8B-B14F-4D97-AF65-F5344CB8AC3E}">
        <p14:creationId xmlns:p14="http://schemas.microsoft.com/office/powerpoint/2010/main" val="39539161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232" userDrawn="1">
          <p15:clr>
            <a:srgbClr val="FBAE40"/>
          </p15:clr>
        </p15:guide>
        <p15:guide id="11" orient="horz" pos="4201" userDrawn="1">
          <p15:clr>
            <a:srgbClr val="FBAE40"/>
          </p15:clr>
        </p15:guide>
        <p15:guide id="12" orient="horz" pos="3861" userDrawn="1">
          <p15:clr>
            <a:srgbClr val="FBAE40"/>
          </p15:clr>
        </p15:guide>
        <p15:guide id="13" orient="horz" pos="3747" userDrawn="1">
          <p15:clr>
            <a:srgbClr val="FBAE40"/>
          </p15:clr>
        </p15:guide>
        <p15:guide id="14" orient="horz" pos="856" userDrawn="1">
          <p15:clr>
            <a:srgbClr val="FBAE40"/>
          </p15:clr>
        </p15:guide>
        <p15:guide id="15" orient="horz" pos="102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17F5A-83E8-4C21-C775-6B3C7ED1D337}"/>
              </a:ext>
            </a:extLst>
          </p:cNvPr>
          <p:cNvSpPr>
            <a:spLocks noGrp="1"/>
          </p:cNvSpPr>
          <p:nvPr>
            <p:ph type="title" hasCustomPrompt="1"/>
          </p:nvPr>
        </p:nvSpPr>
        <p:spPr>
          <a:xfrm>
            <a:off x="695325" y="279400"/>
            <a:ext cx="10801350" cy="1079500"/>
          </a:xfrm>
        </p:spPr>
        <p:txBody>
          <a:bodyPr/>
          <a:lstStyle>
            <a:lvl1pPr>
              <a:defRPr/>
            </a:lvl1pPr>
          </a:lstStyle>
          <a:p>
            <a:r>
              <a:rPr lang="nl-NL"/>
              <a:t>Kop2 boven twee losse kolommen of onderdelen</a:t>
            </a:r>
          </a:p>
        </p:txBody>
      </p:sp>
      <p:sp>
        <p:nvSpPr>
          <p:cNvPr id="3" name="Tijdelijke aanduiding voor inhoud 2">
            <a:extLst>
              <a:ext uri="{FF2B5EF4-FFF2-40B4-BE49-F238E27FC236}">
                <a16:creationId xmlns:a16="http://schemas.microsoft.com/office/drawing/2014/main" id="{9436AAF4-AAFB-E104-5517-3A7A1289C162}"/>
              </a:ext>
            </a:extLst>
          </p:cNvPr>
          <p:cNvSpPr>
            <a:spLocks noGrp="1"/>
          </p:cNvSpPr>
          <p:nvPr>
            <p:ph sz="half" idx="1" hasCustomPrompt="1"/>
          </p:nvPr>
        </p:nvSpPr>
        <p:spPr>
          <a:xfrm>
            <a:off x="876300" y="1628775"/>
            <a:ext cx="4949825" cy="4319588"/>
          </a:xfrm>
        </p:spPr>
        <p:txBody>
          <a:bodyPr/>
          <a:lstStyle>
            <a:lvl1pPr>
              <a:defRPr/>
            </a:lvl1pPr>
          </a:lstStyle>
          <a:p>
            <a:pPr lvl="0"/>
            <a:r>
              <a:rPr lang="nl-NL"/>
              <a:t>Tekst kleiner of groter maken? Selecteer alle tekst en klik Ctrl-Shift plus of min. Of ga naar tabblad Start, klik in Lettertype op A^ of Aˇ.</a:t>
            </a:r>
            <a:br>
              <a:rPr lang="nl-NL"/>
            </a:br>
            <a:br>
              <a:rPr lang="nl-NL"/>
            </a:br>
            <a:r>
              <a:rPr lang="nl-NL"/>
              <a:t>Je hele tekst wordt groter of kleiner met behoud van verschillen tussen niveaus.</a:t>
            </a:r>
            <a:br>
              <a:rPr lang="nl-NL"/>
            </a:br>
            <a:endParaRPr lang="nl-NL"/>
          </a:p>
        </p:txBody>
      </p:sp>
      <p:sp>
        <p:nvSpPr>
          <p:cNvPr id="4" name="Tijdelijke aanduiding voor inhoud 3">
            <a:extLst>
              <a:ext uri="{FF2B5EF4-FFF2-40B4-BE49-F238E27FC236}">
                <a16:creationId xmlns:a16="http://schemas.microsoft.com/office/drawing/2014/main" id="{0CDCE9E4-0276-A0A4-5991-3F4C8C3F97BE}"/>
              </a:ext>
            </a:extLst>
          </p:cNvPr>
          <p:cNvSpPr>
            <a:spLocks noGrp="1"/>
          </p:cNvSpPr>
          <p:nvPr>
            <p:ph sz="half" idx="2" hasCustomPrompt="1"/>
          </p:nvPr>
        </p:nvSpPr>
        <p:spPr>
          <a:xfrm>
            <a:off x="6365875" y="1628775"/>
            <a:ext cx="4949826" cy="4319588"/>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Gebruik voor afbeeldingen of video’s in de huisstijl een andere slide, die met twee helften met de titel en eventueel tekst in de ene helft.</a:t>
            </a:r>
            <a:br>
              <a:rPr lang="nl-NL"/>
            </a:br>
            <a:r>
              <a:rPr lang="nl-NL"/>
              <a:t>Grafieken en diagrammen zijn niet vanzelf toegankelijk.</a:t>
            </a:r>
            <a:br>
              <a:rPr lang="nl-NL"/>
            </a:br>
            <a:r>
              <a:rPr lang="nl-NL"/>
              <a:t>Zie uitlegslide.</a:t>
            </a:r>
          </a:p>
        </p:txBody>
      </p:sp>
    </p:spTree>
    <p:extLst>
      <p:ext uri="{BB962C8B-B14F-4D97-AF65-F5344CB8AC3E}">
        <p14:creationId xmlns:p14="http://schemas.microsoft.com/office/powerpoint/2010/main" val="3373136719"/>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176" userDrawn="1">
          <p15:clr>
            <a:srgbClr val="FBAE40"/>
          </p15:clr>
        </p15:guide>
        <p15:guide id="10"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6" orient="horz" pos="102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boven een vergelijking van twee teksten, grafieken of afbeeldingen</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Ondertitel of tekst</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br>
              <a:rPr lang="nl-NL"/>
            </a:br>
            <a:r>
              <a:rPr lang="nl-NL"/>
              <a:t>Grafiek of tabel invoegen?</a:t>
            </a:r>
            <a:br>
              <a:rPr lang="nl-NL"/>
            </a:br>
            <a:r>
              <a:rPr lang="nl-NL"/>
              <a:t>Klik op het icoon van de grafiek of tabel. De kleuren zijn al toegankelijk en in de huisstijl. Zie uitlegslides.</a:t>
            </a:r>
          </a:p>
        </p:txBody>
      </p:sp>
      <p:sp>
        <p:nvSpPr>
          <p:cNvPr id="6" name="Tijdelijke aanduiding voor inhoud 5">
            <a:extLst>
              <a:ext uri="{FF2B5EF4-FFF2-40B4-BE49-F238E27FC236}">
                <a16:creationId xmlns:a16="http://schemas.microsoft.com/office/drawing/2014/main" id="{F10CF5E5-14B5-328B-6718-51ADB060E40F}"/>
              </a:ext>
            </a:extLst>
          </p:cNvPr>
          <p:cNvSpPr>
            <a:spLocks noGrp="1"/>
          </p:cNvSpPr>
          <p:nvPr>
            <p:ph sz="quarter" idx="4" hasCustomPrompt="1"/>
          </p:nvPr>
        </p:nvSpPr>
        <p:spPr>
          <a:xfrm>
            <a:off x="6275389" y="2438400"/>
            <a:ext cx="5040312"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Tabellen zijn toegankelijk als ze eenvoudig zijn. Dus 1 onderwerp, weinig rijen en kolommen met een </a:t>
            </a:r>
            <a:r>
              <a:rPr lang="nl-NL" err="1"/>
              <a:t>koprij</a:t>
            </a:r>
            <a:r>
              <a:rPr lang="nl-NL"/>
              <a:t> en/of kopkolom.</a:t>
            </a:r>
            <a:br>
              <a:rPr lang="nl-NL"/>
            </a:br>
            <a:br>
              <a:rPr lang="nl-NL"/>
            </a:br>
            <a:r>
              <a:rPr lang="nl-NL"/>
              <a:t>Grafieken en diagrammen zijn niet vanzelf toegankelijk.</a:t>
            </a:r>
            <a:br>
              <a:rPr lang="nl-NL"/>
            </a:br>
            <a:r>
              <a:rPr lang="nl-NL"/>
              <a:t>Zie uitlegslides.</a:t>
            </a:r>
          </a:p>
        </p:txBody>
      </p:sp>
    </p:spTree>
    <p:extLst>
      <p:ext uri="{BB962C8B-B14F-4D97-AF65-F5344CB8AC3E}">
        <p14:creationId xmlns:p14="http://schemas.microsoft.com/office/powerpoint/2010/main" val="236730968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ekop Algemeen">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55BC459B-2C8D-9B05-D0BC-2D88D0769B8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Algemeen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F31344A7-423C-8954-71DB-213185C547E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5987741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ekop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9DA5FA6-CDF6-D7AE-367A-F016198476E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Digitaal</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9" name="Tijdelijke aanduiding voor afbeelding 8">
            <a:extLst>
              <a:ext uri="{FF2B5EF4-FFF2-40B4-BE49-F238E27FC236}">
                <a16:creationId xmlns:a16="http://schemas.microsoft.com/office/drawing/2014/main" id="{4ADBEC4F-D666-FBCE-3C57-E492DFE6A1C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66450620"/>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4" orient="horz" pos="424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ekop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B4B1418-D8B9-3B6A-4F7D-EB8F838149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binnen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0908A587-F408-8D63-B8F7-BA8EAAADEEF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064528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ekop Fys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052E2D5-2619-B686-8BCE-0EB003A2F1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buiten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6" name="Tijdelijke aanduiding voor afbeelding 5">
            <a:extLst>
              <a:ext uri="{FF2B5EF4-FFF2-40B4-BE49-F238E27FC236}">
                <a16:creationId xmlns:a16="http://schemas.microsoft.com/office/drawing/2014/main" id="{677708E6-B27E-8FF4-AA75-1110C1916C2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82265533"/>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ekop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7D0B132-7DCA-8227-D034-262F842551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Gebruikersonderzoek</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732E91C4-F458-C1E3-EDAE-8F4F8817462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641761437"/>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9"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ekop leeg, zelf invull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10801349" cy="990600"/>
          </a:xfrm>
        </p:spPr>
        <p:txBody>
          <a:bodyPr anchor="b"/>
          <a:lstStyle>
            <a:lvl1pPr>
              <a:defRPr sz="3600">
                <a:solidFill>
                  <a:schemeClr val="tx1"/>
                </a:solidFill>
              </a:defRPr>
            </a:lvl1pPr>
          </a:lstStyle>
          <a:p>
            <a:r>
              <a:rPr lang="nl-NL"/>
              <a:t>Kop1 van sectie of hoofdstuk met een afbeelding, slogan of alleen een titel of zo</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6" y="1628775"/>
            <a:ext cx="5040674" cy="18002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inhoud 4">
            <a:extLst>
              <a:ext uri="{FF2B5EF4-FFF2-40B4-BE49-F238E27FC236}">
                <a16:creationId xmlns:a16="http://schemas.microsoft.com/office/drawing/2014/main" id="{A67CFE73-8A33-997D-2D11-DDD0F4660299}"/>
              </a:ext>
            </a:extLst>
          </p:cNvPr>
          <p:cNvSpPr>
            <a:spLocks noGrp="1"/>
          </p:cNvSpPr>
          <p:nvPr>
            <p:ph sz="quarter" idx="10" hasCustomPrompt="1"/>
          </p:nvPr>
        </p:nvSpPr>
        <p:spPr>
          <a:xfrm>
            <a:off x="6101564" y="1628775"/>
            <a:ext cx="6090436" cy="4319588"/>
          </a:xfrm>
        </p:spPr>
        <p:txBody>
          <a:bodyPr/>
          <a:lstStyle>
            <a:lvl1pPr marL="0" indent="0">
              <a:buNone/>
              <a:defRPr sz="1200"/>
            </a:lvl1pPr>
          </a:lstStyle>
          <a:p>
            <a:pPr lvl="0"/>
            <a:r>
              <a:rPr lang="nl-NL"/>
              <a:t>Gebruik dit vak voor een afbeelding in lijn met de huisstijl met tekst links (de ondertitel) en afbeeldingen op de rechterhelft.</a:t>
            </a:r>
            <a:br>
              <a:rPr lang="nl-NL"/>
            </a:br>
            <a:r>
              <a:rPr lang="nl-NL"/>
              <a:t>Gebruik altijd een sectieslide en nooit andere slides voor de start van een sectie of hoofdstuk. PowerPoint maakt van die andere slide-titels geen Kop-1 en dan klopt de koppenstructuur niet.</a:t>
            </a:r>
            <a:br>
              <a:rPr lang="nl-NL"/>
            </a:br>
            <a:r>
              <a:rPr lang="nl-NL"/>
              <a:t>Vergeet de alt-tekst niet!</a:t>
            </a:r>
          </a:p>
        </p:txBody>
      </p:sp>
      <p:sp>
        <p:nvSpPr>
          <p:cNvPr id="6" name="Tijdelijke aanduiding voor afbeelding 5">
            <a:extLst>
              <a:ext uri="{FF2B5EF4-FFF2-40B4-BE49-F238E27FC236}">
                <a16:creationId xmlns:a16="http://schemas.microsoft.com/office/drawing/2014/main" id="{8B64C631-A79F-9BCD-37C9-8A8F056B3285}"/>
              </a:ext>
            </a:extLst>
          </p:cNvPr>
          <p:cNvSpPr>
            <a:spLocks noGrp="1"/>
          </p:cNvSpPr>
          <p:nvPr>
            <p:ph type="pic" sz="quarter" idx="11" hasCustomPrompt="1"/>
          </p:nvPr>
        </p:nvSpPr>
        <p:spPr>
          <a:xfrm>
            <a:off x="8940801" y="6092825"/>
            <a:ext cx="2916237"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827194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11" orient="horz" pos="3747" userDrawn="1">
          <p15:clr>
            <a:srgbClr val="FBAE40"/>
          </p15:clr>
        </p15:guide>
        <p15:guide id="12" pos="7469" userDrawn="1">
          <p15:clr>
            <a:srgbClr val="FBAE40"/>
          </p15:clr>
        </p15:guide>
        <p15:guide id="13" pos="3613" userDrawn="1">
          <p15:clr>
            <a:srgbClr val="FBAE40"/>
          </p15:clr>
        </p15:guide>
        <p15:guide id="14" pos="5632" userDrawn="1">
          <p15:clr>
            <a:srgbClr val="FBAE40"/>
          </p15:clr>
        </p15:guide>
        <p15:guide id="15" orient="horz" pos="4201" userDrawn="1">
          <p15:clr>
            <a:srgbClr val="FBAE40"/>
          </p15:clr>
        </p15:guide>
        <p15:guide id="16" orient="horz" pos="3838" userDrawn="1">
          <p15:clr>
            <a:srgbClr val="FBAE40"/>
          </p15:clr>
        </p15:guide>
        <p15:guide id="17" orient="horz" pos="4247" userDrawn="1">
          <p15:clr>
            <a:srgbClr val="FBAE40"/>
          </p15:clr>
        </p15:guide>
        <p15:guide id="18" orient="horz" pos="386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fbeelding op hele slid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bg1"/>
          </a:solidFill>
        </p:spPr>
        <p:txBody>
          <a:bodyPr lIns="180000" tIns="108000" rIns="180000" anchor="ctr"/>
          <a:lstStyle>
            <a:lvl1pPr>
              <a:defRPr sz="2800"/>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p:spPr>
        <p:txBody>
          <a:bodyPr lIns="180000" tIns="180000" rIns="180000" bIns="180000"/>
          <a:lstStyle>
            <a:lvl1pPr marL="0" indent="0">
              <a:buNone/>
              <a:defRPr sz="1400">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1114786170"/>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Afbeelding op hele slide, wit">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tx1"/>
          </a:solidFill>
        </p:spPr>
        <p:txBody>
          <a:bodyPr lIns="180000" tIns="108000" rIns="180000" anchor="ctr"/>
          <a:lstStyle>
            <a:lvl1pPr>
              <a:defRPr sz="2800">
                <a:solidFill>
                  <a:schemeClr val="bg1"/>
                </a:solidFill>
              </a:defRPr>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a:solidFill>
            <a:schemeClr val="tx1"/>
          </a:solidFill>
        </p:spPr>
        <p:txBody>
          <a:bodyPr lIns="180000" tIns="180000" rIns="180000" bIns="180000"/>
          <a:lstStyle>
            <a:lvl1pPr marL="0" indent="0">
              <a:buNone/>
              <a:defRPr sz="1400">
                <a:solidFill>
                  <a:schemeClr val="bg1"/>
                </a:solidFill>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64987354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ppenplan zonder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boven een stappenplan zonder cijfers</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582081809"/>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ppenplan, stap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1</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00601760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ppenplan, stap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2</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6837030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ppenplan, stap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3</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88743615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ppenplan, met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met cijfers</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marge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93455376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eks va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a:lvl1pPr>
          </a:lstStyle>
          <a:p>
            <a:r>
              <a:rPr lang="nl-NL"/>
              <a:t>Kop2 boven reeks van 2</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1416000" y="3715602"/>
            <a:ext cx="4319638"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6456362" y="3703798"/>
            <a:ext cx="4319638" cy="2249487"/>
          </a:xfrm>
        </p:spPr>
        <p:txBody>
          <a:bodyPr/>
          <a:lstStyle>
            <a:lvl1pPr marL="0" indent="0">
              <a:buNone/>
              <a:defRPr sz="1800"/>
            </a:lvl1pPr>
          </a:lstStyle>
          <a:p>
            <a:pPr lvl="0"/>
            <a:r>
              <a:rPr lang="nl-NL"/>
              <a:t>Element 2</a:t>
            </a:r>
          </a:p>
        </p:txBody>
      </p:sp>
    </p:spTree>
    <p:extLst>
      <p:ext uri="{BB962C8B-B14F-4D97-AF65-F5344CB8AC3E}">
        <p14:creationId xmlns:p14="http://schemas.microsoft.com/office/powerpoint/2010/main" val="3477943589"/>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067" userDrawn="1">
          <p15:clr>
            <a:srgbClr val="FBAE40"/>
          </p15:clr>
        </p15:guide>
        <p15:guide id="10" pos="3613"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892" userDrawn="1">
          <p15:clr>
            <a:srgbClr val="FBAE40"/>
          </p15:clr>
        </p15:guide>
        <p15:guide id="24" pos="6788" userDrawn="1">
          <p15:clr>
            <a:srgbClr val="FBAE40"/>
          </p15:clr>
        </p15:guide>
        <p15:guide id="25" pos="2253" userDrawn="1">
          <p15:clr>
            <a:srgbClr val="FBAE40"/>
          </p15:clr>
        </p15:guide>
        <p15:guide id="26" pos="5427" userDrawn="1">
          <p15:clr>
            <a:srgbClr val="FBAE40"/>
          </p15:clr>
        </p15:guide>
        <p15:guide id="27" pos="6108" userDrawn="1">
          <p15:clr>
            <a:srgbClr val="FBAE40"/>
          </p15:clr>
        </p15:guide>
        <p15:guide id="28" pos="4747" userDrawn="1">
          <p15:clr>
            <a:srgbClr val="FBAE40"/>
          </p15:clr>
        </p15:guide>
        <p15:guide id="29" pos="2933" userDrawn="1">
          <p15:clr>
            <a:srgbClr val="FBAE40"/>
          </p15:clr>
        </p15:guide>
        <p15:guide id="30" pos="1232" userDrawn="1">
          <p15:clr>
            <a:srgbClr val="FBAE40"/>
          </p15:clr>
        </p15:guide>
        <p15:guide id="31" orient="horz" pos="2699" userDrawn="1">
          <p15:clr>
            <a:srgbClr val="FBAE40"/>
          </p15:clr>
        </p15:guide>
        <p15:guide id="32" orient="horz" pos="3379" userDrawn="1">
          <p15:clr>
            <a:srgbClr val="FBAE40"/>
          </p15:clr>
        </p15:guide>
        <p15:guide id="33" pos="1572" userDrawn="1">
          <p15:clr>
            <a:srgbClr val="FBAE40"/>
          </p15:clr>
        </p15:guide>
        <p15:guide id="34" pos="1912" userDrawn="1">
          <p15:clr>
            <a:srgbClr val="FBAE40"/>
          </p15:clr>
        </p15:guide>
        <p15:guide id="35" pos="2593" userDrawn="1">
          <p15:clr>
            <a:srgbClr val="FBAE40"/>
          </p15:clr>
        </p15:guide>
        <p15:guide id="36" pos="3273" userDrawn="1">
          <p15:clr>
            <a:srgbClr val="FBAE40"/>
          </p15:clr>
        </p15:guide>
        <p15:guide id="37" pos="4407" userDrawn="1">
          <p15:clr>
            <a:srgbClr val="FBAE40"/>
          </p15:clr>
        </p15:guide>
        <p15:guide id="38" pos="5087" userDrawn="1">
          <p15:clr>
            <a:srgbClr val="FBAE40"/>
          </p15:clr>
        </p15:guide>
        <p15:guide id="39" pos="5768" userDrawn="1">
          <p15:clr>
            <a:srgbClr val="FBAE40"/>
          </p15:clr>
        </p15:guide>
        <p15:guide id="40" pos="6448" userDrawn="1">
          <p15:clr>
            <a:srgbClr val="FBAE40"/>
          </p15:clr>
        </p15:guide>
        <p15:guide id="41" pos="7128" userDrawn="1">
          <p15:clr>
            <a:srgbClr val="FBAE40"/>
          </p15:clr>
        </p15:guide>
        <p15:guide id="42" orient="horz" pos="4201" userDrawn="1">
          <p15:clr>
            <a:srgbClr val="FBAE40"/>
          </p15:clr>
        </p15:guide>
        <p15:guide id="43" orient="horz" pos="221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eks va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a:xfrm>
            <a:off x="695324" y="368299"/>
            <a:ext cx="10801351" cy="990601"/>
          </a:xfrm>
        </p:spPr>
        <p:txBody>
          <a:bodyPr/>
          <a:lstStyle>
            <a:lvl1pPr>
              <a:defRPr/>
            </a:lvl1pPr>
          </a:lstStyle>
          <a:p>
            <a:r>
              <a:rPr lang="nl-NL"/>
              <a:t>Kop2 boven reeks van 3</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8611" y="3698876"/>
            <a:ext cx="2877414" cy="2239168"/>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4656139" y="3698876"/>
            <a:ext cx="2879723" cy="2239168"/>
          </a:xfrm>
        </p:spPr>
        <p:txBody>
          <a:bodyPr/>
          <a:lstStyle>
            <a:lvl1pPr marL="0" indent="0">
              <a:buNone/>
              <a:defRPr sz="1800"/>
            </a:lvl1pPr>
          </a:lstStyle>
          <a:p>
            <a:pPr lvl="0"/>
            <a:r>
              <a:rPr lang="nl-NL"/>
              <a:t>Element 2</a:t>
            </a:r>
          </a:p>
        </p:txBody>
      </p:sp>
      <p:sp>
        <p:nvSpPr>
          <p:cNvPr id="4" name="Tijdelijke aanduiding voor inhoud 3">
            <a:extLst>
              <a:ext uri="{FF2B5EF4-FFF2-40B4-BE49-F238E27FC236}">
                <a16:creationId xmlns:a16="http://schemas.microsoft.com/office/drawing/2014/main" id="{7C98B0EE-9B23-A77F-EEC7-16AB43FADD0A}"/>
              </a:ext>
            </a:extLst>
          </p:cNvPr>
          <p:cNvSpPr>
            <a:spLocks noGrp="1"/>
          </p:cNvSpPr>
          <p:nvPr>
            <p:ph sz="quarter" idx="18" hasCustomPrompt="1"/>
          </p:nvPr>
        </p:nvSpPr>
        <p:spPr>
          <a:xfrm>
            <a:off x="8435977" y="3698875"/>
            <a:ext cx="2879723" cy="2239169"/>
          </a:xfrm>
        </p:spPr>
        <p:txBody>
          <a:bodyPr/>
          <a:lstStyle>
            <a:lvl1pPr marL="0" indent="0">
              <a:buNone/>
              <a:defRPr sz="1800"/>
            </a:lvl1pPr>
          </a:lstStyle>
          <a:p>
            <a:pPr lvl="0"/>
            <a:r>
              <a:rPr lang="nl-NL"/>
              <a:t>Element 3</a:t>
            </a:r>
          </a:p>
        </p:txBody>
      </p:sp>
    </p:spTree>
    <p:extLst>
      <p:ext uri="{BB962C8B-B14F-4D97-AF65-F5344CB8AC3E}">
        <p14:creationId xmlns:p14="http://schemas.microsoft.com/office/powerpoint/2010/main" val="576627406"/>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265" userDrawn="1">
          <p15:clr>
            <a:srgbClr val="FBAE40"/>
          </p15:clr>
        </p15:guide>
        <p15:guide id="10" pos="3386" userDrawn="1">
          <p15:clr>
            <a:srgbClr val="FBAE40"/>
          </p15:clr>
        </p15:guide>
        <p15:guide id="14" orient="horz" pos="2330" userDrawn="1">
          <p15:clr>
            <a:srgbClr val="FBAE40"/>
          </p15:clr>
        </p15:guide>
        <p15:guide id="16" orient="horz" pos="232" userDrawn="1">
          <p15:clr>
            <a:srgbClr val="FBAE40"/>
          </p15:clr>
        </p15:guide>
        <p15:guide id="17" orient="horz" pos="85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459" userDrawn="1">
          <p15:clr>
            <a:srgbClr val="FBAE40"/>
          </p15:clr>
        </p15:guide>
        <p15:guide id="25" pos="2366" userDrawn="1">
          <p15:clr>
            <a:srgbClr val="FBAE40"/>
          </p15:clr>
        </p15:guide>
        <p15:guide id="26" pos="5314" userDrawn="1">
          <p15:clr>
            <a:srgbClr val="FBAE40"/>
          </p15:clr>
        </p15:guide>
        <p15:guide id="27" pos="6221" userDrawn="1">
          <p15:clr>
            <a:srgbClr val="FBAE40"/>
          </p15:clr>
        </p15:guide>
        <p15:guide id="28" pos="4747" userDrawn="1">
          <p15:clr>
            <a:srgbClr val="FBAE40"/>
          </p15:clr>
        </p15:guide>
        <p15:guide id="29" pos="2933" userDrawn="1">
          <p15:clr>
            <a:srgbClr val="FBAE40"/>
          </p15:clr>
        </p15:guide>
        <p15:guide id="30" pos="1912" userDrawn="1">
          <p15:clr>
            <a:srgbClr val="FBAE40"/>
          </p15:clr>
        </p15:guide>
        <p15:guide id="31" pos="7128" userDrawn="1">
          <p15:clr>
            <a:srgbClr val="FBAE40"/>
          </p15:clr>
        </p15:guide>
        <p15:guide id="32" pos="1005" userDrawn="1">
          <p15:clr>
            <a:srgbClr val="FBAE40"/>
          </p15:clr>
        </p15:guide>
        <p15:guide id="33" orient="horz" pos="2699" userDrawn="1">
          <p15:clr>
            <a:srgbClr val="FBAE40"/>
          </p15:clr>
        </p15:guide>
        <p15:guide id="34" orient="horz" pos="3379" userDrawn="1">
          <p15:clr>
            <a:srgbClr val="FBAE40"/>
          </p15:clr>
        </p15:guide>
        <p15:guide id="35" pos="5768" userDrawn="1">
          <p15:clr>
            <a:srgbClr val="FBAE40"/>
          </p15:clr>
        </p15:guide>
        <p15:guide id="36" pos="6675" userDrawn="1">
          <p15:clr>
            <a:srgbClr val="FBAE40"/>
          </p15:clr>
        </p15:guide>
        <p15:guide id="37" orient="horz" pos="4201" userDrawn="1">
          <p15:clr>
            <a:srgbClr val="FBAE40"/>
          </p15:clr>
        </p15:guide>
        <p15:guide id="38" orient="horz" pos="2217" userDrawn="1">
          <p15:clr>
            <a:srgbClr val="FBAE40"/>
          </p15:clr>
        </p15:guide>
        <p15:guide id="39" orient="horz" pos="102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eks van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sz="3600"/>
            </a:lvl1pPr>
          </a:lstStyle>
          <a:p>
            <a:r>
              <a:rPr lang="nl-NL"/>
              <a:t>Kop2 boven reeks van 4</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4"/>
          </a:xfrm>
        </p:spPr>
        <p:txBody>
          <a:bodyPr/>
          <a:lstStyle>
            <a:lvl1pPr>
              <a:defRPr sz="2400"/>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6300" y="3715601"/>
            <a:ext cx="2339975"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3576638" y="3698874"/>
            <a:ext cx="2339975" cy="2249487"/>
          </a:xfrm>
        </p:spPr>
        <p:txBody>
          <a:bodyPr/>
          <a:lstStyle>
            <a:lvl1pPr marL="0" indent="0">
              <a:buNone/>
              <a:defRPr sz="1800"/>
            </a:lvl1pPr>
          </a:lstStyle>
          <a:p>
            <a:pPr lvl="0"/>
            <a:r>
              <a:rPr lang="nl-NL"/>
              <a:t>Element 2</a:t>
            </a:r>
          </a:p>
        </p:txBody>
      </p:sp>
      <p:sp>
        <p:nvSpPr>
          <p:cNvPr id="11" name="Tijdelijke aanduiding voor inhoud 10">
            <a:extLst>
              <a:ext uri="{FF2B5EF4-FFF2-40B4-BE49-F238E27FC236}">
                <a16:creationId xmlns:a16="http://schemas.microsoft.com/office/drawing/2014/main" id="{E6B8404B-E64A-2A01-4FC7-4E8FBC3D3242}"/>
              </a:ext>
            </a:extLst>
          </p:cNvPr>
          <p:cNvSpPr>
            <a:spLocks noGrp="1"/>
          </p:cNvSpPr>
          <p:nvPr>
            <p:ph sz="quarter" idx="15" hasCustomPrompt="1"/>
          </p:nvPr>
        </p:nvSpPr>
        <p:spPr>
          <a:xfrm>
            <a:off x="6275388" y="3698875"/>
            <a:ext cx="2339975" cy="2249488"/>
          </a:xfrm>
        </p:spPr>
        <p:txBody>
          <a:bodyPr/>
          <a:lstStyle>
            <a:lvl1pPr marL="0" indent="0">
              <a:buNone/>
              <a:defRPr sz="1800"/>
            </a:lvl1pPr>
          </a:lstStyle>
          <a:p>
            <a:pPr lvl="0"/>
            <a:r>
              <a:rPr lang="nl-NL"/>
              <a:t>Element 3</a:t>
            </a:r>
          </a:p>
        </p:txBody>
      </p:sp>
      <p:sp>
        <p:nvSpPr>
          <p:cNvPr id="13" name="Tijdelijke aanduiding voor inhoud 12">
            <a:extLst>
              <a:ext uri="{FF2B5EF4-FFF2-40B4-BE49-F238E27FC236}">
                <a16:creationId xmlns:a16="http://schemas.microsoft.com/office/drawing/2014/main" id="{B7669E0D-3B27-94F4-3E71-A9C2A7FF7994}"/>
              </a:ext>
            </a:extLst>
          </p:cNvPr>
          <p:cNvSpPr>
            <a:spLocks noGrp="1"/>
          </p:cNvSpPr>
          <p:nvPr>
            <p:ph sz="quarter" idx="16" hasCustomPrompt="1"/>
          </p:nvPr>
        </p:nvSpPr>
        <p:spPr>
          <a:xfrm>
            <a:off x="8975725" y="3698875"/>
            <a:ext cx="2339975" cy="2249486"/>
          </a:xfrm>
        </p:spPr>
        <p:txBody>
          <a:bodyPr/>
          <a:lstStyle>
            <a:lvl1pPr marL="0" indent="0">
              <a:buNone/>
              <a:defRPr sz="1800"/>
            </a:lvl1pPr>
          </a:lstStyle>
          <a:p>
            <a:pPr lvl="0"/>
            <a:r>
              <a:rPr lang="nl-NL"/>
              <a:t>Element 4</a:t>
            </a:r>
          </a:p>
        </p:txBody>
      </p:sp>
    </p:spTree>
    <p:extLst>
      <p:ext uri="{BB962C8B-B14F-4D97-AF65-F5344CB8AC3E}">
        <p14:creationId xmlns:p14="http://schemas.microsoft.com/office/powerpoint/2010/main" val="1407005803"/>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6" pos="2026" userDrawn="1">
          <p15:clr>
            <a:srgbClr val="FBAE40"/>
          </p15:clr>
        </p15:guide>
        <p15:guide id="7" pos="2139" userDrawn="1">
          <p15:clr>
            <a:srgbClr val="FBAE40"/>
          </p15:clr>
        </p15:guide>
        <p15:guide id="8" pos="2253" userDrawn="1">
          <p15:clr>
            <a:srgbClr val="FBAE40"/>
          </p15:clr>
        </p15:guide>
        <p15:guide id="9" pos="3953" userDrawn="1">
          <p15:clr>
            <a:srgbClr val="FBAE40"/>
          </p15:clr>
        </p15:guide>
        <p15:guide id="10" pos="3727" userDrawn="1">
          <p15:clr>
            <a:srgbClr val="FBAE40"/>
          </p15:clr>
        </p15:guide>
        <p15:guide id="11" pos="5541" userDrawn="1">
          <p15:clr>
            <a:srgbClr val="FBAE40"/>
          </p15:clr>
        </p15:guide>
        <p15:guide id="12" pos="5427" userDrawn="1">
          <p15:clr>
            <a:srgbClr val="FBAE40"/>
          </p15:clr>
        </p15:guide>
        <p15:guide id="13" pos="5654"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289" userDrawn="1">
          <p15:clr>
            <a:srgbClr val="FBAE40"/>
          </p15:clr>
        </p15:guide>
        <p15:guide id="22" pos="2990" userDrawn="1">
          <p15:clr>
            <a:srgbClr val="FBAE40"/>
          </p15:clr>
        </p15:guide>
        <p15:guide id="23" pos="4690" userDrawn="1">
          <p15:clr>
            <a:srgbClr val="FBAE40"/>
          </p15:clr>
        </p15:guide>
        <p15:guide id="24" pos="6391" userDrawn="1">
          <p15:clr>
            <a:srgbClr val="FBAE40"/>
          </p15:clr>
        </p15:guide>
        <p15:guide id="25" orient="horz" pos="4201" userDrawn="1">
          <p15:clr>
            <a:srgbClr val="FBAE40"/>
          </p15:clr>
        </p15:guide>
        <p15:guide id="26" pos="7128" userDrawn="1">
          <p15:clr>
            <a:srgbClr val="FBAE40"/>
          </p15:clr>
        </p15:guide>
        <p15:guide id="27" pos="920" userDrawn="1">
          <p15:clr>
            <a:srgbClr val="FBAE40"/>
          </p15:clr>
        </p15:guide>
        <p15:guide id="28" pos="1657" userDrawn="1">
          <p15:clr>
            <a:srgbClr val="FBAE40"/>
          </p15:clr>
        </p15:guide>
        <p15:guide id="29" pos="2621" userDrawn="1">
          <p15:clr>
            <a:srgbClr val="FBAE40"/>
          </p15:clr>
        </p15:guide>
        <p15:guide id="30" pos="3358" userDrawn="1">
          <p15:clr>
            <a:srgbClr val="FBAE40"/>
          </p15:clr>
        </p15:guide>
        <p15:guide id="31" pos="4322" userDrawn="1">
          <p15:clr>
            <a:srgbClr val="FBAE40"/>
          </p15:clr>
        </p15:guide>
        <p15:guide id="32" pos="5059" userDrawn="1">
          <p15:clr>
            <a:srgbClr val="FBAE40"/>
          </p15:clr>
        </p15:guide>
        <p15:guide id="33" pos="6023" userDrawn="1">
          <p15:clr>
            <a:srgbClr val="FBAE40"/>
          </p15:clr>
        </p15:guide>
        <p15:guide id="34" pos="6760" userDrawn="1">
          <p15:clr>
            <a:srgbClr val="FBAE40"/>
          </p15:clr>
        </p15:guide>
        <p15:guide id="35" orient="horz" pos="2699" userDrawn="1">
          <p15:clr>
            <a:srgbClr val="FBAE40"/>
          </p15:clr>
        </p15:guide>
        <p15:guide id="36" orient="horz" pos="3379" userDrawn="1">
          <p15:clr>
            <a:srgbClr val="FBAE40"/>
          </p15:clr>
        </p15:guide>
        <p15:guide id="37" orient="horz" pos="22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B050A3-CB8A-F617-E230-1098E8F4BDE6}"/>
              </a:ext>
            </a:extLst>
          </p:cNvPr>
          <p:cNvSpPr>
            <a:spLocks noGrp="1"/>
          </p:cNvSpPr>
          <p:nvPr>
            <p:ph type="title" hasCustomPrompt="1"/>
          </p:nvPr>
        </p:nvSpPr>
        <p:spPr>
          <a:xfrm>
            <a:off x="695325" y="2168524"/>
            <a:ext cx="4860926" cy="2520951"/>
          </a:xfrm>
        </p:spPr>
        <p:txBody>
          <a:bodyPr anchor="ctr"/>
          <a:lstStyle>
            <a:lvl1pPr>
              <a:defRPr sz="3200"/>
            </a:lvl1pPr>
          </a:lstStyle>
          <a:p>
            <a:r>
              <a:rPr lang="nl-NL"/>
              <a:t>Kop2 bij afbeelding. Zonder tekst, dus alt-tekst verplicht bij afbeelding. Er is een ander slide met tekst.</a:t>
            </a:r>
          </a:p>
        </p:txBody>
      </p:sp>
      <p:sp>
        <p:nvSpPr>
          <p:cNvPr id="7" name="Tijdelijke aanduiding voor afbeelding 6">
            <a:extLst>
              <a:ext uri="{FF2B5EF4-FFF2-40B4-BE49-F238E27FC236}">
                <a16:creationId xmlns:a16="http://schemas.microsoft.com/office/drawing/2014/main" id="{0990D554-BAED-F34C-2367-A25543C955CC}"/>
              </a:ext>
            </a:extLst>
          </p:cNvPr>
          <p:cNvSpPr>
            <a:spLocks noGrp="1"/>
          </p:cNvSpPr>
          <p:nvPr>
            <p:ph type="pic" sz="quarter" idx="13" hasCustomPrompt="1"/>
          </p:nvPr>
        </p:nvSpPr>
        <p:spPr>
          <a:xfrm>
            <a:off x="6096000" y="0"/>
            <a:ext cx="6096000" cy="6858000"/>
          </a:xfrm>
        </p:spPr>
        <p:txBody>
          <a:bodyPr lIns="108000" tIns="108000" rIns="108000" bIns="108000"/>
          <a:lstStyle>
            <a:lvl1pPr marL="0" indent="0">
              <a:buNone/>
              <a:defRPr sz="1200" b="0"/>
            </a:lvl1pPr>
          </a:lstStyle>
          <a:p>
            <a:r>
              <a:rPr lang="nl-NL"/>
              <a:t>Denk om de alt-tekst!</a:t>
            </a:r>
            <a:br>
              <a:rPr lang="nl-NL"/>
            </a:br>
            <a:r>
              <a:rPr lang="nl-NL"/>
              <a:t>In dit geval is de alt-tekst verplicht omdat de titel/Kop2 anders geen inhoud heeft. Op een slide met ook tekst is dat anders.</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hem vanuit de map hierin te slepen of te kopiëren. De afbeelding neemt automatisch de vorm en grootte van dit vak aan.</a:t>
            </a:r>
            <a:br>
              <a:rPr lang="nl-NL"/>
            </a:br>
            <a:br>
              <a:rPr lang="nl-NL"/>
            </a:br>
            <a:r>
              <a:rPr lang="nl-NL"/>
              <a:t>Past je afbeelding niet? Of ziet deze er raar uit?</a:t>
            </a:r>
            <a:br>
              <a:rPr lang="nl-NL"/>
            </a:br>
            <a:r>
              <a:rPr lang="nl-NL"/>
              <a:t>Ga boven het lint (de bovenbalk) naar het tabblad “Grafische indeling” of “Afbeeldingsindeling. Klik daar op “Bijsnijden”. </a:t>
            </a:r>
            <a:br>
              <a:rPr lang="nl-NL"/>
            </a:b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157315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1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5"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6096000" cy="6858000"/>
          </a:xfrm>
        </p:spPr>
        <p:txBody>
          <a:bodyPr lIns="108000" tIns="108000" rIns="108000" bIns="108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de afbeelding hierheen te slepen of te kopiëren. Hij neemt automatisch de vorm en grootte van dit vak aan.</a:t>
            </a:r>
            <a:br>
              <a:rPr lang="nl-NL"/>
            </a:br>
            <a:r>
              <a:rPr lang="nl-NL"/>
              <a:t>Past je afbeelding niet? Of ziet deze er raar uit doordat dit hele vak gevuld wordt met iets dat niet past?</a:t>
            </a:r>
            <a:br>
              <a:rPr lang="nl-NL"/>
            </a:br>
            <a:r>
              <a:rPr lang="nl-NL"/>
              <a:t>Ga naar het tabblad “Grafische indeling” of “Afbeeldingsindeling. Klik daar op “Bijsnijden”.</a:t>
            </a: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423410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33D2BC37-860F-86D3-F6B3-3AE8A62F41E0}"/>
              </a:ext>
            </a:extLst>
          </p:cNvPr>
          <p:cNvSpPr>
            <a:spLocks noGrp="1"/>
          </p:cNvSpPr>
          <p:nvPr>
            <p:ph type="pic" sz="quarter" idx="15"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644E291-BCF9-4255-BA32-00C6C5D3E667}"/>
              </a:ext>
            </a:extLst>
          </p:cNvPr>
          <p:cNvSpPr>
            <a:spLocks noGrp="1"/>
          </p:cNvSpPr>
          <p:nvPr>
            <p:ph type="pic" sz="quarter" idx="16"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534709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232" userDrawn="1">
          <p15:clr>
            <a:srgbClr val="FBAE40"/>
          </p15:clr>
        </p15:guide>
        <p15:guide id="6" orient="horz" pos="4088"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naas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5" name="Tijdelijke aanduiding voor afbeelding 4">
            <a:extLst>
              <a:ext uri="{FF2B5EF4-FFF2-40B4-BE49-F238E27FC236}">
                <a16:creationId xmlns:a16="http://schemas.microsoft.com/office/drawing/2014/main" id="{95DD351F-D510-FF29-B6A7-EC7231A39934}"/>
              </a:ext>
            </a:extLst>
          </p:cNvPr>
          <p:cNvSpPr>
            <a:spLocks noGrp="1"/>
          </p:cNvSpPr>
          <p:nvPr>
            <p:ph type="pic" sz="quarter" idx="15" hasCustomPrompt="1"/>
          </p:nvPr>
        </p:nvSpPr>
        <p:spPr>
          <a:xfrm>
            <a:off x="6096000"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uitlegside voor de oplossing.</a:t>
            </a:r>
          </a:p>
          <a:p>
            <a:endParaRPr lang="nl-NL"/>
          </a:p>
        </p:txBody>
      </p:sp>
      <p:sp>
        <p:nvSpPr>
          <p:cNvPr id="7" name="Tijdelijke aanduiding voor afbeelding 6">
            <a:extLst>
              <a:ext uri="{FF2B5EF4-FFF2-40B4-BE49-F238E27FC236}">
                <a16:creationId xmlns:a16="http://schemas.microsoft.com/office/drawing/2014/main" id="{644AADF8-4530-F853-A015-E85E6D93A5F5}"/>
              </a:ext>
            </a:extLst>
          </p:cNvPr>
          <p:cNvSpPr>
            <a:spLocks noGrp="1"/>
          </p:cNvSpPr>
          <p:nvPr>
            <p:ph type="pic" sz="quarter" idx="16" hasCustomPrompt="1"/>
          </p:nvPr>
        </p:nvSpPr>
        <p:spPr>
          <a:xfrm>
            <a:off x="9207643"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voor of de uitlegslide de oplossing.</a:t>
            </a:r>
          </a:p>
          <a:p>
            <a:endParaRPr lang="nl-NL"/>
          </a:p>
        </p:txBody>
      </p:sp>
    </p:spTree>
    <p:extLst>
      <p:ext uri="{BB962C8B-B14F-4D97-AF65-F5344CB8AC3E}">
        <p14:creationId xmlns:p14="http://schemas.microsoft.com/office/powerpoint/2010/main" val="2098190250"/>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2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2-1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marL="230400" indent="-230400">
              <a:buFont typeface="Arial" panose="020B0604020202020204" pitchFamily="34" charset="0"/>
              <a:buChar char="•"/>
              <a:defRPr/>
            </a:lvl1pPr>
            <a:lvl2pPr marL="239400" indent="0">
              <a:buNone/>
              <a:defRPr/>
            </a:lvl2pPr>
          </a:lstStyle>
          <a:p>
            <a:pPr lvl="0"/>
            <a:r>
              <a:rPr lang="nl-NL"/>
              <a:t>Tekst kleiner of groter maken? Selecteer alle tekst en klik Ctrl-Shift plus of min. Of ga naar tabblad Start, klik in Lettertype op A^ of Aˇ.</a:t>
            </a:r>
          </a:p>
          <a:p>
            <a:pPr lvl="1"/>
            <a:endParaRPr lang="nl-NL"/>
          </a:p>
        </p:txBody>
      </p:sp>
      <p:sp>
        <p:nvSpPr>
          <p:cNvPr id="4" name="Tijdelijke aanduiding voor afbeelding 3">
            <a:extLst>
              <a:ext uri="{FF2B5EF4-FFF2-40B4-BE49-F238E27FC236}">
                <a16:creationId xmlns:a16="http://schemas.microsoft.com/office/drawing/2014/main" id="{BA1D28D1-7ED3-055A-5195-489DFAAFF82F}"/>
              </a:ext>
            </a:extLst>
          </p:cNvPr>
          <p:cNvSpPr>
            <a:spLocks noGrp="1"/>
          </p:cNvSpPr>
          <p:nvPr>
            <p:ph type="pic" sz="quarter" idx="18" hasCustomPrompt="1"/>
          </p:nvPr>
        </p:nvSpPr>
        <p:spPr>
          <a:xfrm>
            <a:off x="6096000" y="-6578"/>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F6E89278-CEBB-1518-D027-3D84ABA6BA16}"/>
              </a:ext>
            </a:extLst>
          </p:cNvPr>
          <p:cNvSpPr>
            <a:spLocks noGrp="1"/>
          </p:cNvSpPr>
          <p:nvPr>
            <p:ph type="pic" sz="quarter" idx="19" hasCustomPrompt="1"/>
          </p:nvPr>
        </p:nvSpPr>
        <p:spPr>
          <a:xfrm>
            <a:off x="9196800" y="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uitlegside voor de oplossing.</a:t>
            </a:r>
          </a:p>
          <a:p>
            <a:endParaRPr lang="nl-NL"/>
          </a:p>
        </p:txBody>
      </p:sp>
      <p:sp>
        <p:nvSpPr>
          <p:cNvPr id="11" name="Tijdelijke aanduiding voor afbeelding 10">
            <a:extLst>
              <a:ext uri="{FF2B5EF4-FFF2-40B4-BE49-F238E27FC236}">
                <a16:creationId xmlns:a16="http://schemas.microsoft.com/office/drawing/2014/main" id="{C52ED923-DB7C-B90F-62E4-25D280DD183D}"/>
              </a:ext>
            </a:extLst>
          </p:cNvPr>
          <p:cNvSpPr>
            <a:spLocks noGrp="1"/>
          </p:cNvSpPr>
          <p:nvPr>
            <p:ph type="pic" sz="quarter" idx="20"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497238725"/>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7" orient="horz" pos="2160" userDrawn="1">
          <p15:clr>
            <a:srgbClr val="FBAE40"/>
          </p15:clr>
        </p15:guide>
        <p15:guide id="8" orient="horz" pos="2137" userDrawn="1">
          <p15:clr>
            <a:srgbClr val="FBAE40"/>
          </p15:clr>
        </p15:guide>
        <p15:guide id="9" orient="horz" pos="2183"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1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1-2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11" name="Tijdelijke aanduiding voor afbeelding 10">
            <a:extLst>
              <a:ext uri="{FF2B5EF4-FFF2-40B4-BE49-F238E27FC236}">
                <a16:creationId xmlns:a16="http://schemas.microsoft.com/office/drawing/2014/main" id="{2B2D465E-58C0-149D-D41E-EE15C938D6B6}"/>
              </a:ext>
            </a:extLst>
          </p:cNvPr>
          <p:cNvSpPr>
            <a:spLocks noGrp="1"/>
          </p:cNvSpPr>
          <p:nvPr>
            <p:ph type="pic" sz="quarter" idx="17"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9D23127C-4FE6-E848-6DBC-D89F7D4E0BFB}"/>
              </a:ext>
            </a:extLst>
          </p:cNvPr>
          <p:cNvSpPr>
            <a:spLocks noGrp="1"/>
          </p:cNvSpPr>
          <p:nvPr>
            <p:ph type="pic" sz="quarter" idx="15" hasCustomPrompt="1"/>
          </p:nvPr>
        </p:nvSpPr>
        <p:spPr>
          <a:xfrm>
            <a:off x="6096000" y="3477744"/>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26E9B052-32B0-2639-2F75-9AFC49194B33}"/>
              </a:ext>
            </a:extLst>
          </p:cNvPr>
          <p:cNvSpPr>
            <a:spLocks noGrp="1"/>
          </p:cNvSpPr>
          <p:nvPr>
            <p:ph type="pic" sz="quarter" idx="16" hasCustomPrompt="1"/>
          </p:nvPr>
        </p:nvSpPr>
        <p:spPr>
          <a:xfrm>
            <a:off x="9196800" y="347345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091215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9" pos="5790" userDrawn="1">
          <p15:clr>
            <a:srgbClr val="FBAE40"/>
          </p15:clr>
        </p15:guide>
        <p15:guide id="10" pos="5745" userDrawn="1">
          <p15:clr>
            <a:srgbClr val="FBAE40"/>
          </p15:clr>
        </p15:guide>
        <p15:guide id="11" orient="horz" pos="2137" userDrawn="1">
          <p15:clr>
            <a:srgbClr val="FBAE40"/>
          </p15:clr>
        </p15:guide>
        <p15:guide id="13" orient="horz" pos="2183" userDrawn="1">
          <p15:clr>
            <a:srgbClr val="FBAE40"/>
          </p15:clr>
        </p15:guide>
        <p15:guide id="14" pos="4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2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4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816BFF01-E9C9-22CF-01E1-B518266303D5}"/>
              </a:ext>
            </a:extLst>
          </p:cNvPr>
          <p:cNvSpPr>
            <a:spLocks noGrp="1"/>
          </p:cNvSpPr>
          <p:nvPr>
            <p:ph type="pic" sz="quarter" idx="17" hasCustomPrompt="1"/>
          </p:nvPr>
        </p:nvSpPr>
        <p:spPr>
          <a:xfrm>
            <a:off x="6095999" y="-598"/>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13" name="Tijdelijke aanduiding voor afbeelding 12">
            <a:extLst>
              <a:ext uri="{FF2B5EF4-FFF2-40B4-BE49-F238E27FC236}">
                <a16:creationId xmlns:a16="http://schemas.microsoft.com/office/drawing/2014/main" id="{81A0080E-8D3A-0588-61FC-2A756DB5400E}"/>
              </a:ext>
            </a:extLst>
          </p:cNvPr>
          <p:cNvSpPr>
            <a:spLocks noGrp="1"/>
          </p:cNvSpPr>
          <p:nvPr>
            <p:ph type="pic" sz="quarter" idx="18" hasCustomPrompt="1"/>
          </p:nvPr>
        </p:nvSpPr>
        <p:spPr>
          <a:xfrm>
            <a:off x="9196800" y="-7176"/>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03491" y="3474598"/>
            <a:ext cx="2987708"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9196800" y="3481177"/>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222235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4088" userDrawn="1">
          <p15:clr>
            <a:srgbClr val="FBAE40"/>
          </p15:clr>
        </p15:guide>
        <p15:guide id="6" pos="3500" userDrawn="1">
          <p15:clr>
            <a:srgbClr val="FBAE40"/>
          </p15:clr>
        </p15:guide>
        <p15:guide id="7" pos="438" userDrawn="1">
          <p15:clr>
            <a:srgbClr val="FBAE40"/>
          </p15:clr>
        </p15:guide>
        <p15:guide id="8" pos="5790" userDrawn="1">
          <p15:clr>
            <a:srgbClr val="FBAE40"/>
          </p15:clr>
        </p15:guide>
        <p15:guide id="9" pos="5745" userDrawn="1">
          <p15:clr>
            <a:srgbClr val="FBAE40"/>
          </p15:clr>
        </p15:guide>
        <p15:guide id="11" orient="horz" pos="2183" userDrawn="1">
          <p15:clr>
            <a:srgbClr val="FBAE40"/>
          </p15:clr>
        </p15:guide>
        <p15:guide id="12" orient="horz" pos="2137" userDrawn="1">
          <p15:clr>
            <a:srgbClr val="FBAE40"/>
          </p15:clr>
        </p15:guide>
        <p15:guide id="13" orient="horz" pos="102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3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4" y="368301"/>
            <a:ext cx="4860926" cy="994678"/>
          </a:xfrm>
        </p:spPr>
        <p:txBody>
          <a:bodyPr/>
          <a:lstStyle>
            <a:lvl1pPr>
              <a:defRPr/>
            </a:lvl1pPr>
          </a:lstStyle>
          <a:p>
            <a:r>
              <a:rPr lang="nl-NL"/>
              <a:t>Kop2 bij tekst en 4 afbeeldingen, 3-1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endParaRPr lang="nl-NL"/>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0195"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1"/>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3466800"/>
            <a:ext cx="6096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49451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2" pos="5087" userDrawn="1">
          <p15:clr>
            <a:srgbClr val="FBAE40"/>
          </p15:clr>
        </p15:guide>
        <p15:guide id="13" pos="5133" userDrawn="1">
          <p15:clr>
            <a:srgbClr val="FBAE40"/>
          </p15:clr>
        </p15:guide>
        <p15:guide id="14" pos="6380" userDrawn="1">
          <p15:clr>
            <a:srgbClr val="FBAE40"/>
          </p15:clr>
        </p15:guide>
        <p15:guide id="15" pos="642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1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4 afbeeldingen, 1-3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110597" y="1"/>
            <a:ext cx="6081403" cy="3389862"/>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10597" y="3465513"/>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70298" y="3468139"/>
            <a:ext cx="1962000" cy="3389861"/>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26"/>
            <a:ext cx="1962000" cy="3391174"/>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Tree>
    <p:extLst>
      <p:ext uri="{BB962C8B-B14F-4D97-AF65-F5344CB8AC3E}">
        <p14:creationId xmlns:p14="http://schemas.microsoft.com/office/powerpoint/2010/main" val="2385272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3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701756" y="374523"/>
            <a:ext cx="4854494" cy="984377"/>
          </a:xfrm>
        </p:spPr>
        <p:txBody>
          <a:bodyPr/>
          <a:lstStyle>
            <a:lvl1pPr>
              <a:defRPr/>
            </a:lvl1pPr>
          </a:lstStyle>
          <a:p>
            <a:r>
              <a:rPr lang="nl-NL"/>
              <a:t>Kop2 bij tekst en 5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701756"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5999" y="0"/>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2999" y="1"/>
            <a:ext cx="1962000" cy="3392488"/>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0"/>
            <a:ext cx="1962000" cy="3392487"/>
          </a:xfrm>
        </p:spPr>
        <p:txBody>
          <a:bodyPr lIns="72000" tIns="72000" rIns="72000" bIns="72000"/>
          <a:lstStyle>
            <a:lvl1pPr marL="0" indent="0">
              <a:buNone/>
              <a:defRPr sz="1200"/>
            </a:lvl1pPr>
          </a:lstStyle>
          <a:p>
            <a:r>
              <a:rPr lang="nl-NL"/>
              <a:t>Denk om de alt-tekst!</a:t>
            </a:r>
          </a:p>
        </p:txBody>
      </p:sp>
      <p:sp>
        <p:nvSpPr>
          <p:cNvPr id="8" name="Tijdelijke aanduiding voor afbeelding 7">
            <a:extLst>
              <a:ext uri="{FF2B5EF4-FFF2-40B4-BE49-F238E27FC236}">
                <a16:creationId xmlns:a16="http://schemas.microsoft.com/office/drawing/2014/main" id="{860A6F3F-0268-A40A-7812-E70860B33B7D}"/>
              </a:ext>
            </a:extLst>
          </p:cNvPr>
          <p:cNvSpPr>
            <a:spLocks noGrp="1"/>
          </p:cNvSpPr>
          <p:nvPr>
            <p:ph type="pic" sz="quarter" idx="18" hasCustomPrompt="1"/>
          </p:nvPr>
        </p:nvSpPr>
        <p:spPr>
          <a:xfrm>
            <a:off x="6091509"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196800"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982939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3" pos="5745" userDrawn="1">
          <p15:clr>
            <a:srgbClr val="FBAE40"/>
          </p15:clr>
        </p15:guide>
        <p15:guide id="14" pos="579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2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5 afbeeldingen,  2-3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B7D94BC4-0CD6-9F0A-124C-0DD9FB56DA36}"/>
              </a:ext>
            </a:extLst>
          </p:cNvPr>
          <p:cNvSpPr>
            <a:spLocks noGrp="1"/>
          </p:cNvSpPr>
          <p:nvPr>
            <p:ph type="pic" sz="quarter" idx="18" hasCustomPrompt="1"/>
          </p:nvPr>
        </p:nvSpPr>
        <p:spPr>
          <a:xfrm>
            <a:off x="6096000" y="1"/>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202757" y="0"/>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1" y="3466800"/>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66800"/>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00"/>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3157597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guide id="12" pos="5768" userDrawn="1">
          <p15:clr>
            <a:srgbClr val="FBAE40"/>
          </p15:clr>
        </p15:guide>
        <p15:guide id="13" pos="5722" userDrawn="1">
          <p15:clr>
            <a:srgbClr val="FBAE40"/>
          </p15:clr>
        </p15:guide>
        <p15:guide id="14" pos="5087" userDrawn="1">
          <p15:clr>
            <a:srgbClr val="FBAE40"/>
          </p15:clr>
        </p15:guide>
        <p15:guide id="15" pos="5110" userDrawn="1">
          <p15:clr>
            <a:srgbClr val="FBAE40"/>
          </p15:clr>
        </p15:guide>
        <p15:guide id="16" pos="6380" userDrawn="1">
          <p15:clr>
            <a:srgbClr val="FBAE40"/>
          </p15:clr>
        </p15:guide>
        <p15:guide id="17" pos="642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6 afbeeldingen, 3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6 afbeeldingen, 3-3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131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p:txBody>
      </p:sp>
      <p:sp>
        <p:nvSpPr>
          <p:cNvPr id="8" name="Tijdelijke aanduiding voor afbeelding 7">
            <a:extLst>
              <a:ext uri="{FF2B5EF4-FFF2-40B4-BE49-F238E27FC236}">
                <a16:creationId xmlns:a16="http://schemas.microsoft.com/office/drawing/2014/main" id="{D9A30E33-BB87-5F60-F212-189EF65F61C4}"/>
              </a:ext>
            </a:extLst>
          </p:cNvPr>
          <p:cNvSpPr>
            <a:spLocks noGrp="1"/>
          </p:cNvSpPr>
          <p:nvPr>
            <p:ph type="pic" sz="quarter" idx="18" hasCustomPrompt="1"/>
          </p:nvPr>
        </p:nvSpPr>
        <p:spPr>
          <a:xfrm>
            <a:off x="8163000" y="-13125"/>
            <a:ext cx="1962000" cy="3391200"/>
          </a:xfrm>
        </p:spPr>
        <p:txBody>
          <a:bodyPr lIns="72000" tIns="72000" rIns="72000" bIns="72000"/>
          <a:lstStyle>
            <a:lvl1pPr marL="0" indent="0">
              <a:buNone/>
              <a:defRPr sz="1200"/>
            </a:lvl1pPr>
          </a:lstStyle>
          <a:p>
            <a:r>
              <a:rPr lang="nl-NL"/>
              <a:t>Denk om de alt-tekst!</a:t>
            </a:r>
          </a:p>
        </p:txBody>
      </p:sp>
      <p:sp>
        <p:nvSpPr>
          <p:cNvPr id="11" name="Tijdelijke aanduiding voor afbeelding 10">
            <a:extLst>
              <a:ext uri="{FF2B5EF4-FFF2-40B4-BE49-F238E27FC236}">
                <a16:creationId xmlns:a16="http://schemas.microsoft.com/office/drawing/2014/main" id="{EE256E7F-9372-EC68-8D10-249F6ECB9470}"/>
              </a:ext>
            </a:extLst>
          </p:cNvPr>
          <p:cNvSpPr>
            <a:spLocks noGrp="1"/>
          </p:cNvSpPr>
          <p:nvPr>
            <p:ph type="pic" sz="quarter" idx="19" hasCustomPrompt="1"/>
          </p:nvPr>
        </p:nvSpPr>
        <p:spPr>
          <a:xfrm>
            <a:off x="10230000" y="-11869"/>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34799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77357"/>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79925"/>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23144263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el, tekst, Algeme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01FB1445-F863-7FCE-C549-4CCE3655A3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88019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1026" userDrawn="1">
          <p15:clr>
            <a:srgbClr val="FBAE40"/>
          </p15:clr>
        </p15:guide>
        <p15:guide id="7" orient="horz" pos="4088" userDrawn="1">
          <p15:clr>
            <a:srgbClr val="FBAE40"/>
          </p15:clr>
        </p15:guide>
        <p15:guide id="8" orient="horz" pos="85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 tekst bij Digita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C1FB6ED6-E48A-5257-391B-F6333774B2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107609" cy="6858000"/>
          </a:xfrm>
          <a:prstGeom prst="rect">
            <a:avLst/>
          </a:prstGeom>
        </p:spPr>
      </p:pic>
    </p:spTree>
    <p:extLst>
      <p:ext uri="{BB962C8B-B14F-4D97-AF65-F5344CB8AC3E}">
        <p14:creationId xmlns:p14="http://schemas.microsoft.com/office/powerpoint/2010/main" val="704206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in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BDF04826-754A-0DC3-7A99-E882B41DA9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154" r="-1154"/>
          <a:stretch>
            <a:fillRect/>
          </a:stretch>
        </p:blipFill>
        <p:spPr>
          <a:xfrm>
            <a:off x="6096000" y="0"/>
            <a:ext cx="6240589" cy="6858000"/>
          </a:xfrm>
          <a:prstGeom prst="rect">
            <a:avLst/>
          </a:prstGeom>
        </p:spPr>
      </p:pic>
    </p:spTree>
    <p:extLst>
      <p:ext uri="{BB962C8B-B14F-4D97-AF65-F5344CB8AC3E}">
        <p14:creationId xmlns:p14="http://schemas.microsoft.com/office/powerpoint/2010/main" val="3122379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ui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6FE6A0A8-18A4-A2E9-1961-A5FA7D59D8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240589" cy="6858000"/>
          </a:xfrm>
          <a:prstGeom prst="rect">
            <a:avLst/>
          </a:prstGeom>
        </p:spPr>
      </p:pic>
    </p:spTree>
    <p:extLst>
      <p:ext uri="{BB962C8B-B14F-4D97-AF65-F5344CB8AC3E}">
        <p14:creationId xmlns:p14="http://schemas.microsoft.com/office/powerpoint/2010/main" val="801768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el, tekst bij Gebruikersonderzo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6" name="Afbeelding 5">
            <a:extLst>
              <a:ext uri="{FF2B5EF4-FFF2-40B4-BE49-F238E27FC236}">
                <a16:creationId xmlns:a16="http://schemas.microsoft.com/office/drawing/2014/main" id="{D042FB02-99D8-E1B6-7865-28C0108091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8760" y="0"/>
            <a:ext cx="6088612" cy="6858000"/>
          </a:xfrm>
          <a:prstGeom prst="rect">
            <a:avLst/>
          </a:prstGeom>
        </p:spPr>
      </p:pic>
    </p:spTree>
    <p:extLst>
      <p:ext uri="{BB962C8B-B14F-4D97-AF65-F5344CB8AC3E}">
        <p14:creationId xmlns:p14="http://schemas.microsoft.com/office/powerpoint/2010/main" val="25411662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malle afbeelding,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smalle afbeelding,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3"/>
            <a:ext cx="7920038" cy="4770439"/>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4770438"/>
          </a:xfrm>
          <a:noFill/>
        </p:spPr>
        <p:txBody>
          <a:bodyPr lIns="72000" tIns="72000" rIns="72000" bIns="72000">
            <a:normAutofit/>
          </a:bodyPr>
          <a:lstStyle>
            <a:lvl1pPr marL="0" indent="0">
              <a:buNone/>
              <a:defRPr sz="1200"/>
            </a:lvl1pPr>
          </a:lstStyle>
          <a:p>
            <a:r>
              <a:rPr lang="nl-NL"/>
              <a:t>Denk aan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de afbeelding niet of ziet deze er raar uit doordat je maar een deel ziet? Kijk dan bij de slides met de grotere afbeeldingen of de uitlegslide voor meer uitleg om dat op te lossen.</a:t>
            </a:r>
          </a:p>
        </p:txBody>
      </p:sp>
    </p:spTree>
    <p:extLst>
      <p:ext uri="{BB962C8B-B14F-4D97-AF65-F5344CB8AC3E}">
        <p14:creationId xmlns:p14="http://schemas.microsoft.com/office/powerpoint/2010/main" val="4091558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5654"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guide id="8" orient="horz" pos="4031" userDrawn="1">
          <p15:clr>
            <a:srgbClr val="FBAE40"/>
          </p15:clr>
        </p15:guide>
        <p15:guide id="9" pos="5427"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 smalle afbeeldingen,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2 kleine afbeeldingen,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5"/>
            <a:ext cx="7920038"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2376488"/>
          </a:xfrm>
          <a:noFill/>
        </p:spPr>
        <p:txBody>
          <a:bodyPr lIns="72000" tIns="72000" rIns="72000" bIns="72000">
            <a:normAutofit/>
          </a:bodyPr>
          <a:lstStyle>
            <a:lvl1pPr marL="0" indent="0">
              <a:buNone/>
              <a:defRPr sz="1200"/>
            </a:lvl1pPr>
          </a:lstStyle>
          <a:p>
            <a:r>
              <a:rPr lang="nl-NL"/>
              <a:t>Denk aan de alt-tekst! Misschien is de afbeelding echt alleen maar decoratief, maar soms draagt een afbeelding bij aan de sfeer en dan is het wel zo aardig om die ook aan te bieden aan je collega of klant die dat niet kan zien.</a:t>
            </a:r>
          </a:p>
        </p:txBody>
      </p:sp>
      <p:sp>
        <p:nvSpPr>
          <p:cNvPr id="4" name="Tijdelijke aanduiding voor afbeelding 3">
            <a:extLst>
              <a:ext uri="{FF2B5EF4-FFF2-40B4-BE49-F238E27FC236}">
                <a16:creationId xmlns:a16="http://schemas.microsoft.com/office/drawing/2014/main" id="{850C704E-1506-0B51-C15B-D395F50B94D9}"/>
              </a:ext>
            </a:extLst>
          </p:cNvPr>
          <p:cNvSpPr>
            <a:spLocks noGrp="1"/>
          </p:cNvSpPr>
          <p:nvPr>
            <p:ph type="pic" sz="quarter" idx="12" hasCustomPrompt="1"/>
          </p:nvPr>
        </p:nvSpPr>
        <p:spPr>
          <a:xfrm>
            <a:off x="8975726" y="4113213"/>
            <a:ext cx="3216274" cy="2376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Tx/>
              <a:buNone/>
              <a:tabLst/>
              <a:defRPr sz="1200"/>
            </a:lvl1pPr>
          </a:lstStyle>
          <a:p>
            <a:pPr marL="0" marR="0" lvl="0" indent="0" algn="l" defTabSz="914400" rtl="0" eaLnBrk="1" fontAlgn="auto" latinLnBrk="0" hangingPunct="1">
              <a:lnSpc>
                <a:spcPct val="90000"/>
              </a:lnSpc>
              <a:spcBef>
                <a:spcPts val="1200"/>
              </a:spcBef>
              <a:spcAft>
                <a:spcPts val="0"/>
              </a:spcAft>
              <a:buClrTx/>
              <a:buSzTx/>
              <a:buFontTx/>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p:txBody>
      </p:sp>
    </p:spTree>
    <p:extLst>
      <p:ext uri="{BB962C8B-B14F-4D97-AF65-F5344CB8AC3E}">
        <p14:creationId xmlns:p14="http://schemas.microsoft.com/office/powerpoint/2010/main" val="3583865726"/>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654" userDrawn="1">
          <p15:clr>
            <a:srgbClr val="FBAE40"/>
          </p15:clr>
        </p15:guide>
        <p15:guide id="5" pos="5427"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4088" userDrawn="1">
          <p15:clr>
            <a:srgbClr val="FBAE40"/>
          </p15:clr>
        </p15:guide>
        <p15:guide id="10" orient="horz" pos="2557" userDrawn="1">
          <p15:clr>
            <a:srgbClr val="FBAE40"/>
          </p15:clr>
        </p15:guide>
        <p15:guide id="11" orient="horz" pos="2523" userDrawn="1">
          <p15:clr>
            <a:srgbClr val="FBAE40"/>
          </p15:clr>
        </p15:guide>
        <p15:guide id="12" orient="horz" pos="2591"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malle afbeelding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D73A6-6EB6-D125-4DBC-F62BAFE882D4}"/>
              </a:ext>
            </a:extLst>
          </p:cNvPr>
          <p:cNvSpPr>
            <a:spLocks noGrp="1"/>
          </p:cNvSpPr>
          <p:nvPr>
            <p:ph type="title" hasCustomPrompt="1"/>
          </p:nvPr>
        </p:nvSpPr>
        <p:spPr>
          <a:xfrm>
            <a:off x="695325" y="2663826"/>
            <a:ext cx="7921625" cy="1530350"/>
          </a:xfrm>
        </p:spPr>
        <p:txBody>
          <a:bodyPr anchor="ctr"/>
          <a:lstStyle>
            <a:lvl1pPr>
              <a:defRPr/>
            </a:lvl1pPr>
          </a:lstStyle>
          <a:p>
            <a:r>
              <a:rPr lang="nl-NL"/>
              <a:t>Kop2 naast smalle foto, zonder tekst erbij</a:t>
            </a:r>
          </a:p>
        </p:txBody>
      </p:sp>
      <p:sp>
        <p:nvSpPr>
          <p:cNvPr id="7" name="Tijdelijke aanduiding voor afbeelding 6">
            <a:extLst>
              <a:ext uri="{FF2B5EF4-FFF2-40B4-BE49-F238E27FC236}">
                <a16:creationId xmlns:a16="http://schemas.microsoft.com/office/drawing/2014/main" id="{46B14899-9C0A-52AB-8C27-F8839E0EFE03}"/>
              </a:ext>
            </a:extLst>
          </p:cNvPr>
          <p:cNvSpPr>
            <a:spLocks noGrp="1"/>
          </p:cNvSpPr>
          <p:nvPr>
            <p:ph type="pic" sz="quarter" idx="13" hasCustomPrompt="1"/>
          </p:nvPr>
        </p:nvSpPr>
        <p:spPr>
          <a:xfrm>
            <a:off x="8975725" y="1133475"/>
            <a:ext cx="3216275" cy="4591049"/>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a:p>
            <a:endParaRPr lang="nl-NL"/>
          </a:p>
        </p:txBody>
      </p:sp>
    </p:spTree>
    <p:extLst>
      <p:ext uri="{BB962C8B-B14F-4D97-AF65-F5344CB8AC3E}">
        <p14:creationId xmlns:p14="http://schemas.microsoft.com/office/powerpoint/2010/main" val="3469870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232" userDrawn="1">
          <p15:clr>
            <a:srgbClr val="FBAE40"/>
          </p15:clr>
        </p15:guide>
        <p15:guide id="5" orient="horz" pos="4088" userDrawn="1">
          <p15:clr>
            <a:srgbClr val="FBAE40"/>
          </p15:clr>
        </p15:guide>
        <p15:guide id="6" orient="horz" pos="1196" userDrawn="1">
          <p15:clr>
            <a:srgbClr val="FBAE40"/>
          </p15:clr>
        </p15:guide>
        <p15:guide id="7" orient="horz" pos="3124" userDrawn="1">
          <p15:clr>
            <a:srgbClr val="FBAE40"/>
          </p15:clr>
        </p15:guide>
        <p15:guide id="8" orient="horz" pos="714" userDrawn="1">
          <p15:clr>
            <a:srgbClr val="FBAE40"/>
          </p15:clr>
        </p15:guide>
        <p15:guide id="9" pos="5654" userDrawn="1">
          <p15:clr>
            <a:srgbClr val="FBAE40"/>
          </p15:clr>
        </p15:guide>
        <p15:guide id="10" pos="5428" userDrawn="1">
          <p15:clr>
            <a:srgbClr val="FBAE40"/>
          </p15:clr>
        </p15:guide>
        <p15:guide id="11" orient="horz" pos="3606" userDrawn="1">
          <p15:clr>
            <a:srgbClr val="FBAE40"/>
          </p15:clr>
        </p15:guide>
        <p15:guide id="12" orient="horz" pos="2642" userDrawn="1">
          <p15:clr>
            <a:srgbClr val="FBAE40"/>
          </p15:clr>
        </p15:guide>
        <p15:guide id="13" orient="horz" pos="167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Video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F6638-5947-43DA-5A77-B3B9CC1326F3}"/>
              </a:ext>
            </a:extLst>
          </p:cNvPr>
          <p:cNvSpPr>
            <a:spLocks noGrp="1"/>
          </p:cNvSpPr>
          <p:nvPr>
            <p:ph type="title" hasCustomPrompt="1"/>
          </p:nvPr>
        </p:nvSpPr>
        <p:spPr>
          <a:xfrm>
            <a:off x="695326" y="2168525"/>
            <a:ext cx="4860924" cy="2520950"/>
          </a:xfrm>
        </p:spPr>
        <p:txBody>
          <a:bodyPr anchor="ctr"/>
          <a:lstStyle>
            <a:lvl1pPr>
              <a:defRPr/>
            </a:lvl1pPr>
          </a:lstStyle>
          <a:p>
            <a:r>
              <a:rPr lang="nl-NL"/>
              <a:t>Kop2 bij video. Zonder tekst. Gebruik je ook tekst, kies dan de andere variant.</a:t>
            </a:r>
          </a:p>
        </p:txBody>
      </p:sp>
      <p:sp>
        <p:nvSpPr>
          <p:cNvPr id="7" name="Tijdelijke aanduiding voor media 6">
            <a:extLst>
              <a:ext uri="{FF2B5EF4-FFF2-40B4-BE49-F238E27FC236}">
                <a16:creationId xmlns:a16="http://schemas.microsoft.com/office/drawing/2014/main" id="{751431AA-948D-A348-E3D6-D98D40CE6894}"/>
              </a:ext>
            </a:extLst>
          </p:cNvPr>
          <p:cNvSpPr>
            <a:spLocks noGrp="1"/>
          </p:cNvSpPr>
          <p:nvPr>
            <p:ph type="media" sz="quarter" idx="13"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het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zelf gemakkelijk langs bewegen of je noemt het gewoon naar je publiek. Voor mensen die later terugkijken of de PDF van een presentatie lezen kan zo’n extra slide het verschil maken!</a:t>
            </a:r>
          </a:p>
        </p:txBody>
      </p:sp>
    </p:spTree>
    <p:extLst>
      <p:ext uri="{BB962C8B-B14F-4D97-AF65-F5344CB8AC3E}">
        <p14:creationId xmlns:p14="http://schemas.microsoft.com/office/powerpoint/2010/main" val="25107512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titel en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11597-5C24-F7C1-8817-4FE0977E8FD5}"/>
              </a:ext>
            </a:extLst>
          </p:cNvPr>
          <p:cNvSpPr>
            <a:spLocks noGrp="1"/>
          </p:cNvSpPr>
          <p:nvPr>
            <p:ph type="title" hasCustomPrompt="1"/>
          </p:nvPr>
        </p:nvSpPr>
        <p:spPr>
          <a:xfrm>
            <a:off x="695326" y="368301"/>
            <a:ext cx="4860924" cy="990598"/>
          </a:xfrm>
        </p:spPr>
        <p:txBody>
          <a:bodyPr/>
          <a:lstStyle>
            <a:lvl1pPr>
              <a:defRPr/>
            </a:lvl1pPr>
          </a:lstStyle>
          <a:p>
            <a:r>
              <a:rPr lang="nl-NL"/>
              <a:t>Kop2 bij video. Met tekst naast de video.</a:t>
            </a:r>
          </a:p>
        </p:txBody>
      </p:sp>
      <p:sp>
        <p:nvSpPr>
          <p:cNvPr id="9" name="Tijdelijke aanduiding voor tekst 8">
            <a:extLst>
              <a:ext uri="{FF2B5EF4-FFF2-40B4-BE49-F238E27FC236}">
                <a16:creationId xmlns:a16="http://schemas.microsoft.com/office/drawing/2014/main" id="{57271119-9F4F-BF0E-4B2D-DF603B0CA4EF}"/>
              </a:ext>
            </a:extLst>
          </p:cNvPr>
          <p:cNvSpPr>
            <a:spLocks noGrp="1"/>
          </p:cNvSpPr>
          <p:nvPr>
            <p:ph type="body" sz="quarter" idx="11" hasCustomPrompt="1"/>
          </p:nvPr>
        </p:nvSpPr>
        <p:spPr>
          <a:xfrm>
            <a:off x="695032" y="1628774"/>
            <a:ext cx="4861218" cy="4860925"/>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media 6">
            <a:extLst>
              <a:ext uri="{FF2B5EF4-FFF2-40B4-BE49-F238E27FC236}">
                <a16:creationId xmlns:a16="http://schemas.microsoft.com/office/drawing/2014/main" id="{D2FC4F54-6242-832E-9B21-59154D7BDE9E}"/>
              </a:ext>
            </a:extLst>
          </p:cNvPr>
          <p:cNvSpPr>
            <a:spLocks noGrp="1"/>
          </p:cNvSpPr>
          <p:nvPr>
            <p:ph type="media" sz="quarter" idx="10"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dit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gemakkelijk langs bewegen of je noemt het gewoon naar je publiek. Voor mensen die later terugkijken of de PDF van een presentatie lezen kan zo’n extra slide het verschil maken!</a:t>
            </a:r>
            <a:br>
              <a:rPr lang="nl-NL"/>
            </a:br>
            <a:endParaRPr lang="nl-NL"/>
          </a:p>
        </p:txBody>
      </p:sp>
    </p:spTree>
    <p:extLst>
      <p:ext uri="{BB962C8B-B14F-4D97-AF65-F5344CB8AC3E}">
        <p14:creationId xmlns:p14="http://schemas.microsoft.com/office/powerpoint/2010/main" val="14052766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orient="horz" pos="232" userDrawn="1">
          <p15:clr>
            <a:srgbClr val="FBAE40"/>
          </p15:clr>
        </p15:guide>
        <p15:guide id="4" pos="438" userDrawn="1">
          <p15:clr>
            <a:srgbClr val="FBAE40"/>
          </p15:clr>
        </p15:guide>
        <p15:guide id="5" pos="3500"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CD69C5-E76A-E5BD-71FE-F8E6FF15C751}"/>
              </a:ext>
            </a:extLst>
          </p:cNvPr>
          <p:cNvSpPr>
            <a:spLocks noGrp="1"/>
          </p:cNvSpPr>
          <p:nvPr>
            <p:ph type="title" hasCustomPrompt="1"/>
          </p:nvPr>
        </p:nvSpPr>
        <p:spPr>
          <a:xfrm>
            <a:off x="695325" y="368300"/>
            <a:ext cx="4860925" cy="990600"/>
          </a:xfrm>
        </p:spPr>
        <p:txBody>
          <a:bodyPr anchor="b"/>
          <a:lstStyle>
            <a:lvl1pPr>
              <a:defRPr sz="3200"/>
            </a:lvl1pPr>
          </a:lstStyle>
          <a:p>
            <a:r>
              <a:rPr lang="nl-NL"/>
              <a:t>Kop2 bij grafiek, tabel of zo</a:t>
            </a:r>
          </a:p>
        </p:txBody>
      </p:sp>
      <p:sp>
        <p:nvSpPr>
          <p:cNvPr id="4" name="Tijdelijke aanduiding voor tekst 3">
            <a:extLst>
              <a:ext uri="{FF2B5EF4-FFF2-40B4-BE49-F238E27FC236}">
                <a16:creationId xmlns:a16="http://schemas.microsoft.com/office/drawing/2014/main" id="{96678632-C9CB-98BA-FC91-412EC762946C}"/>
              </a:ext>
            </a:extLst>
          </p:cNvPr>
          <p:cNvSpPr>
            <a:spLocks noGrp="1"/>
          </p:cNvSpPr>
          <p:nvPr>
            <p:ph type="body" sz="half" idx="2" hasCustomPrompt="1"/>
          </p:nvPr>
        </p:nvSpPr>
        <p:spPr>
          <a:xfrm>
            <a:off x="695325" y="1628775"/>
            <a:ext cx="4860925"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Deze slide is niet bedoeld voor, alleen tekst, een afbeelding of video aan de rechterkant. Daar is een andere slide voor. Deze is voor alle andere dingen die daar niet in passen.</a:t>
            </a:r>
            <a:br>
              <a:rPr lang="nl-NL"/>
            </a:br>
            <a:br>
              <a:rPr lang="nl-NL"/>
            </a:br>
            <a:r>
              <a:rPr lang="nl-NL"/>
              <a:t>Tekst kleiner of groter maken? Selecteer alle tekst en klik Ctrl-Shift plus of min. Of ga naar tabblad Start, klik in Lettertype op A^ of Aˇ.</a:t>
            </a:r>
          </a:p>
        </p:txBody>
      </p:sp>
      <p:sp>
        <p:nvSpPr>
          <p:cNvPr id="3" name="Tijdelijke aanduiding voor inhoud 2">
            <a:extLst>
              <a:ext uri="{FF2B5EF4-FFF2-40B4-BE49-F238E27FC236}">
                <a16:creationId xmlns:a16="http://schemas.microsoft.com/office/drawing/2014/main" id="{BCD9EA49-5124-147F-9C01-280C5BB01E9D}"/>
              </a:ext>
            </a:extLst>
          </p:cNvPr>
          <p:cNvSpPr>
            <a:spLocks noGrp="1"/>
          </p:cNvSpPr>
          <p:nvPr>
            <p:ph idx="1" hasCustomPrompt="1"/>
          </p:nvPr>
        </p:nvSpPr>
        <p:spPr>
          <a:xfrm>
            <a:off x="6096000" y="0"/>
            <a:ext cx="6096000" cy="6857999"/>
          </a:xfrm>
        </p:spPr>
        <p:txBody>
          <a:bodyPr/>
          <a:lstStyle>
            <a:lvl1pPr marL="0" indent="0">
              <a:buNone/>
              <a:defRPr sz="1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br>
              <a:rPr lang="nl-NL"/>
            </a:br>
            <a:br>
              <a:rPr lang="nl-NL"/>
            </a:br>
            <a:r>
              <a:rPr lang="nl-NL"/>
              <a:t>Grafiek plaatsen? Geef dit vak daarna een alt-tekst met je rechtermuisknop. Anders komt je grafiek als afbeelding zonder alt-tekst in de PDF te staan en dat wil je niet.</a:t>
            </a:r>
            <a:br>
              <a:rPr lang="nl-NL"/>
            </a:br>
            <a:r>
              <a:rPr lang="nl-NL"/>
              <a:t>Lees de uitleg over tabellen of grafieken voordat je ermee aan de slag gaat. Er zijn andere slides voor teksten in twee helften van de slide.</a:t>
            </a:r>
          </a:p>
        </p:txBody>
      </p:sp>
    </p:spTree>
    <p:extLst>
      <p:ext uri="{BB962C8B-B14F-4D97-AF65-F5344CB8AC3E}">
        <p14:creationId xmlns:p14="http://schemas.microsoft.com/office/powerpoint/2010/main" val="24675411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500" userDrawn="1">
          <p15:clr>
            <a:srgbClr val="FBAE40"/>
          </p15:clr>
        </p15:guide>
        <p15:guide id="3" pos="438" userDrawn="1">
          <p15:clr>
            <a:srgbClr val="FBAE40"/>
          </p15:clr>
        </p15:guide>
        <p15:guide id="4" orient="horz" pos="856" userDrawn="1">
          <p15:clr>
            <a:srgbClr val="FBAE40"/>
          </p15:clr>
        </p15:guide>
        <p15:guide id="5" orient="horz" pos="232" userDrawn="1">
          <p15:clr>
            <a:srgbClr val="FBAE40"/>
          </p15:clr>
        </p15:guide>
        <p15:guide id="6" orient="horz" pos="4088" userDrawn="1">
          <p15:clr>
            <a:srgbClr val="FBAE40"/>
          </p15:clr>
        </p15:guide>
        <p15:guide id="7" orient="horz" pos="102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ccessibility Gam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Zelf invullen: Speel de Accessibility Game!</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Zelf typen, niet plakken, want ontoegankelijk: www.accessibilitygame.nl</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800"/>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Zelf invullen (tekst staat in sjablonenmap onder PowerPoint-sjabloon-2025): Welkom bij de Accessibility Game, waarbij je gaat ervaren hoe het is om een computer, tablet of telefoon te gebruiken voor mensen met een beperking.</a:t>
            </a:r>
            <a:br>
              <a:rPr lang="nl-NL"/>
            </a:br>
            <a:r>
              <a:rPr lang="nl-NL"/>
              <a:t>In ieder level wordt er een andere beperking gesimuleerd. Zo ervaar je bijvoorbeeld een visuele of een cognitieve beperking. Elk level bevat ook een korte uitleg over wat ontwerpers en programmeurs kunnen doen om de ervaring voor mensen met deze beperking beter te maken.</a:t>
            </a:r>
          </a:p>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endParaRPr lang="nl-NL"/>
          </a:p>
        </p:txBody>
      </p:sp>
      <p:pic>
        <p:nvPicPr>
          <p:cNvPr id="9" name="Afbeelding 8">
            <a:extLst>
              <a:ext uri="{FF2B5EF4-FFF2-40B4-BE49-F238E27FC236}">
                <a16:creationId xmlns:a16="http://schemas.microsoft.com/office/drawing/2014/main" id="{62D7D37A-B427-08DA-08B7-25C63B30DE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75389" y="2427028"/>
            <a:ext cx="5040311" cy="3509963"/>
          </a:xfrm>
          <a:prstGeom prst="rect">
            <a:avLst/>
          </a:prstGeom>
        </p:spPr>
      </p:pic>
      <p:sp>
        <p:nvSpPr>
          <p:cNvPr id="14" name="Tijdelijke aanduiding voor tekst 13">
            <a:extLst>
              <a:ext uri="{FF2B5EF4-FFF2-40B4-BE49-F238E27FC236}">
                <a16:creationId xmlns:a16="http://schemas.microsoft.com/office/drawing/2014/main" id="{A5BA6428-7A77-5D06-0287-4C6940F911E3}"/>
              </a:ext>
            </a:extLst>
          </p:cNvPr>
          <p:cNvSpPr>
            <a:spLocks noGrp="1"/>
          </p:cNvSpPr>
          <p:nvPr>
            <p:ph type="body" sz="quarter" idx="13" hasCustomPrompt="1"/>
          </p:nvPr>
        </p:nvSpPr>
        <p:spPr>
          <a:xfrm>
            <a:off x="3198019" y="6129338"/>
            <a:ext cx="5795962" cy="539750"/>
          </a:xfrm>
        </p:spPr>
        <p:txBody>
          <a:bodyPr anchor="ctr" anchorCtr="0"/>
          <a:lstStyle>
            <a:lvl1pPr algn="ctr">
              <a:buNone/>
              <a:defRPr sz="1800">
                <a:solidFill>
                  <a:schemeClr val="accent1"/>
                </a:solidFill>
              </a:defRPr>
            </a:lvl1pPr>
          </a:lstStyle>
          <a:p>
            <a:pPr lvl="0"/>
            <a:r>
              <a:rPr lang="nl-NL"/>
              <a:t>Zelf invullen: Gemaakt door Stichting Accessibility</a:t>
            </a:r>
          </a:p>
        </p:txBody>
      </p:sp>
    </p:spTree>
    <p:extLst>
      <p:ext uri="{BB962C8B-B14F-4D97-AF65-F5344CB8AC3E}">
        <p14:creationId xmlns:p14="http://schemas.microsoft.com/office/powerpoint/2010/main" val="3399647652"/>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2E84781-A203-DA27-09F9-428F48A2F2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9"/>
              </a:ext>
            </a:extLst>
          </a:blip>
          <a:stretch>
            <a:fillRect/>
          </a:stretch>
        </p:blipFill>
        <p:spPr>
          <a:xfrm>
            <a:off x="9505950" y="6129338"/>
            <a:ext cx="1809750" cy="514350"/>
          </a:xfrm>
          <a:prstGeom prst="rect">
            <a:avLst/>
          </a:prstGeom>
        </p:spPr>
      </p:pic>
      <p:sp>
        <p:nvSpPr>
          <p:cNvPr id="2" name="Tijdelijke aanduiding voor titel 1">
            <a:extLst>
              <a:ext uri="{FF2B5EF4-FFF2-40B4-BE49-F238E27FC236}">
                <a16:creationId xmlns:a16="http://schemas.microsoft.com/office/drawing/2014/main" id="{A356C26E-7CAE-E5C2-0354-DC2C65E95334}"/>
              </a:ext>
            </a:extLst>
          </p:cNvPr>
          <p:cNvSpPr>
            <a:spLocks noGrp="1"/>
          </p:cNvSpPr>
          <p:nvPr>
            <p:ph type="title"/>
          </p:nvPr>
        </p:nvSpPr>
        <p:spPr>
          <a:xfrm>
            <a:off x="695324" y="368300"/>
            <a:ext cx="10801351" cy="990600"/>
          </a:xfrm>
          <a:prstGeom prst="rect">
            <a:avLst/>
          </a:prstGeom>
        </p:spPr>
        <p:txBody>
          <a:bodyPr vert="horz" lIns="0" tIns="0" rIns="0" bIns="0" rtlCol="0" anchor="b">
            <a:noAutofit/>
          </a:bodyPr>
          <a:lstStyle/>
          <a:p>
            <a:r>
              <a:rPr lang="nl-NL"/>
              <a:t>Elke toegankelijke slide hoort een titel te hebben die als kop 1 of 2 functioneert</a:t>
            </a:r>
          </a:p>
        </p:txBody>
      </p:sp>
      <p:sp>
        <p:nvSpPr>
          <p:cNvPr id="3" name="Tijdelijke aanduiding voor tekst 2">
            <a:extLst>
              <a:ext uri="{FF2B5EF4-FFF2-40B4-BE49-F238E27FC236}">
                <a16:creationId xmlns:a16="http://schemas.microsoft.com/office/drawing/2014/main" id="{B0D3BBC0-E74E-B90F-4FDD-5DBC64139A21}"/>
              </a:ext>
            </a:extLst>
          </p:cNvPr>
          <p:cNvSpPr>
            <a:spLocks noGrp="1"/>
          </p:cNvSpPr>
          <p:nvPr>
            <p:ph type="body" idx="1"/>
          </p:nvPr>
        </p:nvSpPr>
        <p:spPr>
          <a:xfrm>
            <a:off x="876300" y="1628775"/>
            <a:ext cx="10439400" cy="4319588"/>
          </a:xfrm>
          <a:prstGeom prst="rect">
            <a:avLst/>
          </a:prstGeom>
        </p:spPr>
        <p:txBody>
          <a:bodyPr vert="horz" lIns="0" tIns="0" rIns="0" bIns="0" rtlCol="0">
            <a:noAutofit/>
          </a:bodyPr>
          <a:lstStyle/>
          <a:p>
            <a:pPr lvl="0"/>
            <a:r>
              <a:rPr lang="nl-NL"/>
              <a:t>Eerste niveau</a:t>
            </a:r>
          </a:p>
          <a:p>
            <a:pPr lvl="1"/>
            <a:r>
              <a:rPr lang="nl-NL"/>
              <a:t>Tweede niveau</a:t>
            </a:r>
          </a:p>
          <a:p>
            <a:pPr lvl="2"/>
            <a:r>
              <a:rPr lang="nl-NL"/>
              <a:t>Derde niveau</a:t>
            </a:r>
          </a:p>
        </p:txBody>
      </p:sp>
      <p:sp>
        <p:nvSpPr>
          <p:cNvPr id="6" name="Tijdelijke aanduiding voor dianummer 5">
            <a:extLst>
              <a:ext uri="{FF2B5EF4-FFF2-40B4-BE49-F238E27FC236}">
                <a16:creationId xmlns:a16="http://schemas.microsoft.com/office/drawing/2014/main" id="{AD4482A2-23CE-FF94-17E9-30A105F398BC}"/>
              </a:ext>
            </a:extLst>
          </p:cNvPr>
          <p:cNvSpPr>
            <a:spLocks noGrp="1"/>
          </p:cNvSpPr>
          <p:nvPr>
            <p:ph type="sldNum" sz="quarter" idx="4"/>
          </p:nvPr>
        </p:nvSpPr>
        <p:spPr>
          <a:xfrm>
            <a:off x="876300" y="6129338"/>
            <a:ext cx="809700" cy="544449"/>
          </a:xfrm>
          <a:prstGeom prst="rect">
            <a:avLst/>
          </a:prstGeom>
        </p:spPr>
        <p:txBody>
          <a:bodyPr vert="horz" lIns="0" tIns="0" rIns="0" bIns="0" rtlCol="0" anchor="ctr"/>
          <a:lstStyle>
            <a:lvl1pPr algn="ctr">
              <a:defRPr sz="1200">
                <a:solidFill>
                  <a:schemeClr val="tx1"/>
                </a:solidFill>
              </a:defRPr>
            </a:lvl1pPr>
          </a:lstStyle>
          <a:p>
            <a:fld id="{DEFE328E-F6CA-472B-AF3D-A9535D35AB21}" type="slidenum">
              <a:rPr lang="nl-NL" smtClean="0"/>
              <a:pPr/>
              <a:t>‹#›</a:t>
            </a:fld>
            <a:endParaRPr lang="nl-NL"/>
          </a:p>
        </p:txBody>
      </p:sp>
      <p:sp>
        <p:nvSpPr>
          <p:cNvPr id="4" name="Tijdelijke aanduiding voor datum 3">
            <a:extLst>
              <a:ext uri="{FF2B5EF4-FFF2-40B4-BE49-F238E27FC236}">
                <a16:creationId xmlns:a16="http://schemas.microsoft.com/office/drawing/2014/main" id="{D6223AC1-3EBE-481C-B910-1B9A07CA3E9D}"/>
              </a:ext>
            </a:extLst>
          </p:cNvPr>
          <p:cNvSpPr>
            <a:spLocks noGrp="1"/>
          </p:cNvSpPr>
          <p:nvPr>
            <p:ph type="dt" sz="half" idx="2"/>
          </p:nvPr>
        </p:nvSpPr>
        <p:spPr>
          <a:xfrm>
            <a:off x="1956137" y="6140035"/>
            <a:ext cx="990000" cy="529053"/>
          </a:xfrm>
          <a:prstGeom prst="rect">
            <a:avLst/>
          </a:prstGeom>
        </p:spPr>
        <p:txBody>
          <a:bodyPr vert="horz" lIns="0" tIns="0" rIns="0" bIns="0" rtlCol="0" anchor="ctr"/>
          <a:lstStyle>
            <a:lvl1pPr algn="ctr">
              <a:defRPr sz="1200">
                <a:solidFill>
                  <a:schemeClr val="tx1"/>
                </a:solidFill>
              </a:defRPr>
            </a:lvl1pPr>
          </a:lstStyle>
          <a:p>
            <a:fld id="{6B15B19B-6315-44A6-8FCB-33619B7DCB07}" type="datetime1">
              <a:rPr lang="nl-NL" smtClean="0"/>
              <a:pPr/>
              <a:t>8-6-2026</a:t>
            </a:fld>
            <a:endParaRPr lang="nl-NL"/>
          </a:p>
        </p:txBody>
      </p:sp>
      <p:sp>
        <p:nvSpPr>
          <p:cNvPr id="5" name="Tijdelijke aanduiding voor voettekst 4">
            <a:extLst>
              <a:ext uri="{FF2B5EF4-FFF2-40B4-BE49-F238E27FC236}">
                <a16:creationId xmlns:a16="http://schemas.microsoft.com/office/drawing/2014/main" id="{2C7996AC-C829-31AD-207D-372C988DE50E}"/>
              </a:ext>
            </a:extLst>
          </p:cNvPr>
          <p:cNvSpPr>
            <a:spLocks noGrp="1"/>
          </p:cNvSpPr>
          <p:nvPr>
            <p:ph type="ftr" sz="quarter" idx="3"/>
          </p:nvPr>
        </p:nvSpPr>
        <p:spPr>
          <a:xfrm>
            <a:off x="3216275" y="6129338"/>
            <a:ext cx="5759450" cy="539750"/>
          </a:xfrm>
          <a:prstGeom prst="rect">
            <a:avLst/>
          </a:prstGeom>
        </p:spPr>
        <p:txBody>
          <a:bodyPr vert="horz" lIns="0" tIns="0" rIns="0" bIns="0" rtlCol="0" anchor="ctr"/>
          <a:lstStyle>
            <a:lvl1pPr algn="ctr">
              <a:defRPr sz="1200">
                <a:solidFill>
                  <a:schemeClr val="tx1"/>
                </a:solidFill>
              </a:defRPr>
            </a:lvl1pPr>
          </a:lstStyle>
          <a:p>
            <a:endParaRPr lang="nl-NL"/>
          </a:p>
        </p:txBody>
      </p:sp>
    </p:spTree>
    <p:extLst>
      <p:ext uri="{BB962C8B-B14F-4D97-AF65-F5344CB8AC3E}">
        <p14:creationId xmlns:p14="http://schemas.microsoft.com/office/powerpoint/2010/main" val="3965110603"/>
      </p:ext>
    </p:extLst>
  </p:cSld>
  <p:clrMap bg1="lt1" tx1="dk1" bg2="lt2" tx2="dk2" accent1="accent1" accent2="accent2" accent3="accent3" accent4="accent4" accent5="accent5" accent6="accent6" hlink="hlink" folHlink="folHlink"/>
  <p:sldLayoutIdLst>
    <p:sldLayoutId id="2147483684" r:id="rId1"/>
    <p:sldLayoutId id="2147483686" r:id="rId2"/>
    <p:sldLayoutId id="2147483713" r:id="rId3"/>
    <p:sldLayoutId id="2147483687" r:id="rId4"/>
    <p:sldLayoutId id="2147483688" r:id="rId5"/>
    <p:sldLayoutId id="2147483689" r:id="rId6"/>
    <p:sldLayoutId id="2147483649" r:id="rId7"/>
    <p:sldLayoutId id="2147483660" r:id="rId8"/>
    <p:sldLayoutId id="2147483661" r:id="rId9"/>
    <p:sldLayoutId id="2147483662" r:id="rId10"/>
    <p:sldLayoutId id="2147483663" r:id="rId11"/>
    <p:sldLayoutId id="2147483683" r:id="rId12"/>
    <p:sldLayoutId id="2147483650" r:id="rId13"/>
    <p:sldLayoutId id="2147483669" r:id="rId14"/>
    <p:sldLayoutId id="2147483668" r:id="rId15"/>
    <p:sldLayoutId id="2147483652" r:id="rId16"/>
    <p:sldLayoutId id="2147483653" r:id="rId17"/>
    <p:sldLayoutId id="2147483651" r:id="rId18"/>
    <p:sldLayoutId id="2147483664" r:id="rId19"/>
    <p:sldLayoutId id="2147483665" r:id="rId20"/>
    <p:sldLayoutId id="2147483666" r:id="rId21"/>
    <p:sldLayoutId id="2147483667" r:id="rId22"/>
    <p:sldLayoutId id="2147483710" r:id="rId23"/>
    <p:sldLayoutId id="2147483670" r:id="rId24"/>
    <p:sldLayoutId id="2147483714" r:id="rId25"/>
    <p:sldLayoutId id="2147483715" r:id="rId26"/>
    <p:sldLayoutId id="2147483716" r:id="rId27"/>
    <p:sldLayoutId id="2147483717" r:id="rId28"/>
    <p:sldLayoutId id="2147483718" r:id="rId29"/>
    <p:sldLayoutId id="2147483719" r:id="rId30"/>
    <p:sldLayoutId id="2147483697" r:id="rId31"/>
    <p:sldLayoutId id="2147483698" r:id="rId32"/>
    <p:sldLayoutId id="2147483696" r:id="rId33"/>
    <p:sldLayoutId id="2147483672" r:id="rId34"/>
    <p:sldLayoutId id="2147483671" r:id="rId35"/>
    <p:sldLayoutId id="2147483690" r:id="rId36"/>
    <p:sldLayoutId id="2147483705" r:id="rId37"/>
    <p:sldLayoutId id="2147483691" r:id="rId38"/>
    <p:sldLayoutId id="2147483692" r:id="rId39"/>
    <p:sldLayoutId id="2147483694" r:id="rId40"/>
    <p:sldLayoutId id="2147483693" r:id="rId41"/>
    <p:sldLayoutId id="2147483695" r:id="rId42"/>
    <p:sldLayoutId id="2147483707" r:id="rId43"/>
    <p:sldLayoutId id="2147483708" r:id="rId44"/>
    <p:sldLayoutId id="2147483709" r:id="rId45"/>
    <p:sldLayoutId id="2147483677" r:id="rId46"/>
    <p:sldLayoutId id="2147483678" r:id="rId47"/>
    <p:sldLayoutId id="2147483679" r:id="rId48"/>
    <p:sldLayoutId id="2147483680" r:id="rId49"/>
    <p:sldLayoutId id="2147483681" r:id="rId50"/>
    <p:sldLayoutId id="2147483675" r:id="rId51"/>
    <p:sldLayoutId id="2147483682" r:id="rId52"/>
    <p:sldLayoutId id="2147483676" r:id="rId53"/>
    <p:sldLayoutId id="2147483673" r:id="rId54"/>
    <p:sldLayoutId id="2147483674" r:id="rId55"/>
    <p:sldLayoutId id="2147483656" r:id="rId56"/>
    <p:sldLayoutId id="2147483712" r:id="rId57"/>
  </p:sldLayoutIdLst>
  <p:hf sldNum="0" hdr="0" ftr="0"/>
  <p:txStyles>
    <p:titleStyle>
      <a:lvl1pPr algn="l" defTabSz="914400" rtl="0" eaLnBrk="1" latinLnBrk="0" hangingPunct="1">
        <a:lnSpc>
          <a:spcPct val="90000"/>
        </a:lnSpc>
        <a:spcBef>
          <a:spcPct val="0"/>
        </a:spcBef>
        <a:buNone/>
        <a:defRPr sz="36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rojecttic@accessiblity.nl"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33.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32.xml"/><Relationship Id="rId5" Type="http://schemas.openxmlformats.org/officeDocument/2006/relationships/image" Target="../media/image22.jpeg"/><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32.xml"/><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microsoft.com/office/2007/relationships/hdphoto" Target="../media/hdphoto1.wdp"/><Relationship Id="rId5" Type="http://schemas.openxmlformats.org/officeDocument/2006/relationships/image" Target="../media/image29.png"/><Relationship Id="rId4" Type="http://schemas.openxmlformats.org/officeDocument/2006/relationships/image" Target="../media/image1.sv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sv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30.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776DC3-8E5E-6385-66E9-A1EF943A0755}"/>
              </a:ext>
            </a:extLst>
          </p:cNvPr>
          <p:cNvSpPr>
            <a:spLocks noGrp="1"/>
          </p:cNvSpPr>
          <p:nvPr>
            <p:ph type="title"/>
          </p:nvPr>
        </p:nvSpPr>
        <p:spPr>
          <a:xfrm>
            <a:off x="695325" y="368300"/>
            <a:ext cx="10801350" cy="330200"/>
          </a:xfrm>
        </p:spPr>
        <p:txBody>
          <a:bodyPr/>
          <a:lstStyle/>
          <a:p>
            <a:r>
              <a:rPr lang="nl-NL"/>
              <a:t>Uitleg voor docenten </a:t>
            </a:r>
          </a:p>
        </p:txBody>
      </p:sp>
      <p:sp>
        <p:nvSpPr>
          <p:cNvPr id="3" name="Tijdelijke aanduiding voor inhoud 2">
            <a:extLst>
              <a:ext uri="{FF2B5EF4-FFF2-40B4-BE49-F238E27FC236}">
                <a16:creationId xmlns:a16="http://schemas.microsoft.com/office/drawing/2014/main" id="{4CFC34A2-E0BF-9407-5849-2CDD48E6051A}"/>
              </a:ext>
            </a:extLst>
          </p:cNvPr>
          <p:cNvSpPr>
            <a:spLocks noGrp="1"/>
          </p:cNvSpPr>
          <p:nvPr>
            <p:ph idx="1"/>
          </p:nvPr>
        </p:nvSpPr>
        <p:spPr>
          <a:xfrm>
            <a:off x="355601" y="977899"/>
            <a:ext cx="11658600" cy="4902201"/>
          </a:xfrm>
        </p:spPr>
        <p:txBody>
          <a:bodyPr/>
          <a:lstStyle/>
          <a:p>
            <a:pPr marL="0" indent="0">
              <a:buNone/>
            </a:pPr>
            <a:r>
              <a:rPr lang="nl-NL" sz="1600" b="1"/>
              <a:t>Wat fijn dat je met je studenten aan de slag gaat met deze workshop Toegankelijkheid &amp; inclusief design! </a:t>
            </a:r>
          </a:p>
          <a:p>
            <a:pPr marL="0" indent="0">
              <a:buNone/>
            </a:pPr>
            <a:r>
              <a:rPr lang="nl-NL" sz="1600"/>
              <a:t>Lees onderstaande aandachtspunten voordat je de presentatie gebruikt.</a:t>
            </a:r>
          </a:p>
          <a:p>
            <a:pPr marL="0" indent="0">
              <a:buNone/>
            </a:pPr>
            <a:r>
              <a:rPr lang="nl-NL" sz="1600"/>
              <a:t>1. Ervaringsdeskundige</a:t>
            </a:r>
          </a:p>
          <a:p>
            <a:pPr marL="0" indent="0">
              <a:buNone/>
            </a:pPr>
            <a:r>
              <a:rPr lang="nl-NL" sz="1600"/>
              <a:t>Deze presentatie bevat een moment voor een demo door een ervaringsdeskundige. Plan vooraf een gast in die met een schermlezer werkt, zoals NVDA of </a:t>
            </a:r>
            <a:r>
              <a:rPr lang="nl-NL" sz="1600" err="1"/>
              <a:t>VoiceOver</a:t>
            </a:r>
            <a:r>
              <a:rPr lang="nl-NL" sz="1600"/>
              <a:t>, en reserveer hiervoor 20-30 minuten. </a:t>
            </a:r>
          </a:p>
          <a:p>
            <a:pPr marL="0" indent="0">
              <a:buNone/>
            </a:pPr>
            <a:r>
              <a:rPr lang="nl-NL" sz="1600"/>
              <a:t>Laat bijvoorbeeld zien hoe iemand:</a:t>
            </a:r>
          </a:p>
          <a:p>
            <a:r>
              <a:rPr lang="nl-NL" sz="1600"/>
              <a:t>een product zoekt en in een webwinkel in het winkelmandje plaatst, of</a:t>
            </a:r>
          </a:p>
          <a:p>
            <a:r>
              <a:rPr lang="nl-NL" sz="1600"/>
              <a:t>op een gemeentelijke website een afspraak maakt (zonder persoonlijke gegevens in te vullen).</a:t>
            </a:r>
          </a:p>
          <a:p>
            <a:pPr marL="0" indent="0">
              <a:buNone/>
            </a:pPr>
            <a:r>
              <a:rPr lang="nl-NL" sz="1600"/>
              <a:t>Zo ervaren studenten direct hoe belangrijk goede toetsenbordnavigatie en correcte (semantische) code zijn.</a:t>
            </a:r>
          </a:p>
          <a:p>
            <a:pPr marL="0" indent="0">
              <a:buNone/>
            </a:pPr>
            <a:r>
              <a:rPr lang="nl-NL" sz="1600"/>
              <a:t>2. Gebruik van de slides</a:t>
            </a:r>
          </a:p>
          <a:p>
            <a:pPr marL="0" indent="0">
              <a:buNone/>
            </a:pPr>
            <a:r>
              <a:rPr lang="nl-NL" sz="1600"/>
              <a:t>De slides zijn een basis. Pas ze gerust aan: voeg eigen voorbeelden toe, sla slides over of bouw extra tijd in voor vragen en gesprek.</a:t>
            </a:r>
          </a:p>
          <a:p>
            <a:pPr marL="0" indent="0">
              <a:buNone/>
            </a:pPr>
            <a:r>
              <a:rPr lang="nl-NL" sz="1600"/>
              <a:t>3. Vragen of feedback</a:t>
            </a:r>
          </a:p>
          <a:p>
            <a:pPr marL="0" indent="0">
              <a:buNone/>
            </a:pPr>
            <a:r>
              <a:rPr lang="nl-NL" sz="1600"/>
              <a:t>Mis je informatie in deze presentatie, of heb je opmerkingen? Laat het ons gerust weten. Stuur een bericht naar:  </a:t>
            </a:r>
            <a:r>
              <a:rPr lang="nl-NL" sz="1600">
                <a:hlinkClick r:id="rId3"/>
              </a:rPr>
              <a:t>projecttic@accessiblity.nl</a:t>
            </a:r>
            <a:endParaRPr lang="nl-NL" sz="1600"/>
          </a:p>
          <a:p>
            <a:pPr marL="0" indent="0">
              <a:buNone/>
            </a:pPr>
            <a:endParaRPr lang="nl-NL" sz="1200"/>
          </a:p>
        </p:txBody>
      </p:sp>
      <p:sp>
        <p:nvSpPr>
          <p:cNvPr id="5" name="Tekstvak 4">
            <a:extLst>
              <a:ext uri="{FF2B5EF4-FFF2-40B4-BE49-F238E27FC236}">
                <a16:creationId xmlns:a16="http://schemas.microsoft.com/office/drawing/2014/main" id="{D4B9A96D-7109-F607-B062-258C93EDB0ED}"/>
              </a:ext>
            </a:extLst>
          </p:cNvPr>
          <p:cNvSpPr txBox="1"/>
          <p:nvPr/>
        </p:nvSpPr>
        <p:spPr>
          <a:xfrm>
            <a:off x="423605" y="6159499"/>
            <a:ext cx="7416800" cy="400110"/>
          </a:xfrm>
          <a:prstGeom prst="rect">
            <a:avLst/>
          </a:prstGeom>
          <a:noFill/>
        </p:spPr>
        <p:txBody>
          <a:bodyPr wrap="square">
            <a:spAutoFit/>
          </a:bodyPr>
          <a:lstStyle/>
          <a:p>
            <a:r>
              <a:rPr lang="nl-NL" sz="2000">
                <a:solidFill>
                  <a:srgbClr val="FF0000"/>
                </a:solidFill>
              </a:rPr>
              <a:t>Deze slide niet gebruiken in een presentatie </a:t>
            </a:r>
          </a:p>
        </p:txBody>
      </p:sp>
    </p:spTree>
    <p:extLst>
      <p:ext uri="{BB962C8B-B14F-4D97-AF65-F5344CB8AC3E}">
        <p14:creationId xmlns:p14="http://schemas.microsoft.com/office/powerpoint/2010/main" val="2689497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7E8332-F38D-52DC-73A9-338BA103550F}"/>
              </a:ext>
            </a:extLst>
          </p:cNvPr>
          <p:cNvSpPr>
            <a:spLocks noGrp="1"/>
          </p:cNvSpPr>
          <p:nvPr>
            <p:ph type="ctrTitle"/>
          </p:nvPr>
        </p:nvSpPr>
        <p:spPr/>
        <p:txBody>
          <a:bodyPr/>
          <a:lstStyle/>
          <a:p>
            <a:r>
              <a:rPr lang="nl-NL"/>
              <a:t>Workshop Toegankelijkheid &amp; Inclusief Design</a:t>
            </a:r>
          </a:p>
        </p:txBody>
      </p:sp>
      <p:sp>
        <p:nvSpPr>
          <p:cNvPr id="3" name="Ondertitel 2">
            <a:extLst>
              <a:ext uri="{FF2B5EF4-FFF2-40B4-BE49-F238E27FC236}">
                <a16:creationId xmlns:a16="http://schemas.microsoft.com/office/drawing/2014/main" id="{1EEE1E35-044A-B932-9320-4E4B2AE336AF}"/>
              </a:ext>
            </a:extLst>
          </p:cNvPr>
          <p:cNvSpPr>
            <a:spLocks noGrp="1"/>
          </p:cNvSpPr>
          <p:nvPr>
            <p:ph type="subTitle" idx="1"/>
          </p:nvPr>
        </p:nvSpPr>
        <p:spPr/>
        <p:txBody>
          <a:bodyPr/>
          <a:lstStyle/>
          <a:p>
            <a:r>
              <a:rPr lang="nl-NL"/>
              <a:t>Met </a:t>
            </a:r>
            <a:r>
              <a:rPr lang="nl-NL" err="1"/>
              <a:t>persona’s</a:t>
            </a:r>
            <a:endParaRPr lang="nl-NL"/>
          </a:p>
        </p:txBody>
      </p:sp>
      <p:pic>
        <p:nvPicPr>
          <p:cNvPr id="8" name="Tijdelijke aanduiding voor afbeelding 7" descr="Logo Accessiblity, onderdeel van Bartiméus">
            <a:extLst>
              <a:ext uri="{FF2B5EF4-FFF2-40B4-BE49-F238E27FC236}">
                <a16:creationId xmlns:a16="http://schemas.microsoft.com/office/drawing/2014/main" id="{A1A5C82B-7247-3BE7-6D7A-09E4496B24E3}"/>
              </a:ext>
            </a:extLst>
          </p:cNvPr>
          <p:cNvPicPr>
            <a:picLocks noGrp="1" noChangeAspect="1"/>
          </p:cNvPicPr>
          <p:nvPr>
            <p:ph type="pic" sz="quarter" idx="10"/>
          </p:nvPr>
        </p:nvPicPr>
        <p:blipFill>
          <a:blip>
            <a:extLst>
              <a:ext uri="{96DAC541-7B7A-43D3-8B79-37D633B846F1}">
                <asvg:svgBlip xmlns:asvg="http://schemas.microsoft.com/office/drawing/2016/SVG/main" r:embed="rId3"/>
              </a:ext>
            </a:extLst>
          </a:blip>
          <a:srcRect t="620" b="620"/>
          <a:stretch>
            <a:fillRect/>
          </a:stretch>
        </p:blipFill>
        <p:spPr/>
      </p:pic>
    </p:spTree>
    <p:extLst>
      <p:ext uri="{BB962C8B-B14F-4D97-AF65-F5344CB8AC3E}">
        <p14:creationId xmlns:p14="http://schemas.microsoft.com/office/powerpoint/2010/main" val="397643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20A1C3-2BAC-1B28-F73D-D5E631E8C784}"/>
              </a:ext>
            </a:extLst>
          </p:cNvPr>
          <p:cNvSpPr>
            <a:spLocks noGrp="1"/>
          </p:cNvSpPr>
          <p:nvPr>
            <p:ph type="title"/>
          </p:nvPr>
        </p:nvSpPr>
        <p:spPr>
          <a:xfrm>
            <a:off x="695325" y="368301"/>
            <a:ext cx="4860926" cy="612427"/>
          </a:xfrm>
        </p:spPr>
        <p:txBody>
          <a:bodyPr/>
          <a:lstStyle/>
          <a:p>
            <a:r>
              <a:rPr lang="nl-NL"/>
              <a:t>Programma</a:t>
            </a:r>
          </a:p>
        </p:txBody>
      </p:sp>
      <p:sp>
        <p:nvSpPr>
          <p:cNvPr id="3" name="Tijdelijke aanduiding voor tekst 2">
            <a:extLst>
              <a:ext uri="{FF2B5EF4-FFF2-40B4-BE49-F238E27FC236}">
                <a16:creationId xmlns:a16="http://schemas.microsoft.com/office/drawing/2014/main" id="{A130C9D9-85C6-7B85-3019-0D94DC55882E}"/>
              </a:ext>
            </a:extLst>
          </p:cNvPr>
          <p:cNvSpPr>
            <a:spLocks noGrp="1"/>
          </p:cNvSpPr>
          <p:nvPr>
            <p:ph type="body" sz="quarter" idx="14"/>
          </p:nvPr>
        </p:nvSpPr>
        <p:spPr>
          <a:xfrm>
            <a:off x="695325" y="1196752"/>
            <a:ext cx="4860926" cy="4932907"/>
          </a:xfrm>
        </p:spPr>
        <p:txBody>
          <a:bodyPr/>
          <a:lstStyle/>
          <a:p>
            <a:pPr marL="0" indent="0">
              <a:lnSpc>
                <a:spcPct val="150000"/>
              </a:lnSpc>
              <a:buNone/>
            </a:pPr>
            <a:r>
              <a:rPr lang="nl-NL"/>
              <a:t>Deel 1: theorie</a:t>
            </a:r>
          </a:p>
          <a:p>
            <a:pPr>
              <a:lnSpc>
                <a:spcPct val="150000"/>
              </a:lnSpc>
            </a:pPr>
            <a:r>
              <a:rPr lang="nl-NL"/>
              <a:t>Inclusief ontwerpen</a:t>
            </a:r>
          </a:p>
          <a:p>
            <a:pPr marL="0" indent="0">
              <a:lnSpc>
                <a:spcPct val="150000"/>
              </a:lnSpc>
              <a:buNone/>
            </a:pPr>
            <a:r>
              <a:rPr lang="nl-NL"/>
              <a:t>Deel 2: praktijk</a:t>
            </a:r>
          </a:p>
          <a:p>
            <a:pPr>
              <a:lnSpc>
                <a:spcPct val="150000"/>
              </a:lnSpc>
            </a:pPr>
            <a:r>
              <a:rPr lang="nl-NL" err="1"/>
              <a:t>Personaworkshop</a:t>
            </a:r>
            <a:endParaRPr lang="nl-NL"/>
          </a:p>
          <a:p>
            <a:pPr>
              <a:lnSpc>
                <a:spcPct val="150000"/>
              </a:lnSpc>
            </a:pPr>
            <a:r>
              <a:rPr lang="nl-NL"/>
              <a:t>Afronden en evaluatie </a:t>
            </a:r>
          </a:p>
        </p:txBody>
      </p:sp>
    </p:spTree>
    <p:extLst>
      <p:ext uri="{BB962C8B-B14F-4D97-AF65-F5344CB8AC3E}">
        <p14:creationId xmlns:p14="http://schemas.microsoft.com/office/powerpoint/2010/main" val="2963097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3608AB-F8C1-E369-9C59-B1178901CB76}"/>
              </a:ext>
            </a:extLst>
          </p:cNvPr>
          <p:cNvSpPr>
            <a:spLocks noGrp="1"/>
          </p:cNvSpPr>
          <p:nvPr>
            <p:ph type="title"/>
          </p:nvPr>
        </p:nvSpPr>
        <p:spPr/>
        <p:txBody>
          <a:bodyPr/>
          <a:lstStyle/>
          <a:p>
            <a:r>
              <a:rPr lang="nl-NL"/>
              <a:t>Wat gaat hier mis? </a:t>
            </a:r>
          </a:p>
        </p:txBody>
      </p:sp>
      <p:pic>
        <p:nvPicPr>
          <p:cNvPr id="9" name="Tijdelijke aanduiding voor inhoud 8" descr="Een lange houten trap tegen een erg schuine helling met ernaast een houten schuine baan met rolstoelicoon erop, omgeven door groen en een houten gebouw.">
            <a:extLst>
              <a:ext uri="{FF2B5EF4-FFF2-40B4-BE49-F238E27FC236}">
                <a16:creationId xmlns:a16="http://schemas.microsoft.com/office/drawing/2014/main" id="{9EA8FC4D-6365-DF5D-513B-ED328D556F7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61572" y="2348880"/>
            <a:ext cx="3047645" cy="4015852"/>
          </a:xfrm>
        </p:spPr>
      </p:pic>
      <p:pic>
        <p:nvPicPr>
          <p:cNvPr id="11" name="Tijdelijke aanduiding voor inhoud 10" descr="Buitenruimte met meerdere trappen, tussen de treden waarvan smalle betonnen hellingen met gele randen en een lantaarnpaal boven aan de helling">
            <a:extLst>
              <a:ext uri="{FF2B5EF4-FFF2-40B4-BE49-F238E27FC236}">
                <a16:creationId xmlns:a16="http://schemas.microsoft.com/office/drawing/2014/main" id="{54EF8B0F-3F04-9D0F-6DB4-56EA6BD68694}"/>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474158" y="1552566"/>
            <a:ext cx="3182386" cy="2402388"/>
          </a:xfrm>
        </p:spPr>
      </p:pic>
      <p:pic>
        <p:nvPicPr>
          <p:cNvPr id="13" name="Tijdelijke aanduiding voor inhoud 12" descr="Bakstenen ingang met een paar treden die naar de voordeur leiden. Aan één kant is er een hellingbaan die een van de twee trappen met de stoep verbindt. ">
            <a:extLst>
              <a:ext uri="{FF2B5EF4-FFF2-40B4-BE49-F238E27FC236}">
                <a16:creationId xmlns:a16="http://schemas.microsoft.com/office/drawing/2014/main" id="{BC28D294-08BD-1B10-FD66-371BFAE5F77B}"/>
              </a:ext>
            </a:extLst>
          </p:cNvPr>
          <p:cNvPicPr>
            <a:picLocks noGrp="1" noChangeAspect="1"/>
          </p:cNvPicPr>
          <p:nvPr>
            <p:ph sz="quarter" idx="15"/>
          </p:nvPr>
        </p:nvPicPr>
        <p:blipFill>
          <a:blip r:embed="rId5">
            <a:extLst>
              <a:ext uri="{28A0092B-C50C-407E-A947-70E740481C1C}">
                <a14:useLocalDpi xmlns:a14="http://schemas.microsoft.com/office/drawing/2010/main" val="0"/>
              </a:ext>
            </a:extLst>
          </a:blip>
          <a:stretch>
            <a:fillRect/>
          </a:stretch>
        </p:blipFill>
        <p:spPr>
          <a:xfrm>
            <a:off x="4693981" y="4148620"/>
            <a:ext cx="3815256" cy="2030527"/>
          </a:xfrm>
          <a:ln w="28575">
            <a:solidFill>
              <a:schemeClr val="accent1">
                <a:lumMod val="75000"/>
              </a:schemeClr>
            </a:solidFill>
          </a:ln>
        </p:spPr>
      </p:pic>
      <p:pic>
        <p:nvPicPr>
          <p:cNvPr id="15" name="Tijdelijke aanduiding voor inhoud 14" descr="Een foto van een blinde vrouw met een witte stok loopt op het trottoir en volgt de geleide lijnen. Er staat een fiets in haar weg geparkeerd.">
            <a:extLst>
              <a:ext uri="{FF2B5EF4-FFF2-40B4-BE49-F238E27FC236}">
                <a16:creationId xmlns:a16="http://schemas.microsoft.com/office/drawing/2014/main" id="{A8D676CB-4340-8C14-A5AB-5B15194D858F}"/>
              </a:ext>
            </a:extLst>
          </p:cNvPr>
          <p:cNvPicPr>
            <a:picLocks noGrp="1" noChangeAspect="1"/>
          </p:cNvPicPr>
          <p:nvPr>
            <p:ph sz="quarter" idx="16"/>
          </p:nvPr>
        </p:nvPicPr>
        <p:blipFill>
          <a:blip r:embed="rId6">
            <a:extLst>
              <a:ext uri="{28A0092B-C50C-407E-A947-70E740481C1C}">
                <a14:useLocalDpi xmlns:a14="http://schemas.microsoft.com/office/drawing/2010/main" val="0"/>
              </a:ext>
            </a:extLst>
          </a:blip>
          <a:stretch>
            <a:fillRect/>
          </a:stretch>
        </p:blipFill>
        <p:spPr>
          <a:xfrm>
            <a:off x="8747104" y="1768076"/>
            <a:ext cx="3283324" cy="4180287"/>
          </a:xfrm>
        </p:spPr>
      </p:pic>
    </p:spTree>
    <p:extLst>
      <p:ext uri="{BB962C8B-B14F-4D97-AF65-F5344CB8AC3E}">
        <p14:creationId xmlns:p14="http://schemas.microsoft.com/office/powerpoint/2010/main" val="23185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78D0C6-EB44-BBE6-B42F-DAA2247528D4}"/>
              </a:ext>
            </a:extLst>
          </p:cNvPr>
          <p:cNvSpPr>
            <a:spLocks noGrp="1"/>
          </p:cNvSpPr>
          <p:nvPr>
            <p:ph type="title"/>
          </p:nvPr>
        </p:nvSpPr>
        <p:spPr>
          <a:xfrm>
            <a:off x="1235076" y="2933700"/>
            <a:ext cx="4860924" cy="990600"/>
          </a:xfrm>
        </p:spPr>
        <p:txBody>
          <a:bodyPr/>
          <a:lstStyle/>
          <a:p>
            <a:r>
              <a:rPr lang="nl-NL"/>
              <a:t>Inclusief </a:t>
            </a:r>
            <a:br>
              <a:rPr lang="nl-NL"/>
            </a:br>
            <a:r>
              <a:rPr lang="nl-NL"/>
              <a:t>ontwerpen</a:t>
            </a:r>
          </a:p>
        </p:txBody>
      </p:sp>
    </p:spTree>
    <p:extLst>
      <p:ext uri="{BB962C8B-B14F-4D97-AF65-F5344CB8AC3E}">
        <p14:creationId xmlns:p14="http://schemas.microsoft.com/office/powerpoint/2010/main" val="2376198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0D0BE2-B9F6-EC3E-C7F5-1DED516BBFA4}"/>
              </a:ext>
            </a:extLst>
          </p:cNvPr>
          <p:cNvSpPr>
            <a:spLocks noGrp="1"/>
          </p:cNvSpPr>
          <p:nvPr>
            <p:ph type="title"/>
          </p:nvPr>
        </p:nvSpPr>
        <p:spPr>
          <a:xfrm>
            <a:off x="1235074" y="2312323"/>
            <a:ext cx="4860926" cy="2233354"/>
          </a:xfrm>
        </p:spPr>
        <p:txBody>
          <a:bodyPr/>
          <a:lstStyle/>
          <a:p>
            <a:r>
              <a:rPr lang="nl-NL" sz="3600"/>
              <a:t>Gouden driehoek</a:t>
            </a:r>
          </a:p>
        </p:txBody>
      </p:sp>
      <p:pic>
        <p:nvPicPr>
          <p:cNvPr id="5" name="Tijdelijke aanduiding voor afbeelding 4" descr="Gouden driehoek voor optimale samenwerking van Kennis over Zien. Op de punten van de driehoek staat bovenaan de tekst &quot;opdrachtgever&quot; met een symbool van een kantoorgebouw. Rechts onderin staat &quot;inhoudsdeskundige&quot; met een symbool van een hoofd met een radar erin. En links onderin staat de tekst &quot;Ervaringsdeskundige&quot; met twee poppetjes. Opvallend is dat de driehoek blauw is in plaats van goud voor een beter contrast.">
            <a:extLst>
              <a:ext uri="{FF2B5EF4-FFF2-40B4-BE49-F238E27FC236}">
                <a16:creationId xmlns:a16="http://schemas.microsoft.com/office/drawing/2014/main" id="{56217705-662C-97D8-4D06-E11400726F5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8755" r="8755"/>
          <a:stretch>
            <a:fillRect/>
          </a:stretch>
        </p:blipFill>
        <p:spPr>
          <a:xfrm>
            <a:off x="5435612" y="0"/>
            <a:ext cx="6096000" cy="6858000"/>
          </a:xfrm>
          <a:prstGeom prst="rect">
            <a:avLst/>
          </a:prstGeom>
        </p:spPr>
      </p:pic>
    </p:spTree>
    <p:extLst>
      <p:ext uri="{BB962C8B-B14F-4D97-AF65-F5344CB8AC3E}">
        <p14:creationId xmlns:p14="http://schemas.microsoft.com/office/powerpoint/2010/main" val="3297584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0C2E5D-4932-FF27-4DD8-668243801B2E}"/>
              </a:ext>
            </a:extLst>
          </p:cNvPr>
          <p:cNvSpPr>
            <a:spLocks noGrp="1"/>
          </p:cNvSpPr>
          <p:nvPr>
            <p:ph type="title"/>
          </p:nvPr>
        </p:nvSpPr>
        <p:spPr>
          <a:xfrm>
            <a:off x="876299" y="368300"/>
            <a:ext cx="10620375" cy="1044476"/>
          </a:xfrm>
        </p:spPr>
        <p:txBody>
          <a:bodyPr/>
          <a:lstStyle/>
          <a:p>
            <a:r>
              <a:rPr lang="nl-NL"/>
              <a:t>Inclusief ontwerpen – definitie</a:t>
            </a:r>
          </a:p>
        </p:txBody>
      </p:sp>
      <p:sp>
        <p:nvSpPr>
          <p:cNvPr id="3" name="Tijdelijke aanduiding voor inhoud 2">
            <a:extLst>
              <a:ext uri="{FF2B5EF4-FFF2-40B4-BE49-F238E27FC236}">
                <a16:creationId xmlns:a16="http://schemas.microsoft.com/office/drawing/2014/main" id="{5E969267-CA18-C77B-E2DC-F7010746AB6B}"/>
              </a:ext>
            </a:extLst>
          </p:cNvPr>
          <p:cNvSpPr>
            <a:spLocks noGrp="1"/>
          </p:cNvSpPr>
          <p:nvPr>
            <p:ph idx="1"/>
          </p:nvPr>
        </p:nvSpPr>
        <p:spPr>
          <a:xfrm>
            <a:off x="876300" y="1988839"/>
            <a:ext cx="10439400" cy="3959523"/>
          </a:xfrm>
        </p:spPr>
        <p:txBody>
          <a:bodyPr/>
          <a:lstStyle/>
          <a:p>
            <a:pPr marL="0" indent="0">
              <a:lnSpc>
                <a:spcPct val="200000"/>
              </a:lnSpc>
              <a:buNone/>
            </a:pPr>
            <a:r>
              <a:rPr lang="nl-NL"/>
              <a:t>In elke fase van het ontwerpproces met een zo divers mogelijk groep (eind)gebruikers samenwerken, ten behoefte van een zo inclusief mogelijk product of dienstverlening. </a:t>
            </a:r>
          </a:p>
        </p:txBody>
      </p:sp>
    </p:spTree>
    <p:extLst>
      <p:ext uri="{BB962C8B-B14F-4D97-AF65-F5344CB8AC3E}">
        <p14:creationId xmlns:p14="http://schemas.microsoft.com/office/powerpoint/2010/main" val="3066845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7582-32CF-1D05-FF7D-B217A49472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05DAFDE-4667-C3AB-CBAE-E6295D2CFFF7}"/>
              </a:ext>
            </a:extLst>
          </p:cNvPr>
          <p:cNvSpPr>
            <a:spLocks noGrp="1"/>
          </p:cNvSpPr>
          <p:nvPr>
            <p:ph type="title"/>
          </p:nvPr>
        </p:nvSpPr>
        <p:spPr>
          <a:xfrm>
            <a:off x="695325" y="368300"/>
            <a:ext cx="10801350" cy="1044476"/>
          </a:xfrm>
        </p:spPr>
        <p:txBody>
          <a:bodyPr/>
          <a:lstStyle/>
          <a:p>
            <a:r>
              <a:rPr lang="nl-NL"/>
              <a:t>Inclusief ontwerpen – fase</a:t>
            </a:r>
          </a:p>
        </p:txBody>
      </p:sp>
      <p:sp>
        <p:nvSpPr>
          <p:cNvPr id="3" name="Tijdelijke aanduiding voor inhoud 2">
            <a:extLst>
              <a:ext uri="{FF2B5EF4-FFF2-40B4-BE49-F238E27FC236}">
                <a16:creationId xmlns:a16="http://schemas.microsoft.com/office/drawing/2014/main" id="{240C7E5E-CC5E-E066-7ABE-C7BE4E5363DF}"/>
              </a:ext>
            </a:extLst>
          </p:cNvPr>
          <p:cNvSpPr>
            <a:spLocks noGrp="1"/>
          </p:cNvSpPr>
          <p:nvPr>
            <p:ph idx="1"/>
          </p:nvPr>
        </p:nvSpPr>
        <p:spPr>
          <a:xfrm>
            <a:off x="876300" y="1988839"/>
            <a:ext cx="6157552" cy="3959523"/>
          </a:xfrm>
        </p:spPr>
        <p:txBody>
          <a:bodyPr/>
          <a:lstStyle/>
          <a:p>
            <a:pPr marL="0" indent="0">
              <a:lnSpc>
                <a:spcPct val="200000"/>
              </a:lnSpc>
              <a:buNone/>
            </a:pPr>
            <a:r>
              <a:rPr lang="nl-NL"/>
              <a:t>In </a:t>
            </a:r>
            <a:r>
              <a:rPr lang="nl-NL" b="1"/>
              <a:t>elke fase van het ontwerpproces </a:t>
            </a:r>
            <a:r>
              <a:rPr lang="nl-NL"/>
              <a:t>met een zo divers mogelijk groep (eind)gebruikers samenwerken, ten behoefte van een zo inclusief mogelijk product of dienstverlening. </a:t>
            </a:r>
          </a:p>
        </p:txBody>
      </p:sp>
      <p:pic>
        <p:nvPicPr>
          <p:cNvPr id="4" name="Afbeelding 3" descr="Schema van de fases in het inclusief ontwerpproces. In de middencirkel staat &quot;Inclusief ontwerpproces&quot; omringt door de 5 fases: ontdekken, probleem definiëren, ideeën vormen, ontwikkelen en teksten, evaluatie en borging.">
            <a:extLst>
              <a:ext uri="{FF2B5EF4-FFF2-40B4-BE49-F238E27FC236}">
                <a16:creationId xmlns:a16="http://schemas.microsoft.com/office/drawing/2014/main" id="{27F92C13-8F41-FCB7-7089-250C08835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8517" y="1542207"/>
            <a:ext cx="4293493" cy="4269980"/>
          </a:xfrm>
          <a:prstGeom prst="rect">
            <a:avLst/>
          </a:prstGeom>
        </p:spPr>
      </p:pic>
    </p:spTree>
    <p:extLst>
      <p:ext uri="{BB962C8B-B14F-4D97-AF65-F5344CB8AC3E}">
        <p14:creationId xmlns:p14="http://schemas.microsoft.com/office/powerpoint/2010/main" val="4028567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5C890A-BBA5-88F4-23A2-C2E32F4EA2DA}"/>
              </a:ext>
            </a:extLst>
          </p:cNvPr>
          <p:cNvSpPr>
            <a:spLocks noGrp="1"/>
          </p:cNvSpPr>
          <p:nvPr>
            <p:ph type="title"/>
          </p:nvPr>
        </p:nvSpPr>
        <p:spPr/>
        <p:txBody>
          <a:bodyPr/>
          <a:lstStyle/>
          <a:p>
            <a:r>
              <a:rPr lang="nl-NL"/>
              <a:t>Voorbeeld fase </a:t>
            </a:r>
          </a:p>
        </p:txBody>
      </p:sp>
      <p:pic>
        <p:nvPicPr>
          <p:cNvPr id="12" name="Tijdelijke aanduiding voor inhoud 11" descr="Een lange buitentrap langs een gebouw met in het midden en aan de zijkant smalle, steile betonnen hellingen, waarop bovenaan een persoon in een elektrische rolstoel naar beneden rijdt.">
            <a:extLst>
              <a:ext uri="{FF2B5EF4-FFF2-40B4-BE49-F238E27FC236}">
                <a16:creationId xmlns:a16="http://schemas.microsoft.com/office/drawing/2014/main" id="{14640106-43D6-7A91-1316-78860A14A4A1}"/>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95324" y="1819023"/>
            <a:ext cx="2704502" cy="3949998"/>
          </a:xfrm>
        </p:spPr>
      </p:pic>
      <p:pic>
        <p:nvPicPr>
          <p:cNvPr id="10" name="Tijdelijke aanduiding voor inhoud 9" descr="Een vrouw zit in een handbewogen rolstoel onder een afdak van een hoog bakstenen muur, die het zicht op het groen blokkeert; ze zit met haar gezicht naar de muur.">
            <a:extLst>
              <a:ext uri="{FF2B5EF4-FFF2-40B4-BE49-F238E27FC236}">
                <a16:creationId xmlns:a16="http://schemas.microsoft.com/office/drawing/2014/main" id="{48CAE6E0-C978-3D1E-E816-54EBB87EA0FD}"/>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935760" y="1762082"/>
            <a:ext cx="2998295" cy="4006939"/>
          </a:xfrm>
        </p:spPr>
      </p:pic>
      <p:pic>
        <p:nvPicPr>
          <p:cNvPr id="8" name="Tijdelijke aanduiding voor inhoud 7" descr="Screenshots van nieuwsartikelen over &quot;Klein experiment met poststemmen in Den Haag&quot; uit 2011. ">
            <a:extLst>
              <a:ext uri="{FF2B5EF4-FFF2-40B4-BE49-F238E27FC236}">
                <a16:creationId xmlns:a16="http://schemas.microsoft.com/office/drawing/2014/main" id="{F5442C71-C207-9C00-B2E3-439DBDF39323}"/>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tretch>
            <a:fillRect/>
          </a:stretch>
        </p:blipFill>
        <p:spPr>
          <a:xfrm>
            <a:off x="7469989" y="1648118"/>
            <a:ext cx="4204544" cy="4234866"/>
          </a:xfrm>
        </p:spPr>
      </p:pic>
    </p:spTree>
    <p:extLst>
      <p:ext uri="{BB962C8B-B14F-4D97-AF65-F5344CB8AC3E}">
        <p14:creationId xmlns:p14="http://schemas.microsoft.com/office/powerpoint/2010/main" val="3774054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975AC-7109-B801-EC7C-DCB5A520A93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CC9D5BE-8884-9528-D7B4-5E822BE84489}"/>
              </a:ext>
            </a:extLst>
          </p:cNvPr>
          <p:cNvSpPr>
            <a:spLocks noGrp="1"/>
          </p:cNvSpPr>
          <p:nvPr>
            <p:ph type="title"/>
          </p:nvPr>
        </p:nvSpPr>
        <p:spPr>
          <a:xfrm>
            <a:off x="695325" y="368300"/>
            <a:ext cx="10801350" cy="1044476"/>
          </a:xfrm>
        </p:spPr>
        <p:txBody>
          <a:bodyPr/>
          <a:lstStyle/>
          <a:p>
            <a:r>
              <a:rPr lang="nl-NL"/>
              <a:t>Inclusief ontwerpen – divers</a:t>
            </a:r>
          </a:p>
        </p:txBody>
      </p:sp>
      <p:sp>
        <p:nvSpPr>
          <p:cNvPr id="3" name="Tijdelijke aanduiding voor inhoud 2">
            <a:extLst>
              <a:ext uri="{FF2B5EF4-FFF2-40B4-BE49-F238E27FC236}">
                <a16:creationId xmlns:a16="http://schemas.microsoft.com/office/drawing/2014/main" id="{D26FECE4-0C9C-49D0-E2C5-66CBE4F4DB33}"/>
              </a:ext>
            </a:extLst>
          </p:cNvPr>
          <p:cNvSpPr>
            <a:spLocks noGrp="1"/>
          </p:cNvSpPr>
          <p:nvPr>
            <p:ph idx="1"/>
          </p:nvPr>
        </p:nvSpPr>
        <p:spPr>
          <a:xfrm>
            <a:off x="876300" y="1988839"/>
            <a:ext cx="10439400" cy="3959523"/>
          </a:xfrm>
        </p:spPr>
        <p:txBody>
          <a:bodyPr/>
          <a:lstStyle/>
          <a:p>
            <a:pPr marL="0" indent="0">
              <a:lnSpc>
                <a:spcPct val="200000"/>
              </a:lnSpc>
              <a:buNone/>
            </a:pPr>
            <a:r>
              <a:rPr lang="nl-NL"/>
              <a:t>In elke fase van het ontwerpproces met een </a:t>
            </a:r>
            <a:r>
              <a:rPr lang="nl-NL" b="1"/>
              <a:t>zo divers mogelijk groep (eind)gebruikers</a:t>
            </a:r>
            <a:r>
              <a:rPr lang="nl-NL"/>
              <a:t> samenwerken, ten behoefte van een zo inclusief mogelijk product of dienstverlening. </a:t>
            </a:r>
          </a:p>
        </p:txBody>
      </p:sp>
    </p:spTree>
    <p:extLst>
      <p:ext uri="{BB962C8B-B14F-4D97-AF65-F5344CB8AC3E}">
        <p14:creationId xmlns:p14="http://schemas.microsoft.com/office/powerpoint/2010/main" val="3165415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6556A9-BC49-4E96-0FD8-BC8F74D1F23A}"/>
              </a:ext>
            </a:extLst>
          </p:cNvPr>
          <p:cNvSpPr>
            <a:spLocks noGrp="1"/>
          </p:cNvSpPr>
          <p:nvPr>
            <p:ph type="title"/>
          </p:nvPr>
        </p:nvSpPr>
        <p:spPr/>
        <p:txBody>
          <a:bodyPr/>
          <a:lstStyle/>
          <a:p>
            <a:r>
              <a:rPr lang="nl-NL"/>
              <a:t>Voorbeeld diversiteit </a:t>
            </a:r>
          </a:p>
        </p:txBody>
      </p:sp>
      <p:pic>
        <p:nvPicPr>
          <p:cNvPr id="6" name="Tijdelijke aanduiding voor inhoud 5" descr="Twee foto's tonen een witte zeepdispenser die aan een muur is bevestigd. Op de linkerfoto wordt een witte hand herkend en geactiveerd door het apparaat.">
            <a:extLst>
              <a:ext uri="{FF2B5EF4-FFF2-40B4-BE49-F238E27FC236}">
                <a16:creationId xmlns:a16="http://schemas.microsoft.com/office/drawing/2014/main" id="{1F46F79A-2706-4B84-625D-A09C0F40A523}"/>
              </a:ext>
            </a:extLst>
          </p:cNvPr>
          <p:cNvPicPr>
            <a:picLocks noGrp="1" noChangeAspect="1"/>
          </p:cNvPicPr>
          <p:nvPr>
            <p:ph sz="quarter" idx="13"/>
          </p:nvPr>
        </p:nvPicPr>
        <p:blipFill>
          <a:blip r:embed="rId3" cstate="print">
            <a:extLst>
              <a:ext uri="{28A0092B-C50C-407E-A947-70E740481C1C}">
                <a14:useLocalDpi xmlns:a14="http://schemas.microsoft.com/office/drawing/2010/main" val="0"/>
              </a:ext>
            </a:extLst>
          </a:blip>
          <a:srcRect r="33380"/>
          <a:stretch>
            <a:fillRect/>
          </a:stretch>
        </p:blipFill>
        <p:spPr>
          <a:xfrm>
            <a:off x="880772" y="4249738"/>
            <a:ext cx="2652912" cy="2239963"/>
          </a:xfrm>
          <a:prstGeom prst="rect">
            <a:avLst/>
          </a:prstGeom>
        </p:spPr>
      </p:pic>
      <p:pic>
        <p:nvPicPr>
          <p:cNvPr id="10" name="Tijdelijke aanduiding voor inhoud 9" descr="Een lachend meisje in een elektrische rolstoel rijdt over een groot, niet-opgeblazen springkussen met een kleurrijk illustratief patroon. ">
            <a:extLst>
              <a:ext uri="{FF2B5EF4-FFF2-40B4-BE49-F238E27FC236}">
                <a16:creationId xmlns:a16="http://schemas.microsoft.com/office/drawing/2014/main" id="{E4B8B423-0AC6-FF2B-C5B2-56A9FE8BBC59}"/>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246470" y="2161550"/>
            <a:ext cx="4513361" cy="2534900"/>
          </a:xfrm>
        </p:spPr>
      </p:pic>
      <p:pic>
        <p:nvPicPr>
          <p:cNvPr id="13" name="Tijdelijke aanduiding voor inhoud 12" descr="Twee handen scannen een voelbare plattegrond met verhoogde oppervlaktes, lijnen, en symbolen. Op tafel ligt de plattegrond, vergroting van een deel van de plattegrond, en legenda.&#10;">
            <a:extLst>
              <a:ext uri="{FF2B5EF4-FFF2-40B4-BE49-F238E27FC236}">
                <a16:creationId xmlns:a16="http://schemas.microsoft.com/office/drawing/2014/main" id="{3CFE4267-00DE-C88D-C2C6-5EDBB80EA432}"/>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tretch>
            <a:fillRect/>
          </a:stretch>
        </p:blipFill>
        <p:spPr>
          <a:xfrm>
            <a:off x="7447476" y="439286"/>
            <a:ext cx="4117458" cy="2746058"/>
          </a:xfrm>
          <a:prstGeom prst="rect">
            <a:avLst/>
          </a:prstGeom>
        </p:spPr>
      </p:pic>
    </p:spTree>
    <p:extLst>
      <p:ext uri="{BB962C8B-B14F-4D97-AF65-F5344CB8AC3E}">
        <p14:creationId xmlns:p14="http://schemas.microsoft.com/office/powerpoint/2010/main" val="2791032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01EC1D-8B46-7008-B13A-7CE25CC32419}"/>
              </a:ext>
            </a:extLst>
          </p:cNvPr>
          <p:cNvSpPr>
            <a:spLocks noGrp="1"/>
          </p:cNvSpPr>
          <p:nvPr>
            <p:ph type="title"/>
          </p:nvPr>
        </p:nvSpPr>
        <p:spPr>
          <a:noFill/>
        </p:spPr>
        <p:txBody>
          <a:bodyPr/>
          <a:lstStyle/>
          <a:p>
            <a:r>
              <a:rPr lang="nl-NL">
                <a:solidFill>
                  <a:schemeClr val="bg1"/>
                </a:solidFill>
              </a:rPr>
              <a:t>Alleen standaard gebruikers </a:t>
            </a:r>
          </a:p>
        </p:txBody>
      </p:sp>
      <p:sp>
        <p:nvSpPr>
          <p:cNvPr id="3" name="Rechthoek 2">
            <a:extLst>
              <a:ext uri="{FF2B5EF4-FFF2-40B4-BE49-F238E27FC236}">
                <a16:creationId xmlns:a16="http://schemas.microsoft.com/office/drawing/2014/main" id="{B74DF6BE-D522-EAE2-600D-D9D2060BACA3}"/>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162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Tijdelijke aanduiding voor afbeelding 4" descr="Screenshot van een tweet met de tekst: “When UX doesn't consider ALL users, shouldn't it be known as 'SOME User Experience' or… SUX? #a11y”.">
            <a:extLst>
              <a:ext uri="{FF2B5EF4-FFF2-40B4-BE49-F238E27FC236}">
                <a16:creationId xmlns:a16="http://schemas.microsoft.com/office/drawing/2014/main" id="{DE25D950-6E53-F262-C438-E7BD4130CEC8}"/>
              </a:ext>
              <a:ext uri="{C183D7F6-B498-43B3-948B-1728B52AA6E4}">
                <adec:decorative xmlns:adec="http://schemas.microsoft.com/office/drawing/2017/decorative" val="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4259" b="4259"/>
          <a:stretch>
            <a:fillRect/>
          </a:stretch>
        </p:blipFill>
        <p:spPr>
          <a:xfrm>
            <a:off x="319300" y="456407"/>
            <a:ext cx="11553400" cy="5945186"/>
          </a:xfrm>
        </p:spPr>
      </p:pic>
    </p:spTree>
    <p:extLst>
      <p:ext uri="{BB962C8B-B14F-4D97-AF65-F5344CB8AC3E}">
        <p14:creationId xmlns:p14="http://schemas.microsoft.com/office/powerpoint/2010/main" val="3046795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0D69-BFEE-C7D3-A35E-F8DAB3219D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38A3614-48D3-3009-0771-8D04CA63AC6D}"/>
              </a:ext>
            </a:extLst>
          </p:cNvPr>
          <p:cNvSpPr>
            <a:spLocks noGrp="1"/>
          </p:cNvSpPr>
          <p:nvPr>
            <p:ph type="title"/>
          </p:nvPr>
        </p:nvSpPr>
        <p:spPr>
          <a:xfrm>
            <a:off x="695325" y="368300"/>
            <a:ext cx="10801350" cy="1044476"/>
          </a:xfrm>
        </p:spPr>
        <p:txBody>
          <a:bodyPr/>
          <a:lstStyle/>
          <a:p>
            <a:r>
              <a:rPr lang="nl-NL"/>
              <a:t>Inclusief ontwerpen – samen </a:t>
            </a:r>
          </a:p>
        </p:txBody>
      </p:sp>
      <p:sp>
        <p:nvSpPr>
          <p:cNvPr id="3" name="Tijdelijke aanduiding voor inhoud 2">
            <a:extLst>
              <a:ext uri="{FF2B5EF4-FFF2-40B4-BE49-F238E27FC236}">
                <a16:creationId xmlns:a16="http://schemas.microsoft.com/office/drawing/2014/main" id="{45A1CADA-B168-B751-9925-588B79C301F2}"/>
              </a:ext>
            </a:extLst>
          </p:cNvPr>
          <p:cNvSpPr>
            <a:spLocks noGrp="1"/>
          </p:cNvSpPr>
          <p:nvPr>
            <p:ph idx="1"/>
          </p:nvPr>
        </p:nvSpPr>
        <p:spPr>
          <a:xfrm>
            <a:off x="876300" y="1988839"/>
            <a:ext cx="10439400" cy="3959523"/>
          </a:xfrm>
        </p:spPr>
        <p:txBody>
          <a:bodyPr/>
          <a:lstStyle/>
          <a:p>
            <a:pPr marL="0" indent="0">
              <a:lnSpc>
                <a:spcPct val="200000"/>
              </a:lnSpc>
              <a:buNone/>
            </a:pPr>
            <a:r>
              <a:rPr lang="nl-NL"/>
              <a:t>In elke fase van het ontwerpproces met een zo divers mogelijk groep (eind)gebruikers </a:t>
            </a:r>
            <a:r>
              <a:rPr lang="nl-NL" b="1"/>
              <a:t>samenwerken</a:t>
            </a:r>
            <a:r>
              <a:rPr lang="nl-NL"/>
              <a:t>, ten behoefte van een zo inclusief mogelijk product of dienstverlening. </a:t>
            </a:r>
          </a:p>
        </p:txBody>
      </p:sp>
    </p:spTree>
    <p:extLst>
      <p:ext uri="{BB962C8B-B14F-4D97-AF65-F5344CB8AC3E}">
        <p14:creationId xmlns:p14="http://schemas.microsoft.com/office/powerpoint/2010/main" val="424626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6C326C-2EEC-1D4B-49CB-A048ACD51422}"/>
              </a:ext>
            </a:extLst>
          </p:cNvPr>
          <p:cNvSpPr>
            <a:spLocks noGrp="1"/>
          </p:cNvSpPr>
          <p:nvPr>
            <p:ph type="title"/>
          </p:nvPr>
        </p:nvSpPr>
        <p:spPr/>
        <p:txBody>
          <a:bodyPr/>
          <a:lstStyle/>
          <a:p>
            <a:r>
              <a:rPr lang="nl-NL"/>
              <a:t>Niets over ons, </a:t>
            </a:r>
            <a:br>
              <a:rPr lang="nl-NL"/>
            </a:br>
            <a:r>
              <a:rPr lang="nl-NL"/>
              <a:t>zonder ons </a:t>
            </a:r>
          </a:p>
        </p:txBody>
      </p:sp>
      <p:pic>
        <p:nvPicPr>
          <p:cNvPr id="5" name="Tijdelijke aanduiding voor afbeelding 4" descr="Collage van de Xbox adaptive joystick, waarbij een balvormige topper bestuurt wordt met een iemands kin, een ronde platte topper bedient wordt geamputeerde arm en handprotese, en een topper met een diepere inham met een korte duim, hand, en grote teen.">
            <a:extLst>
              <a:ext uri="{FF2B5EF4-FFF2-40B4-BE49-F238E27FC236}">
                <a16:creationId xmlns:a16="http://schemas.microsoft.com/office/drawing/2014/main" id="{3D740214-5CDF-AE31-28AF-D3AA7531F98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949" r="12949"/>
          <a:stretch>
            <a:fillRect/>
          </a:stretch>
        </p:blipFill>
        <p:spPr>
          <a:xfrm>
            <a:off x="6000303" y="0"/>
            <a:ext cx="6096000" cy="6858000"/>
          </a:xfrm>
          <a:prstGeom prst="rect">
            <a:avLst/>
          </a:prstGeom>
        </p:spPr>
      </p:pic>
    </p:spTree>
    <p:extLst>
      <p:ext uri="{BB962C8B-B14F-4D97-AF65-F5344CB8AC3E}">
        <p14:creationId xmlns:p14="http://schemas.microsoft.com/office/powerpoint/2010/main" val="2363246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03B9B-8249-7E4E-95EF-1D8B437D3D70}"/>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CBFBD97B-BA99-61D9-DE8B-E1183A8CFFAF}"/>
              </a:ext>
            </a:extLst>
          </p:cNvPr>
          <p:cNvSpPr>
            <a:spLocks noGrp="1"/>
          </p:cNvSpPr>
          <p:nvPr>
            <p:ph type="title"/>
          </p:nvPr>
        </p:nvSpPr>
        <p:spPr/>
        <p:txBody>
          <a:bodyPr/>
          <a:lstStyle/>
          <a:p>
            <a:r>
              <a:rPr lang="nl-NL"/>
              <a:t>Inclusief ontwerpen – inclusief </a:t>
            </a:r>
          </a:p>
        </p:txBody>
      </p:sp>
      <p:sp>
        <p:nvSpPr>
          <p:cNvPr id="3" name="Tijdelijke aanduiding voor inhoud 2">
            <a:extLst>
              <a:ext uri="{FF2B5EF4-FFF2-40B4-BE49-F238E27FC236}">
                <a16:creationId xmlns:a16="http://schemas.microsoft.com/office/drawing/2014/main" id="{964B43D8-D624-DFDE-D275-0CCA80B4BE03}"/>
              </a:ext>
            </a:extLst>
          </p:cNvPr>
          <p:cNvSpPr>
            <a:spLocks noGrp="1"/>
          </p:cNvSpPr>
          <p:nvPr>
            <p:ph idx="1"/>
          </p:nvPr>
        </p:nvSpPr>
        <p:spPr>
          <a:xfrm>
            <a:off x="876300" y="1988839"/>
            <a:ext cx="10439400" cy="3959523"/>
          </a:xfrm>
        </p:spPr>
        <p:txBody>
          <a:bodyPr/>
          <a:lstStyle/>
          <a:p>
            <a:pPr marL="0" indent="0">
              <a:lnSpc>
                <a:spcPct val="200000"/>
              </a:lnSpc>
              <a:buNone/>
            </a:pPr>
            <a:r>
              <a:rPr lang="nl-NL"/>
              <a:t>In elke fase van het ontwerpproces met een zo divers mogelijk groep (eind)gebruikers samenwerken, ten behoefte van een zo inclusief mogelijk product of dienstverlening. </a:t>
            </a:r>
          </a:p>
        </p:txBody>
      </p:sp>
    </p:spTree>
    <p:extLst>
      <p:ext uri="{BB962C8B-B14F-4D97-AF65-F5344CB8AC3E}">
        <p14:creationId xmlns:p14="http://schemas.microsoft.com/office/powerpoint/2010/main" val="1791909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3879-E9F4-1D3F-70AF-D5EF354EE8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C5BAD59-3BBD-3CC6-0779-921F47CA5604}"/>
              </a:ext>
            </a:extLst>
          </p:cNvPr>
          <p:cNvSpPr>
            <a:spLocks noGrp="1"/>
          </p:cNvSpPr>
          <p:nvPr>
            <p:ph type="title"/>
          </p:nvPr>
        </p:nvSpPr>
        <p:spPr>
          <a:xfrm>
            <a:off x="1235076" y="3181350"/>
            <a:ext cx="4860924" cy="495300"/>
          </a:xfrm>
        </p:spPr>
        <p:txBody>
          <a:bodyPr/>
          <a:lstStyle/>
          <a:p>
            <a:r>
              <a:rPr lang="nl-NL"/>
              <a:t>Aan de slag!</a:t>
            </a:r>
          </a:p>
        </p:txBody>
      </p:sp>
    </p:spTree>
    <p:extLst>
      <p:ext uri="{BB962C8B-B14F-4D97-AF65-F5344CB8AC3E}">
        <p14:creationId xmlns:p14="http://schemas.microsoft.com/office/powerpoint/2010/main" val="32250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B64C56-AE34-B0EA-D740-C748EB3980B7}"/>
              </a:ext>
            </a:extLst>
          </p:cNvPr>
          <p:cNvSpPr>
            <a:spLocks noGrp="1"/>
          </p:cNvSpPr>
          <p:nvPr>
            <p:ph type="title"/>
          </p:nvPr>
        </p:nvSpPr>
        <p:spPr/>
        <p:txBody>
          <a:bodyPr/>
          <a:lstStyle/>
          <a:p>
            <a:r>
              <a:rPr lang="nl-NL"/>
              <a:t>Ontwerpopdracht</a:t>
            </a:r>
          </a:p>
        </p:txBody>
      </p:sp>
      <p:sp>
        <p:nvSpPr>
          <p:cNvPr id="7" name="Rechthoek: afgeronde hoeken 6">
            <a:extLst>
              <a:ext uri="{FF2B5EF4-FFF2-40B4-BE49-F238E27FC236}">
                <a16:creationId xmlns:a16="http://schemas.microsoft.com/office/drawing/2014/main" id="{FE79745F-964B-8C5C-70BE-08A75A49BEDA}"/>
              </a:ext>
              <a:ext uri="{C183D7F6-B498-43B3-948B-1728B52AA6E4}">
                <adec:decorative xmlns:adec="http://schemas.microsoft.com/office/drawing/2017/decorative" val="1"/>
              </a:ext>
            </a:extLst>
          </p:cNvPr>
          <p:cNvSpPr/>
          <p:nvPr/>
        </p:nvSpPr>
        <p:spPr>
          <a:xfrm>
            <a:off x="299543" y="1477476"/>
            <a:ext cx="4680145" cy="5047495"/>
          </a:xfrm>
          <a:prstGeom prst="roundRect">
            <a:avLst>
              <a:gd name="adj" fmla="val 6217"/>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ekstvak 8">
            <a:extLst>
              <a:ext uri="{FF2B5EF4-FFF2-40B4-BE49-F238E27FC236}">
                <a16:creationId xmlns:a16="http://schemas.microsoft.com/office/drawing/2014/main" id="{62A9B052-950F-07F7-A43C-01B6600F207C}"/>
              </a:ext>
            </a:extLst>
          </p:cNvPr>
          <p:cNvSpPr txBox="1"/>
          <p:nvPr/>
        </p:nvSpPr>
        <p:spPr>
          <a:xfrm>
            <a:off x="563543" y="1701969"/>
            <a:ext cx="4067849" cy="430887"/>
          </a:xfrm>
          <a:prstGeom prst="rect">
            <a:avLst/>
          </a:prstGeom>
          <a:noFill/>
        </p:spPr>
        <p:txBody>
          <a:bodyPr wrap="square" rtlCol="0">
            <a:spAutoFit/>
          </a:bodyPr>
          <a:lstStyle/>
          <a:p>
            <a:r>
              <a:rPr lang="nl-NL" sz="2200"/>
              <a:t>Scenario</a:t>
            </a:r>
          </a:p>
        </p:txBody>
      </p:sp>
      <p:pic>
        <p:nvPicPr>
          <p:cNvPr id="1030" name="Picture 6" descr="Stempel met tekst &quot;classified&quot;">
            <a:extLst>
              <a:ext uri="{FF2B5EF4-FFF2-40B4-BE49-F238E27FC236}">
                <a16:creationId xmlns:a16="http://schemas.microsoft.com/office/drawing/2014/main" id="{439D0E13-EF4B-4272-9AB0-7AC2F8B94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01434">
            <a:off x="525518" y="2602447"/>
            <a:ext cx="3994150" cy="2534478"/>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a:extLst>
              <a:ext uri="{FF2B5EF4-FFF2-40B4-BE49-F238E27FC236}">
                <a16:creationId xmlns:a16="http://schemas.microsoft.com/office/drawing/2014/main" id="{918163DC-2BDD-E090-5195-291E85510AA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5325" y="5755940"/>
            <a:ext cx="1809750" cy="514350"/>
          </a:xfrm>
          <a:prstGeom prst="rect">
            <a:avLst/>
          </a:prstGeom>
        </p:spPr>
      </p:pic>
      <p:sp>
        <p:nvSpPr>
          <p:cNvPr id="6" name="Rechthoek: afgeronde hoeken 5">
            <a:extLst>
              <a:ext uri="{FF2B5EF4-FFF2-40B4-BE49-F238E27FC236}">
                <a16:creationId xmlns:a16="http://schemas.microsoft.com/office/drawing/2014/main" id="{383E69FD-0412-E3BB-8E0D-24F115126149}"/>
              </a:ext>
              <a:ext uri="{C183D7F6-B498-43B3-948B-1728B52AA6E4}">
                <adec:decorative xmlns:adec="http://schemas.microsoft.com/office/drawing/2017/decorative" val="1"/>
              </a:ext>
            </a:extLst>
          </p:cNvPr>
          <p:cNvSpPr/>
          <p:nvPr/>
        </p:nvSpPr>
        <p:spPr>
          <a:xfrm>
            <a:off x="5099410" y="1477474"/>
            <a:ext cx="6793048" cy="4111765"/>
          </a:xfrm>
          <a:prstGeom prst="roundRect">
            <a:avLst>
              <a:gd name="adj" fmla="val 4987"/>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9" name="Afbeelding 18" descr="Cartoon van een verbijsterde man">
            <a:extLst>
              <a:ext uri="{FF2B5EF4-FFF2-40B4-BE49-F238E27FC236}">
                <a16:creationId xmlns:a16="http://schemas.microsoft.com/office/drawing/2014/main" id="{1287AD80-701A-2837-A148-E07FD39C4CA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8" b="89844" l="5762" r="89844">
                        <a14:foregroundMark x1="9863" y1="42090" x2="9375" y2="49121"/>
                        <a14:foregroundMark x1="9375" y1="49121" x2="9668" y2="49316"/>
                        <a14:foregroundMark x1="5859" y1="44629" x2="5859" y2="47559"/>
                        <a14:foregroundMark x1="31543" y1="29688" x2="28809" y2="36621"/>
                        <a14:foregroundMark x1="28809" y1="36621" x2="32422" y2="28711"/>
                        <a14:foregroundMark x1="32422" y1="28711" x2="28320" y2="34863"/>
                        <a14:foregroundMark x1="28320" y1="34863" x2="28711" y2="35645"/>
                        <a14:foregroundMark x1="36914" y1="31348" x2="37012" y2="34180"/>
                        <a14:foregroundMark x1="27246" y1="7715" x2="34473" y2="7324"/>
                        <a14:foregroundMark x1="30415" y1="12894" x2="29492" y2="14160"/>
                        <a14:foregroundMark x1="34473" y1="7324" x2="30427" y2="12877"/>
                        <a14:foregroundMark x1="29492" y1="14160" x2="28778" y2="12284"/>
                        <a14:foregroundMark x1="28613" y1="15708" x2="28613" y2="16113"/>
                        <a14:foregroundMark x1="19531" y1="12793" x2="20215" y2="13867"/>
                        <a14:foregroundMark x1="16504" y1="14258" x2="18359" y2="17969"/>
                        <a14:foregroundMark x1="11426" y1="16504" x2="15332" y2="19336"/>
                        <a14:foregroundMark x1="11426" y1="21582" x2="14063" y2="22559"/>
                        <a14:foregroundMark x1="52246" y1="22168" x2="48633" y2="24707"/>
                        <a14:foregroundMark x1="50977" y1="29492" x2="47461" y2="28516"/>
                        <a14:backgroundMark x1="28320" y1="10547" x2="28125" y2="12012"/>
                        <a14:backgroundMark x1="28613" y1="9961" x2="27441" y2="10254"/>
                        <a14:backgroundMark x1="28516" y1="11035" x2="28125" y2="11914"/>
                        <a14:backgroundMark x1="28320" y1="15039" x2="28320" y2="15039"/>
                        <a14:backgroundMark x1="28320" y1="15039" x2="28320" y2="15039"/>
                        <a14:backgroundMark x1="28516" y1="14941" x2="28125" y2="14941"/>
                      </a14:backgroundRemoval>
                    </a14:imgEffect>
                  </a14:imgLayer>
                </a14:imgProps>
              </a:ext>
              <a:ext uri="{28A0092B-C50C-407E-A947-70E740481C1C}">
                <a14:useLocalDpi xmlns:a14="http://schemas.microsoft.com/office/drawing/2010/main" val="0"/>
              </a:ext>
            </a:extLst>
          </a:blip>
          <a:srcRect r="43301" b="6944"/>
          <a:stretch>
            <a:fillRect/>
          </a:stretch>
        </p:blipFill>
        <p:spPr>
          <a:xfrm>
            <a:off x="3866788" y="1637900"/>
            <a:ext cx="2572580" cy="4222187"/>
          </a:xfrm>
          <a:prstGeom prst="rect">
            <a:avLst/>
          </a:prstGeom>
        </p:spPr>
      </p:pic>
      <p:sp>
        <p:nvSpPr>
          <p:cNvPr id="12" name="Tekstvak 11">
            <a:extLst>
              <a:ext uri="{FF2B5EF4-FFF2-40B4-BE49-F238E27FC236}">
                <a16:creationId xmlns:a16="http://schemas.microsoft.com/office/drawing/2014/main" id="{09C05028-A800-BAB3-D1DF-D93AB18C33A3}"/>
              </a:ext>
            </a:extLst>
          </p:cNvPr>
          <p:cNvSpPr txBox="1"/>
          <p:nvPr/>
        </p:nvSpPr>
        <p:spPr>
          <a:xfrm>
            <a:off x="6385700" y="1701969"/>
            <a:ext cx="4067849" cy="430887"/>
          </a:xfrm>
          <a:prstGeom prst="rect">
            <a:avLst/>
          </a:prstGeom>
          <a:noFill/>
        </p:spPr>
        <p:txBody>
          <a:bodyPr wrap="square" rtlCol="0">
            <a:spAutoFit/>
          </a:bodyPr>
          <a:lstStyle/>
          <a:p>
            <a:r>
              <a:rPr lang="nl-NL" sz="2200"/>
              <a:t>Opdracht</a:t>
            </a:r>
          </a:p>
        </p:txBody>
      </p:sp>
      <p:pic>
        <p:nvPicPr>
          <p:cNvPr id="20" name="Afbeelding 19" descr="Cartoon van een trein met een vermoeide gezichtsuitdrukking">
            <a:extLst>
              <a:ext uri="{FF2B5EF4-FFF2-40B4-BE49-F238E27FC236}">
                <a16:creationId xmlns:a16="http://schemas.microsoft.com/office/drawing/2014/main" id="{F7F3D97B-B408-8440-F8DD-E85BA28296F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8594" b="89844" l="9961" r="94434">
                        <a14:foregroundMark x1="57910" y1="48633" x2="65234" y2="48438"/>
                        <a14:foregroundMark x1="67090" y1="50488" x2="72949" y2="51660"/>
                        <a14:foregroundMark x1="64551" y1="76758" x2="85742" y2="78809"/>
                        <a14:foregroundMark x1="63086" y1="18750" x2="70117" y2="22754"/>
                        <a14:foregroundMark x1="70117" y1="22754" x2="63281" y2="27344"/>
                        <a14:foregroundMark x1="63281" y1="27344" x2="63086" y2="21484"/>
                        <a14:foregroundMark x1="80176" y1="8887" x2="84668" y2="8691"/>
                        <a14:foregroundMark x1="89063" y1="28809" x2="90039" y2="29004"/>
                        <a14:foregroundMark x1="88867" y1="29688" x2="90234" y2="29004"/>
                        <a14:foregroundMark x1="93945" y1="28809" x2="94238" y2="33203"/>
                        <a14:foregroundMark x1="91211" y1="71094" x2="90723" y2="71094"/>
                        <a14:foregroundMark x1="94434" y1="49121" x2="94434" y2="52637"/>
                        <a14:backgroundMark x1="48145" y1="84180" x2="71582" y2="81738"/>
                        <a14:backgroundMark x1="71582" y1="81738" x2="84082" y2="82813"/>
                        <a14:backgroundMark x1="84082" y1="82813" x2="63477" y2="88184"/>
                        <a14:backgroundMark x1="63477" y1="88184" x2="52832" y2="85254"/>
                        <a14:backgroundMark x1="52832" y1="85254" x2="51367" y2="83984"/>
                      </a14:backgroundRemoval>
                    </a14:imgEffect>
                  </a14:imgLayer>
                </a14:imgProps>
              </a:ext>
              <a:ext uri="{28A0092B-C50C-407E-A947-70E740481C1C}">
                <a14:useLocalDpi xmlns:a14="http://schemas.microsoft.com/office/drawing/2010/main" val="0"/>
              </a:ext>
            </a:extLst>
          </a:blip>
          <a:srcRect l="40040"/>
          <a:stretch>
            <a:fillRect/>
          </a:stretch>
        </p:blipFill>
        <p:spPr>
          <a:xfrm flipH="1">
            <a:off x="10133324" y="57802"/>
            <a:ext cx="1514975" cy="2526659"/>
          </a:xfrm>
          <a:prstGeom prst="rect">
            <a:avLst/>
          </a:prstGeom>
        </p:spPr>
      </p:pic>
      <p:sp>
        <p:nvSpPr>
          <p:cNvPr id="13" name="Tekstvak 12">
            <a:extLst>
              <a:ext uri="{FF2B5EF4-FFF2-40B4-BE49-F238E27FC236}">
                <a16:creationId xmlns:a16="http://schemas.microsoft.com/office/drawing/2014/main" id="{1F5E8C13-0ACC-3523-BEC2-6A5975C83E12}"/>
              </a:ext>
            </a:extLst>
          </p:cNvPr>
          <p:cNvSpPr txBox="1"/>
          <p:nvPr/>
        </p:nvSpPr>
        <p:spPr>
          <a:xfrm>
            <a:off x="6400049" y="2173296"/>
            <a:ext cx="5228408" cy="369332"/>
          </a:xfrm>
          <a:prstGeom prst="rect">
            <a:avLst/>
          </a:prstGeom>
          <a:noFill/>
        </p:spPr>
        <p:txBody>
          <a:bodyPr wrap="square" rtlCol="0">
            <a:spAutoFit/>
          </a:bodyPr>
          <a:lstStyle/>
          <a:p>
            <a:r>
              <a:rPr lang="nl-NL" b="1"/>
              <a:t>Stap 1. Identificeer uitdagingen</a:t>
            </a:r>
          </a:p>
        </p:txBody>
      </p:sp>
      <p:sp>
        <p:nvSpPr>
          <p:cNvPr id="14" name="Tekstvak 13">
            <a:extLst>
              <a:ext uri="{FF2B5EF4-FFF2-40B4-BE49-F238E27FC236}">
                <a16:creationId xmlns:a16="http://schemas.microsoft.com/office/drawing/2014/main" id="{D008A3B1-3C1D-51D0-9B4B-B6CB825A8131}"/>
              </a:ext>
            </a:extLst>
          </p:cNvPr>
          <p:cNvSpPr txBox="1"/>
          <p:nvPr/>
        </p:nvSpPr>
        <p:spPr>
          <a:xfrm>
            <a:off x="6400049" y="2487693"/>
            <a:ext cx="5228408" cy="646331"/>
          </a:xfrm>
          <a:prstGeom prst="rect">
            <a:avLst/>
          </a:prstGeom>
          <a:noFill/>
        </p:spPr>
        <p:txBody>
          <a:bodyPr wrap="square" rtlCol="0">
            <a:spAutoFit/>
          </a:bodyPr>
          <a:lstStyle/>
          <a:p>
            <a:r>
              <a:rPr lang="nl-NL"/>
              <a:t>Kies een persona. Onderzoek de impact van het scenario op hen. Waar liggen de grootste knelpunten?</a:t>
            </a:r>
          </a:p>
        </p:txBody>
      </p:sp>
      <p:sp>
        <p:nvSpPr>
          <p:cNvPr id="15" name="Tekstvak 14">
            <a:extLst>
              <a:ext uri="{FF2B5EF4-FFF2-40B4-BE49-F238E27FC236}">
                <a16:creationId xmlns:a16="http://schemas.microsoft.com/office/drawing/2014/main" id="{C87F0BCD-7005-BABC-B257-B754F8DDADBA}"/>
              </a:ext>
            </a:extLst>
          </p:cNvPr>
          <p:cNvSpPr txBox="1"/>
          <p:nvPr/>
        </p:nvSpPr>
        <p:spPr>
          <a:xfrm>
            <a:off x="6440071" y="3446978"/>
            <a:ext cx="5228408" cy="369332"/>
          </a:xfrm>
          <a:prstGeom prst="rect">
            <a:avLst/>
          </a:prstGeom>
          <a:noFill/>
        </p:spPr>
        <p:txBody>
          <a:bodyPr wrap="square" rtlCol="0">
            <a:spAutoFit/>
          </a:bodyPr>
          <a:lstStyle/>
          <a:p>
            <a:r>
              <a:rPr lang="nl-NL" b="1"/>
              <a:t>Stap 2. Bedenk oplossingen</a:t>
            </a:r>
          </a:p>
        </p:txBody>
      </p:sp>
      <p:sp>
        <p:nvSpPr>
          <p:cNvPr id="16" name="Tekstvak 15">
            <a:extLst>
              <a:ext uri="{FF2B5EF4-FFF2-40B4-BE49-F238E27FC236}">
                <a16:creationId xmlns:a16="http://schemas.microsoft.com/office/drawing/2014/main" id="{E543D1B3-394D-11BB-E350-6C257E5564F6}"/>
              </a:ext>
            </a:extLst>
          </p:cNvPr>
          <p:cNvSpPr txBox="1"/>
          <p:nvPr/>
        </p:nvSpPr>
        <p:spPr>
          <a:xfrm>
            <a:off x="6440071" y="3755447"/>
            <a:ext cx="5228408" cy="646331"/>
          </a:xfrm>
          <a:prstGeom prst="rect">
            <a:avLst/>
          </a:prstGeom>
          <a:noFill/>
        </p:spPr>
        <p:txBody>
          <a:bodyPr wrap="square" rtlCol="0">
            <a:spAutoFit/>
          </a:bodyPr>
          <a:lstStyle/>
          <a:p>
            <a:r>
              <a:rPr lang="nl-NL"/>
              <a:t>Formuleer ideeën om deze problemen aan te pakken. Kies een geschikte oplossing.</a:t>
            </a:r>
          </a:p>
        </p:txBody>
      </p:sp>
      <p:sp>
        <p:nvSpPr>
          <p:cNvPr id="17" name="Tekstvak 16">
            <a:extLst>
              <a:ext uri="{FF2B5EF4-FFF2-40B4-BE49-F238E27FC236}">
                <a16:creationId xmlns:a16="http://schemas.microsoft.com/office/drawing/2014/main" id="{35A451E2-2E41-F9E3-5776-334DA9C12389}"/>
              </a:ext>
            </a:extLst>
          </p:cNvPr>
          <p:cNvSpPr txBox="1"/>
          <p:nvPr/>
        </p:nvSpPr>
        <p:spPr>
          <a:xfrm>
            <a:off x="6440071" y="4444972"/>
            <a:ext cx="5228408" cy="369332"/>
          </a:xfrm>
          <a:prstGeom prst="rect">
            <a:avLst/>
          </a:prstGeom>
          <a:noFill/>
        </p:spPr>
        <p:txBody>
          <a:bodyPr wrap="square" rtlCol="0">
            <a:spAutoFit/>
          </a:bodyPr>
          <a:lstStyle/>
          <a:p>
            <a:r>
              <a:rPr lang="nl-NL" b="1"/>
              <a:t>Stap 3. Concept presenteren</a:t>
            </a:r>
          </a:p>
        </p:txBody>
      </p:sp>
      <p:sp>
        <p:nvSpPr>
          <p:cNvPr id="18" name="Tekstvak 17">
            <a:extLst>
              <a:ext uri="{FF2B5EF4-FFF2-40B4-BE49-F238E27FC236}">
                <a16:creationId xmlns:a16="http://schemas.microsoft.com/office/drawing/2014/main" id="{23D69C3D-8617-26FC-6EFB-AA77FD1BAD95}"/>
              </a:ext>
            </a:extLst>
          </p:cNvPr>
          <p:cNvSpPr txBox="1"/>
          <p:nvPr/>
        </p:nvSpPr>
        <p:spPr>
          <a:xfrm>
            <a:off x="6440071" y="4767402"/>
            <a:ext cx="5228408" cy="646331"/>
          </a:xfrm>
          <a:prstGeom prst="rect">
            <a:avLst/>
          </a:prstGeom>
          <a:noFill/>
        </p:spPr>
        <p:txBody>
          <a:bodyPr wrap="square" rtlCol="0">
            <a:spAutoFit/>
          </a:bodyPr>
          <a:lstStyle/>
          <a:p>
            <a:r>
              <a:rPr lang="nl-NL"/>
              <a:t>Beschrijf, teken, of codeer jouw ontwerp en presenteer het aan de andere groepen.</a:t>
            </a:r>
          </a:p>
        </p:txBody>
      </p:sp>
      <p:sp>
        <p:nvSpPr>
          <p:cNvPr id="5" name="Rechthoek 4">
            <a:extLst>
              <a:ext uri="{FF2B5EF4-FFF2-40B4-BE49-F238E27FC236}">
                <a16:creationId xmlns:a16="http://schemas.microsoft.com/office/drawing/2014/main" id="{4FDAD0F0-67E6-AE5D-0978-9A6936B4BFAD}"/>
              </a:ext>
              <a:ext uri="{C183D7F6-B498-43B3-948B-1728B52AA6E4}">
                <adec:decorative xmlns:adec="http://schemas.microsoft.com/office/drawing/2017/decorative" val="1"/>
              </a:ext>
            </a:extLst>
          </p:cNvPr>
          <p:cNvSpPr/>
          <p:nvPr/>
        </p:nvSpPr>
        <p:spPr>
          <a:xfrm>
            <a:off x="8748215" y="5794040"/>
            <a:ext cx="3443785" cy="1070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hthoek: afgeronde hoeken 7">
            <a:extLst>
              <a:ext uri="{FF2B5EF4-FFF2-40B4-BE49-F238E27FC236}">
                <a16:creationId xmlns:a16="http://schemas.microsoft.com/office/drawing/2014/main" id="{290E9775-FC61-CEEA-8DC5-9514FBB54033}"/>
              </a:ext>
              <a:ext uri="{C183D7F6-B498-43B3-948B-1728B52AA6E4}">
                <adec:decorative xmlns:adec="http://schemas.microsoft.com/office/drawing/2017/decorative" val="1"/>
              </a:ext>
            </a:extLst>
          </p:cNvPr>
          <p:cNvSpPr/>
          <p:nvPr/>
        </p:nvSpPr>
        <p:spPr>
          <a:xfrm>
            <a:off x="5099410" y="5694840"/>
            <a:ext cx="6804944" cy="830131"/>
          </a:xfrm>
          <a:prstGeom prst="roundRect">
            <a:avLst>
              <a:gd name="adj" fmla="val 23864"/>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ekstvak 10">
            <a:extLst>
              <a:ext uri="{FF2B5EF4-FFF2-40B4-BE49-F238E27FC236}">
                <a16:creationId xmlns:a16="http://schemas.microsoft.com/office/drawing/2014/main" id="{34676C5E-D8B8-0278-FBF4-6FE4E10BFE99}"/>
              </a:ext>
            </a:extLst>
          </p:cNvPr>
          <p:cNvSpPr txBox="1"/>
          <p:nvPr/>
        </p:nvSpPr>
        <p:spPr>
          <a:xfrm>
            <a:off x="5519936" y="5845409"/>
            <a:ext cx="6164511" cy="523220"/>
          </a:xfrm>
          <a:prstGeom prst="rect">
            <a:avLst/>
          </a:prstGeom>
          <a:noFill/>
        </p:spPr>
        <p:txBody>
          <a:bodyPr wrap="square" rtlCol="0">
            <a:spAutoFit/>
          </a:bodyPr>
          <a:lstStyle/>
          <a:p>
            <a:r>
              <a:rPr lang="nl-NL" sz="1400" b="1" i="1"/>
              <a:t>Tip: </a:t>
            </a:r>
            <a:r>
              <a:rPr lang="nl-NL" sz="1400" i="1"/>
              <a:t>Wees creatief en denk buiten de gebaande paden; je hoeft nog geen rekening te houden met de praktische uitvoering. </a:t>
            </a:r>
          </a:p>
        </p:txBody>
      </p:sp>
    </p:spTree>
    <p:extLst>
      <p:ext uri="{BB962C8B-B14F-4D97-AF65-F5344CB8AC3E}">
        <p14:creationId xmlns:p14="http://schemas.microsoft.com/office/powerpoint/2010/main" val="98912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58816-6A88-0A7C-7949-B26B14AB0B03}"/>
            </a:ext>
          </a:extLst>
        </p:cNvPr>
        <p:cNvGrpSpPr/>
        <p:nvPr/>
      </p:nvGrpSpPr>
      <p:grpSpPr>
        <a:xfrm>
          <a:off x="0" y="0"/>
          <a:ext cx="0" cy="0"/>
          <a:chOff x="0" y="0"/>
          <a:chExt cx="0" cy="0"/>
        </a:xfrm>
      </p:grpSpPr>
      <p:sp>
        <p:nvSpPr>
          <p:cNvPr id="3" name="Rechthoek 2">
            <a:extLst>
              <a:ext uri="{FF2B5EF4-FFF2-40B4-BE49-F238E27FC236}">
                <a16:creationId xmlns:a16="http://schemas.microsoft.com/office/drawing/2014/main" id="{D8D72C6F-2DAE-F8D5-9658-270D7E48678F}"/>
              </a:ext>
              <a:ext uri="{C183D7F6-B498-43B3-948B-1728B52AA6E4}">
                <adec:decorative xmlns:adec="http://schemas.microsoft.com/office/drawing/2017/decorative" val="1"/>
              </a:ext>
            </a:extLst>
          </p:cNvPr>
          <p:cNvSpPr/>
          <p:nvPr/>
        </p:nvSpPr>
        <p:spPr>
          <a:xfrm>
            <a:off x="0" y="0"/>
            <a:ext cx="12192000" cy="5934075"/>
          </a:xfrm>
          <a:prstGeom prst="rect">
            <a:avLst/>
          </a:prstGeom>
          <a:solidFill>
            <a:srgbClr val="2B5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E1E6B01A-820A-6126-1C9B-1CE045F3250A}"/>
              </a:ext>
            </a:extLst>
          </p:cNvPr>
          <p:cNvSpPr>
            <a:spLocks noGrp="1"/>
          </p:cNvSpPr>
          <p:nvPr>
            <p:ph type="title"/>
          </p:nvPr>
        </p:nvSpPr>
        <p:spPr>
          <a:xfrm>
            <a:off x="2583711" y="708359"/>
            <a:ext cx="7574897" cy="620712"/>
          </a:xfrm>
          <a:solidFill>
            <a:srgbClr val="2B50EC"/>
          </a:solidFill>
        </p:spPr>
        <p:txBody>
          <a:bodyPr/>
          <a:lstStyle/>
          <a:p>
            <a:r>
              <a:rPr lang="nl-NL">
                <a:solidFill>
                  <a:schemeClr val="bg1"/>
                </a:solidFill>
              </a:rPr>
              <a:t>Persona 1 </a:t>
            </a:r>
          </a:p>
        </p:txBody>
      </p:sp>
      <p:sp>
        <p:nvSpPr>
          <p:cNvPr id="4" name="Tekstvak 3">
            <a:extLst>
              <a:ext uri="{FF2B5EF4-FFF2-40B4-BE49-F238E27FC236}">
                <a16:creationId xmlns:a16="http://schemas.microsoft.com/office/drawing/2014/main" id="{6F39DB83-3154-0810-D094-F481D2726D0D}"/>
              </a:ext>
            </a:extLst>
          </p:cNvPr>
          <p:cNvSpPr txBox="1"/>
          <p:nvPr/>
        </p:nvSpPr>
        <p:spPr>
          <a:xfrm>
            <a:off x="2583711" y="1329071"/>
            <a:ext cx="6278525" cy="3696724"/>
          </a:xfrm>
          <a:prstGeom prst="rect">
            <a:avLst/>
          </a:prstGeom>
          <a:noFill/>
        </p:spPr>
        <p:txBody>
          <a:bodyPr wrap="square">
            <a:spAutoFit/>
          </a:bodyPr>
          <a:lstStyle/>
          <a:p>
            <a:r>
              <a:rPr lang="nl-NL">
                <a:solidFill>
                  <a:schemeClr val="bg1"/>
                </a:solidFill>
              </a:rPr>
              <a:t>Ontwerpen voor mensen die blind zijn </a:t>
            </a:r>
          </a:p>
          <a:p>
            <a:r>
              <a:rPr lang="nl-NL">
                <a:solidFill>
                  <a:schemeClr val="bg1"/>
                </a:solidFill>
              </a:rPr>
              <a:t>Karin (54 jaar) is getrouwd en vanaf haar geboorte blind. Zij heeft een blindengeleidehond en een taststok. Ze heeft drie pubers en woont in Amsterdam. Karin heeft een vaste baan in Den Haag waar ze zelfstandig naar toe reist. Onverwachte obstakels op haar bekende routes, zoals deelscooters op de stoep, maken haar reis moeilijker. Bij storingen of wijzigingen in het openbaar vervoer helpen de reisapps haar. Op kantoor kan ze met haar brailleleesregel n voorleessoftware goed uit de voeten hoeveel de standaard programma's niet altijd toegankelijk zijn.</a:t>
            </a:r>
          </a:p>
        </p:txBody>
      </p:sp>
      <p:pic>
        <p:nvPicPr>
          <p:cNvPr id="5" name="Tijdelijke aanduiding voor afbeelding 4" descr="Persona-kaart met de titel 'Ontwerpen voor mensen die blind zijn', gepubliceerd door Accessibility, onderdeel van Bartiméus. Links staat een illustratie van een vrouw met kort blond haar en een donkerblauwe blouse. Rechts staat een beschrijving van haar.">
            <a:extLst>
              <a:ext uri="{FF2B5EF4-FFF2-40B4-BE49-F238E27FC236}">
                <a16:creationId xmlns:a16="http://schemas.microsoft.com/office/drawing/2014/main" id="{D51701DB-3C99-CE4A-52A8-7E1EB22A57A3}"/>
              </a:ext>
              <a:ext uri="{C183D7F6-B498-43B3-948B-1728B52AA6E4}">
                <adec:decorative xmlns:adec="http://schemas.microsoft.com/office/drawing/2017/decorative" val="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20" r="323"/>
          <a:stretch>
            <a:fillRect/>
          </a:stretch>
        </p:blipFill>
        <p:spPr>
          <a:xfrm>
            <a:off x="0" y="0"/>
            <a:ext cx="11003994" cy="6847462"/>
          </a:xfrm>
          <a:prstGeom prst="rect">
            <a:avLst/>
          </a:prstGeom>
        </p:spPr>
      </p:pic>
    </p:spTree>
    <p:extLst>
      <p:ext uri="{BB962C8B-B14F-4D97-AF65-F5344CB8AC3E}">
        <p14:creationId xmlns:p14="http://schemas.microsoft.com/office/powerpoint/2010/main" val="2628994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77EB-A4C3-3B33-A086-7ACD54B21127}"/>
            </a:ext>
          </a:extLst>
        </p:cNvPr>
        <p:cNvGrpSpPr/>
        <p:nvPr/>
      </p:nvGrpSpPr>
      <p:grpSpPr>
        <a:xfrm>
          <a:off x="0" y="0"/>
          <a:ext cx="0" cy="0"/>
          <a:chOff x="0" y="0"/>
          <a:chExt cx="0" cy="0"/>
        </a:xfrm>
      </p:grpSpPr>
      <p:sp>
        <p:nvSpPr>
          <p:cNvPr id="4" name="Rechthoek 3">
            <a:extLst>
              <a:ext uri="{FF2B5EF4-FFF2-40B4-BE49-F238E27FC236}">
                <a16:creationId xmlns:a16="http://schemas.microsoft.com/office/drawing/2014/main" id="{CC292544-7AC3-10E4-3CCA-1F717D8D5B55}"/>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C95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72929BAD-A9B3-6440-5B40-B7B19D6A36EF}"/>
              </a:ext>
            </a:extLst>
          </p:cNvPr>
          <p:cNvSpPr>
            <a:spLocks noGrp="1"/>
          </p:cNvSpPr>
          <p:nvPr>
            <p:ph type="title"/>
          </p:nvPr>
        </p:nvSpPr>
        <p:spPr>
          <a:xfrm>
            <a:off x="1531088" y="1233378"/>
            <a:ext cx="8016949" cy="620712"/>
          </a:xfrm>
          <a:noFill/>
        </p:spPr>
        <p:txBody>
          <a:bodyPr/>
          <a:lstStyle/>
          <a:p>
            <a:r>
              <a:rPr lang="nl-NL">
                <a:solidFill>
                  <a:schemeClr val="bg1"/>
                </a:solidFill>
              </a:rPr>
              <a:t>Persona 2 </a:t>
            </a:r>
          </a:p>
        </p:txBody>
      </p:sp>
      <p:sp>
        <p:nvSpPr>
          <p:cNvPr id="6" name="Tekstvak 5">
            <a:extLst>
              <a:ext uri="{FF2B5EF4-FFF2-40B4-BE49-F238E27FC236}">
                <a16:creationId xmlns:a16="http://schemas.microsoft.com/office/drawing/2014/main" id="{DD9927E3-BBD9-689E-6B0E-4977DC9A24F7}"/>
              </a:ext>
            </a:extLst>
          </p:cNvPr>
          <p:cNvSpPr txBox="1"/>
          <p:nvPr/>
        </p:nvSpPr>
        <p:spPr>
          <a:xfrm>
            <a:off x="2509284" y="2028909"/>
            <a:ext cx="6209414" cy="3693319"/>
          </a:xfrm>
          <a:prstGeom prst="rect">
            <a:avLst/>
          </a:prstGeom>
          <a:noFill/>
        </p:spPr>
        <p:txBody>
          <a:bodyPr wrap="square">
            <a:spAutoFit/>
          </a:bodyPr>
          <a:lstStyle/>
          <a:p>
            <a:r>
              <a:rPr lang="nl-NL">
                <a:solidFill>
                  <a:schemeClr val="bg1"/>
                </a:solidFill>
              </a:rPr>
              <a:t>Ontwerpen voor mensen die slechtziend zijn </a:t>
            </a:r>
          </a:p>
          <a:p>
            <a:r>
              <a:rPr lang="nl-NL">
                <a:solidFill>
                  <a:schemeClr val="bg1"/>
                </a:solidFill>
              </a:rPr>
              <a:t>Boris (23) is student en woont op zichzelf. Door een oogziekte gaat hij steeds slechter zien en hij zal op termijn blind worden. Hij kan nu nog op afstand contouren zien. Hij gebruikt vaak vergrotingssoftware, al is dat soms vermoeiend. Hij gaat veel op pad met vrienden. Met handige trucjes weet hij de weg van de bar of toilet naar zijn vrienden terug te vinden. Dankzij diverse apps kan Boris zichzelf goed redden Maar het kan bijvoorbeeld bij een busstation lastig zijn om de juiste bus te vinden, omdat hij van veraf de bus nummers of televisieschermen niet kan lezen. </a:t>
            </a:r>
          </a:p>
        </p:txBody>
      </p:sp>
      <p:pic>
        <p:nvPicPr>
          <p:cNvPr id="7" name="Tijdelijke aanduiding voor afbeelding 6" descr="Persona-kaart met de titel 'Ontwerpen voor mensen die slechtziend zijn', gepubliceerd door Accessibility, onderdeel van Bartiméus. Links staat een illustratie van een man kort wit haar en een lichtblauwe polo shirt. Rechts staat een beschrijving van hem.">
            <a:extLst>
              <a:ext uri="{FF2B5EF4-FFF2-40B4-BE49-F238E27FC236}">
                <a16:creationId xmlns:a16="http://schemas.microsoft.com/office/drawing/2014/main" id="{9C7CE453-64AB-03BF-D606-19BD42C11A6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42" r="377"/>
          <a:stretch>
            <a:fillRect/>
          </a:stretch>
        </p:blipFill>
        <p:spPr>
          <a:xfrm>
            <a:off x="0" y="0"/>
            <a:ext cx="11032035" cy="6858000"/>
          </a:xfrm>
          <a:prstGeom prst="rect">
            <a:avLst/>
          </a:prstGeom>
        </p:spPr>
      </p:pic>
    </p:spTree>
    <p:extLst>
      <p:ext uri="{BB962C8B-B14F-4D97-AF65-F5344CB8AC3E}">
        <p14:creationId xmlns:p14="http://schemas.microsoft.com/office/powerpoint/2010/main" val="3322164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C3BCB-4EA3-F52F-7A5B-B38AC986D788}"/>
            </a:ext>
          </a:extLst>
        </p:cNvPr>
        <p:cNvGrpSpPr/>
        <p:nvPr/>
      </p:nvGrpSpPr>
      <p:grpSpPr>
        <a:xfrm>
          <a:off x="0" y="0"/>
          <a:ext cx="0" cy="0"/>
          <a:chOff x="0" y="0"/>
          <a:chExt cx="0" cy="0"/>
        </a:xfrm>
      </p:grpSpPr>
      <p:sp>
        <p:nvSpPr>
          <p:cNvPr id="3" name="Rechthoek 2">
            <a:extLst>
              <a:ext uri="{FF2B5EF4-FFF2-40B4-BE49-F238E27FC236}">
                <a16:creationId xmlns:a16="http://schemas.microsoft.com/office/drawing/2014/main" id="{07035E34-37FF-3853-D433-9C15BA075901}"/>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1086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ABAA9532-BDEE-E052-FA68-6167A4AA326B}"/>
              </a:ext>
            </a:extLst>
          </p:cNvPr>
          <p:cNvSpPr>
            <a:spLocks noGrp="1"/>
          </p:cNvSpPr>
          <p:nvPr>
            <p:ph type="title"/>
          </p:nvPr>
        </p:nvSpPr>
        <p:spPr>
          <a:xfrm>
            <a:off x="2158410" y="1329071"/>
            <a:ext cx="2668772" cy="620712"/>
          </a:xfrm>
          <a:noFill/>
        </p:spPr>
        <p:txBody>
          <a:bodyPr/>
          <a:lstStyle/>
          <a:p>
            <a:r>
              <a:rPr lang="nl-NL">
                <a:solidFill>
                  <a:schemeClr val="bg1"/>
                </a:solidFill>
              </a:rPr>
              <a:t>Persona 3 </a:t>
            </a:r>
          </a:p>
        </p:txBody>
      </p:sp>
      <p:sp>
        <p:nvSpPr>
          <p:cNvPr id="4" name="Tekstvak 3">
            <a:extLst>
              <a:ext uri="{FF2B5EF4-FFF2-40B4-BE49-F238E27FC236}">
                <a16:creationId xmlns:a16="http://schemas.microsoft.com/office/drawing/2014/main" id="{47B9A192-89C2-AC48-872D-F5A9F15F187D}"/>
              </a:ext>
            </a:extLst>
          </p:cNvPr>
          <p:cNvSpPr txBox="1"/>
          <p:nvPr/>
        </p:nvSpPr>
        <p:spPr>
          <a:xfrm>
            <a:off x="2743200" y="2371060"/>
            <a:ext cx="6331687" cy="3139321"/>
          </a:xfrm>
          <a:prstGeom prst="rect">
            <a:avLst/>
          </a:prstGeom>
          <a:noFill/>
        </p:spPr>
        <p:txBody>
          <a:bodyPr wrap="square">
            <a:spAutoFit/>
          </a:bodyPr>
          <a:lstStyle/>
          <a:p>
            <a:r>
              <a:rPr lang="nl-NL" sz="1800" b="0" i="0" kern="1200">
                <a:solidFill>
                  <a:schemeClr val="bg1"/>
                </a:solidFill>
                <a:effectLst/>
                <a:latin typeface="+mn-lt"/>
                <a:ea typeface="+mn-ea"/>
                <a:cs typeface="+mn-cs"/>
              </a:rPr>
              <a:t>Ontwerpen voor mensen die kleurenblind zijn </a:t>
            </a:r>
          </a:p>
          <a:p>
            <a:r>
              <a:rPr lang="nl-NL" sz="1800" b="0" i="0" kern="1200">
                <a:solidFill>
                  <a:schemeClr val="bg1"/>
                </a:solidFill>
                <a:effectLst/>
                <a:latin typeface="+mn-lt"/>
                <a:ea typeface="+mn-ea"/>
                <a:cs typeface="+mn-cs"/>
              </a:rPr>
              <a:t>Samir (13) woont in een dorpje in Zeeland. Hij zit in de brugklas en voetbalt drie keer in de week. </a:t>
            </a:r>
            <a:r>
              <a:rPr lang="nl-NL" sz="1800" b="0" i="0" kern="1200" err="1">
                <a:solidFill>
                  <a:schemeClr val="bg1"/>
                </a:solidFill>
                <a:effectLst/>
                <a:latin typeface="+mn-lt"/>
                <a:ea typeface="+mn-ea"/>
                <a:cs typeface="+mn-cs"/>
              </a:rPr>
              <a:t>TikTok</a:t>
            </a:r>
            <a:r>
              <a:rPr lang="nl-NL" sz="1800" b="0" i="0" kern="1200">
                <a:solidFill>
                  <a:schemeClr val="bg1"/>
                </a:solidFill>
                <a:effectLst/>
                <a:latin typeface="+mn-lt"/>
                <a:ea typeface="+mn-ea"/>
                <a:cs typeface="+mn-cs"/>
              </a:rPr>
              <a:t>, Snapchat en de KNVB-app zijn </a:t>
            </a:r>
            <a:r>
              <a:rPr lang="nl-NL" sz="1800" b="0" i="0" kern="1200" err="1">
                <a:solidFill>
                  <a:schemeClr val="bg1"/>
                </a:solidFill>
                <a:effectLst/>
                <a:latin typeface="+mn-lt"/>
                <a:ea typeface="+mn-ea"/>
                <a:cs typeface="+mn-cs"/>
              </a:rPr>
              <a:t>zijn</a:t>
            </a:r>
            <a:r>
              <a:rPr lang="nl-NL" sz="1800" b="0" i="0" kern="1200">
                <a:solidFill>
                  <a:schemeClr val="bg1"/>
                </a:solidFill>
                <a:effectLst/>
                <a:latin typeface="+mn-lt"/>
                <a:ea typeface="+mn-ea"/>
                <a:cs typeface="+mn-cs"/>
              </a:rPr>
              <a:t> favoriete apps. Samir is kleurenblind. Hij heeft daar vooral last van bij vakken als aardrijkskunde en wiskunde, waar hij grafieken en tabellen moet lezen. Hij gamet graag, maar niet alle games houden rekening met kleurenblindheid. Bondgenoten zijn vaak groen en tegenstanders rood en hij ziet dan het verschil dus niet.</a:t>
            </a:r>
          </a:p>
        </p:txBody>
      </p:sp>
      <p:pic>
        <p:nvPicPr>
          <p:cNvPr id="7" name="Tijdelijke aanduiding voor afbeelding 6" descr="Persona-kaart met de titel 'Ontwerpen voor mensen die kleurenblind zijn', gepubliceerd door Accessibility, onderdeel van Bartiméus. Links staat een illustratie van een man kort bruin haar en een blauwe shirt. Rechts staat een beschrijving van hem.">
            <a:extLst>
              <a:ext uri="{FF2B5EF4-FFF2-40B4-BE49-F238E27FC236}">
                <a16:creationId xmlns:a16="http://schemas.microsoft.com/office/drawing/2014/main" id="{D81CE8FD-F0A6-24D8-E518-37FCAF3D6E8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6" r="187"/>
          <a:stretch>
            <a:fillRect/>
          </a:stretch>
        </p:blipFill>
        <p:spPr>
          <a:xfrm>
            <a:off x="0" y="-1"/>
            <a:ext cx="11047075" cy="6858000"/>
          </a:xfrm>
          <a:prstGeom prst="rect">
            <a:avLst/>
          </a:prstGeom>
        </p:spPr>
      </p:pic>
    </p:spTree>
    <p:extLst>
      <p:ext uri="{BB962C8B-B14F-4D97-AF65-F5344CB8AC3E}">
        <p14:creationId xmlns:p14="http://schemas.microsoft.com/office/powerpoint/2010/main" val="1430439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0EF4E-2B64-9AB3-3E8D-6C69BDF0334B}"/>
            </a:ext>
          </a:extLst>
        </p:cNvPr>
        <p:cNvGrpSpPr/>
        <p:nvPr/>
      </p:nvGrpSpPr>
      <p:grpSpPr>
        <a:xfrm>
          <a:off x="0" y="0"/>
          <a:ext cx="0" cy="0"/>
          <a:chOff x="0" y="0"/>
          <a:chExt cx="0" cy="0"/>
        </a:xfrm>
      </p:grpSpPr>
      <p:sp>
        <p:nvSpPr>
          <p:cNvPr id="5" name="Rechthoek 4">
            <a:extLst>
              <a:ext uri="{FF2B5EF4-FFF2-40B4-BE49-F238E27FC236}">
                <a16:creationId xmlns:a16="http://schemas.microsoft.com/office/drawing/2014/main" id="{1490B4D5-2FDE-A14A-D4D4-00B5DFDC8CC5}"/>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2B5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0C0181DE-BB16-FDDC-565D-035708CE1ED1}"/>
              </a:ext>
            </a:extLst>
          </p:cNvPr>
          <p:cNvSpPr>
            <a:spLocks noGrp="1"/>
          </p:cNvSpPr>
          <p:nvPr>
            <p:ph type="title"/>
          </p:nvPr>
        </p:nvSpPr>
        <p:spPr>
          <a:xfrm>
            <a:off x="2668772" y="1711843"/>
            <a:ext cx="3200400" cy="620712"/>
          </a:xfrm>
        </p:spPr>
        <p:txBody>
          <a:bodyPr/>
          <a:lstStyle/>
          <a:p>
            <a:r>
              <a:rPr lang="nl-NL"/>
              <a:t>Persona 4 </a:t>
            </a:r>
          </a:p>
        </p:txBody>
      </p:sp>
      <p:sp>
        <p:nvSpPr>
          <p:cNvPr id="4" name="Tekstvak 3">
            <a:extLst>
              <a:ext uri="{FF2B5EF4-FFF2-40B4-BE49-F238E27FC236}">
                <a16:creationId xmlns:a16="http://schemas.microsoft.com/office/drawing/2014/main" id="{6879B2AF-7BA9-8C69-772C-A6C5FC0D2F48}"/>
              </a:ext>
            </a:extLst>
          </p:cNvPr>
          <p:cNvSpPr txBox="1"/>
          <p:nvPr/>
        </p:nvSpPr>
        <p:spPr>
          <a:xfrm>
            <a:off x="2242457" y="2427514"/>
            <a:ext cx="5987143" cy="2862322"/>
          </a:xfrm>
          <a:prstGeom prst="rect">
            <a:avLst/>
          </a:prstGeom>
          <a:noFill/>
        </p:spPr>
        <p:txBody>
          <a:bodyPr wrap="square">
            <a:spAutoFit/>
          </a:bodyPr>
          <a:lstStyle/>
          <a:p>
            <a:r>
              <a:rPr lang="nl-NL" sz="1800" b="0" i="0" kern="1200">
                <a:solidFill>
                  <a:schemeClr val="tx1"/>
                </a:solidFill>
                <a:effectLst/>
                <a:latin typeface="+mn-lt"/>
                <a:ea typeface="+mn-ea"/>
                <a:cs typeface="+mn-cs"/>
              </a:rPr>
              <a:t>Ontwerpen voor mensen die doof zijn </a:t>
            </a:r>
          </a:p>
          <a:p>
            <a:r>
              <a:rPr lang="nl-NL" sz="1800" b="0" i="0" kern="1200" err="1">
                <a:solidFill>
                  <a:schemeClr val="tx1"/>
                </a:solidFill>
                <a:effectLst/>
                <a:latin typeface="+mn-lt"/>
                <a:ea typeface="+mn-ea"/>
                <a:cs typeface="+mn-cs"/>
              </a:rPr>
              <a:t>Yusuf</a:t>
            </a:r>
            <a:r>
              <a:rPr lang="nl-NL" sz="1800" b="0" i="0" kern="1200">
                <a:solidFill>
                  <a:schemeClr val="tx1"/>
                </a:solidFill>
                <a:effectLst/>
                <a:latin typeface="+mn-lt"/>
                <a:ea typeface="+mn-ea"/>
                <a:cs typeface="+mn-cs"/>
              </a:rPr>
              <a:t> (38) is programmeur bij een ontwikkelaar van applicaties en games. Hij is op zijn 12e doof geworden, is getrouwd en woont in Eindhoven. Spreken is lastig voor hem, niet iedereen kan hem goed verstaan. Met zijn vrouw en familie spreekt hij gebarentaal. Hij kan ook liplezen. In gesprekken met anderen maakt hij veel gebruik van de app Live transcriptie. Deze app zet spraak om in tekst.</a:t>
            </a:r>
          </a:p>
        </p:txBody>
      </p:sp>
      <p:pic>
        <p:nvPicPr>
          <p:cNvPr id="7" name="Tijdelijke aanduiding voor afbeelding 6" descr="Persona-kaart met de titel 'Ontwerpen voor mensen die doof zijn', gepubliceerd door Accessibility, onderdeel van Bartiméus. Links staat een illustratie van een kale man met bruin baard en een lichtgroene polo shirt. Rechts staat een beschrijving van hem.">
            <a:extLst>
              <a:ext uri="{FF2B5EF4-FFF2-40B4-BE49-F238E27FC236}">
                <a16:creationId xmlns:a16="http://schemas.microsoft.com/office/drawing/2014/main" id="{3D3CC7CA-E7ED-966D-7A68-80561AA77D8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5" r="188"/>
          <a:stretch>
            <a:fillRect/>
          </a:stretch>
        </p:blipFill>
        <p:spPr>
          <a:xfrm>
            <a:off x="0" y="0"/>
            <a:ext cx="11047075" cy="6858000"/>
          </a:xfrm>
          <a:prstGeom prst="rect">
            <a:avLst/>
          </a:prstGeom>
        </p:spPr>
      </p:pic>
    </p:spTree>
    <p:extLst>
      <p:ext uri="{BB962C8B-B14F-4D97-AF65-F5344CB8AC3E}">
        <p14:creationId xmlns:p14="http://schemas.microsoft.com/office/powerpoint/2010/main" val="572108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6CD1-E7D5-0FB1-BBB5-A029398850E9}"/>
            </a:ext>
          </a:extLst>
        </p:cNvPr>
        <p:cNvGrpSpPr/>
        <p:nvPr/>
      </p:nvGrpSpPr>
      <p:grpSpPr>
        <a:xfrm>
          <a:off x="0" y="0"/>
          <a:ext cx="0" cy="0"/>
          <a:chOff x="0" y="0"/>
          <a:chExt cx="0" cy="0"/>
        </a:xfrm>
      </p:grpSpPr>
      <p:sp>
        <p:nvSpPr>
          <p:cNvPr id="5" name="Rechthoek 4">
            <a:extLst>
              <a:ext uri="{FF2B5EF4-FFF2-40B4-BE49-F238E27FC236}">
                <a16:creationId xmlns:a16="http://schemas.microsoft.com/office/drawing/2014/main" id="{28659C5E-3E27-F027-40E2-B2C2D6DDC216}"/>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1086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6DBD1E75-CAF3-616B-0D18-10FD5A16BDBA}"/>
              </a:ext>
            </a:extLst>
          </p:cNvPr>
          <p:cNvSpPr>
            <a:spLocks noGrp="1"/>
          </p:cNvSpPr>
          <p:nvPr>
            <p:ph type="title"/>
          </p:nvPr>
        </p:nvSpPr>
        <p:spPr>
          <a:xfrm>
            <a:off x="1222744" y="1499190"/>
            <a:ext cx="5709684" cy="333634"/>
          </a:xfrm>
        </p:spPr>
        <p:txBody>
          <a:bodyPr/>
          <a:lstStyle/>
          <a:p>
            <a:r>
              <a:rPr lang="nl-NL"/>
              <a:t>Persona 5 </a:t>
            </a:r>
          </a:p>
        </p:txBody>
      </p:sp>
      <p:sp>
        <p:nvSpPr>
          <p:cNvPr id="4" name="Tekstvak 3">
            <a:extLst>
              <a:ext uri="{FF2B5EF4-FFF2-40B4-BE49-F238E27FC236}">
                <a16:creationId xmlns:a16="http://schemas.microsoft.com/office/drawing/2014/main" id="{ED36C92E-FDE1-B7D5-D87C-E2A793295EE2}"/>
              </a:ext>
            </a:extLst>
          </p:cNvPr>
          <p:cNvSpPr txBox="1"/>
          <p:nvPr/>
        </p:nvSpPr>
        <p:spPr>
          <a:xfrm>
            <a:off x="2200940" y="2296633"/>
            <a:ext cx="6634716" cy="3139321"/>
          </a:xfrm>
          <a:prstGeom prst="rect">
            <a:avLst/>
          </a:prstGeom>
          <a:noFill/>
        </p:spPr>
        <p:txBody>
          <a:bodyPr wrap="square">
            <a:spAutoFit/>
          </a:bodyPr>
          <a:lstStyle/>
          <a:p>
            <a:r>
              <a:rPr lang="nl-NL" sz="1800" b="0" i="0" kern="1200">
                <a:solidFill>
                  <a:schemeClr val="tx1"/>
                </a:solidFill>
                <a:effectLst/>
                <a:latin typeface="+mn-lt"/>
                <a:ea typeface="+mn-ea"/>
                <a:cs typeface="+mn-cs"/>
              </a:rPr>
              <a:t>Ontwerpen voor mensen die motorisch beperkt zijn </a:t>
            </a:r>
          </a:p>
          <a:p>
            <a:r>
              <a:rPr lang="nl-NL" sz="1800" b="0" i="0" kern="1200" err="1">
                <a:solidFill>
                  <a:schemeClr val="tx1"/>
                </a:solidFill>
                <a:effectLst/>
                <a:latin typeface="+mn-lt"/>
                <a:ea typeface="+mn-ea"/>
                <a:cs typeface="+mn-cs"/>
              </a:rPr>
              <a:t>Philipa</a:t>
            </a:r>
            <a:r>
              <a:rPr lang="nl-NL" sz="1800" b="0" i="0" kern="1200">
                <a:solidFill>
                  <a:schemeClr val="tx1"/>
                </a:solidFill>
                <a:effectLst/>
                <a:latin typeface="+mn-lt"/>
                <a:ea typeface="+mn-ea"/>
                <a:cs typeface="+mn-cs"/>
              </a:rPr>
              <a:t> (22) heeft een progressieve erfelijke spierziekte waardoor ze haar spieren steeds moeilijker kan aansturen. Ze heeft elke dag pijn en ze is sterk afhankelijk van haar medicatie en hulpmiddelen. Ze is volledig afgekeurd, woont samen en heeft een kindje. Ze kan zelf lopen maar zit bijna altijd in een rolstoel. Als ze op pad gaat, bereidt ze zich goed voor. Wat kan er wel of niet op een locatie? Deze informatie zoekt ze online, maar dat kost veel moeite. Veel scrollen en veel klikken kost te veel kracht in haar handen en armen.</a:t>
            </a:r>
          </a:p>
        </p:txBody>
      </p:sp>
      <p:pic>
        <p:nvPicPr>
          <p:cNvPr id="7" name="Tijdelijke aanduiding voor afbeelding 6" descr="Persona-kaart met de titel 'Ontwerpen voor mensen die motorisch beperkt zijn', gepubliceerd door Accessibility, onderdeel van Bartiméus. Links staat een illustratie van een vrouw met lang blond haar en een rode shirt. Rechts staat een beschrijving van haar.">
            <a:extLst>
              <a:ext uri="{FF2B5EF4-FFF2-40B4-BE49-F238E27FC236}">
                <a16:creationId xmlns:a16="http://schemas.microsoft.com/office/drawing/2014/main" id="{21E59B59-2654-DD99-C17C-50C37C99D345}"/>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5" r="188"/>
          <a:stretch>
            <a:fillRect/>
          </a:stretch>
        </p:blipFill>
        <p:spPr>
          <a:xfrm>
            <a:off x="0" y="0"/>
            <a:ext cx="11047075" cy="6858000"/>
          </a:xfrm>
          <a:prstGeom prst="rect">
            <a:avLst/>
          </a:prstGeom>
        </p:spPr>
      </p:pic>
    </p:spTree>
    <p:extLst>
      <p:ext uri="{BB962C8B-B14F-4D97-AF65-F5344CB8AC3E}">
        <p14:creationId xmlns:p14="http://schemas.microsoft.com/office/powerpoint/2010/main" val="470801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0033CD69-A11F-F608-E75C-0FC20D337648}"/>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131B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98E8C9DB-7997-DBC3-6D19-07BE4F799398}"/>
              </a:ext>
            </a:extLst>
          </p:cNvPr>
          <p:cNvSpPr>
            <a:spLocks noGrp="1"/>
          </p:cNvSpPr>
          <p:nvPr>
            <p:ph type="title"/>
          </p:nvPr>
        </p:nvSpPr>
        <p:spPr>
          <a:xfrm>
            <a:off x="2424223" y="1424764"/>
            <a:ext cx="3051544" cy="620712"/>
          </a:xfrm>
        </p:spPr>
        <p:txBody>
          <a:bodyPr/>
          <a:lstStyle/>
          <a:p>
            <a:r>
              <a:rPr lang="nl-NL"/>
              <a:t>Persona 6</a:t>
            </a:r>
          </a:p>
        </p:txBody>
      </p:sp>
      <p:sp>
        <p:nvSpPr>
          <p:cNvPr id="3" name="Tekstvak 2">
            <a:extLst>
              <a:ext uri="{FF2B5EF4-FFF2-40B4-BE49-F238E27FC236}">
                <a16:creationId xmlns:a16="http://schemas.microsoft.com/office/drawing/2014/main" id="{B01ADFBF-4525-F6B3-51E3-95E038D6E482}"/>
              </a:ext>
            </a:extLst>
          </p:cNvPr>
          <p:cNvSpPr txBox="1"/>
          <p:nvPr/>
        </p:nvSpPr>
        <p:spPr>
          <a:xfrm>
            <a:off x="1222744" y="1786270"/>
            <a:ext cx="8041000" cy="2585323"/>
          </a:xfrm>
          <a:prstGeom prst="rect">
            <a:avLst/>
          </a:prstGeom>
          <a:noFill/>
        </p:spPr>
        <p:txBody>
          <a:bodyPr wrap="square" rtlCol="0">
            <a:spAutoFit/>
          </a:bodyPr>
          <a:lstStyle/>
          <a:p>
            <a:pPr lvl="0">
              <a:defRPr/>
            </a:pPr>
            <a:r>
              <a:rPr lang="nl-NL"/>
              <a:t>Ontwerpen voor laaggeletterden</a:t>
            </a:r>
          </a:p>
          <a:p>
            <a:endParaRPr lang="nl-NL"/>
          </a:p>
          <a:p>
            <a:r>
              <a:rPr lang="nl-NL"/>
              <a:t>Henk (44) woont samen met zijn drie hondjes, twee kinderen en vriendin in een flat in Assen. Hij werkt als postbezorger en kan wel een financieel steuntje in de rug gebruiken. Hij maakt geen gebruik van subsidies van gemeente en overheid, want hij snapt de teksten in de informatiefolders en brieven niet. Formulieren invullen is razend ingewikkeld voor hem. Hij is bang om daarbij fouten te maken.</a:t>
            </a:r>
          </a:p>
        </p:txBody>
      </p:sp>
      <p:pic>
        <p:nvPicPr>
          <p:cNvPr id="5" name="Tijdelijke aanduiding voor afbeelding 4" descr="Persona-kaart met de titel 'Ontwerpen voor mensen die laaggeletterd zijn', gepubliceerd door Accessibility, onderdeel van Bartiméus. Links staat een illustratie van een man met blond haar, een snor en baard, en een oranje poloshirt met een lichtblauwe kraag. Rechts staat een beschrijving van hem.">
            <a:extLst>
              <a:ext uri="{FF2B5EF4-FFF2-40B4-BE49-F238E27FC236}">
                <a16:creationId xmlns:a16="http://schemas.microsoft.com/office/drawing/2014/main" id="{6BD62B0A-3A27-8CD4-9874-5DF4A15454FA}"/>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5" r="188"/>
          <a:stretch>
            <a:fillRect/>
          </a:stretch>
        </p:blipFill>
        <p:spPr>
          <a:xfrm>
            <a:off x="0" y="1"/>
            <a:ext cx="11047071" cy="6857998"/>
          </a:xfrm>
          <a:prstGeom prst="rect">
            <a:avLst/>
          </a:prstGeom>
        </p:spPr>
      </p:pic>
    </p:spTree>
    <p:extLst>
      <p:ext uri="{BB962C8B-B14F-4D97-AF65-F5344CB8AC3E}">
        <p14:creationId xmlns:p14="http://schemas.microsoft.com/office/powerpoint/2010/main" val="2777025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04B7-7E55-43EA-437E-4895E3A3AAE7}"/>
            </a:ext>
          </a:extLst>
        </p:cNvPr>
        <p:cNvGrpSpPr/>
        <p:nvPr/>
      </p:nvGrpSpPr>
      <p:grpSpPr>
        <a:xfrm>
          <a:off x="0" y="0"/>
          <a:ext cx="0" cy="0"/>
          <a:chOff x="0" y="0"/>
          <a:chExt cx="0" cy="0"/>
        </a:xfrm>
      </p:grpSpPr>
      <p:sp>
        <p:nvSpPr>
          <p:cNvPr id="3" name="Rechthoek 2">
            <a:extLst>
              <a:ext uri="{FF2B5EF4-FFF2-40B4-BE49-F238E27FC236}">
                <a16:creationId xmlns:a16="http://schemas.microsoft.com/office/drawing/2014/main" id="{02DC2147-DC1B-383D-36E1-DB6255955224}"/>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1086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9F38F0C-C03C-65CA-1500-B2B53E5117C6}"/>
              </a:ext>
            </a:extLst>
          </p:cNvPr>
          <p:cNvSpPr>
            <a:spLocks noGrp="1"/>
          </p:cNvSpPr>
          <p:nvPr>
            <p:ph type="title"/>
          </p:nvPr>
        </p:nvSpPr>
        <p:spPr>
          <a:xfrm>
            <a:off x="1265274" y="1212112"/>
            <a:ext cx="8229600" cy="620713"/>
          </a:xfrm>
        </p:spPr>
        <p:txBody>
          <a:bodyPr/>
          <a:lstStyle/>
          <a:p>
            <a:r>
              <a:rPr lang="nl-NL"/>
              <a:t>Persona 7</a:t>
            </a:r>
          </a:p>
        </p:txBody>
      </p:sp>
      <p:sp>
        <p:nvSpPr>
          <p:cNvPr id="4" name="Tekstvak 3">
            <a:extLst>
              <a:ext uri="{FF2B5EF4-FFF2-40B4-BE49-F238E27FC236}">
                <a16:creationId xmlns:a16="http://schemas.microsoft.com/office/drawing/2014/main" id="{A06B0938-4673-B136-9BB5-8033E70FCA30}"/>
              </a:ext>
            </a:extLst>
          </p:cNvPr>
          <p:cNvSpPr txBox="1"/>
          <p:nvPr/>
        </p:nvSpPr>
        <p:spPr>
          <a:xfrm>
            <a:off x="1499191" y="1956391"/>
            <a:ext cx="7628860"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b="0" i="0" kern="1200">
                <a:solidFill>
                  <a:schemeClr val="tx1"/>
                </a:solidFill>
                <a:effectLst/>
                <a:latin typeface="+mn-lt"/>
                <a:ea typeface="+mn-ea"/>
                <a:cs typeface="+mn-cs"/>
              </a:rPr>
              <a:t>Ontwerpen voor senioren</a:t>
            </a:r>
          </a:p>
          <a:p>
            <a:endParaRPr lang="nl-NL" sz="1800" b="0" i="0" kern="1200">
              <a:solidFill>
                <a:schemeClr val="tx1"/>
              </a:solidFill>
              <a:effectLst/>
              <a:latin typeface="+mn-lt"/>
              <a:ea typeface="+mn-ea"/>
              <a:cs typeface="+mn-cs"/>
            </a:endParaRPr>
          </a:p>
          <a:p>
            <a:r>
              <a:rPr lang="nl-NL" sz="1800" b="0" i="0" kern="1200">
                <a:solidFill>
                  <a:schemeClr val="tx1"/>
                </a:solidFill>
                <a:effectLst/>
                <a:latin typeface="+mn-lt"/>
                <a:ea typeface="+mn-ea"/>
                <a:cs typeface="+mn-cs"/>
              </a:rPr>
              <a:t>Margriet (67) is nu met pensioen. Zij was vroeger docent op het HBO. Zij woont alleen in een aanleunwoning in de Bilt. Zij heeft 3 kinderen en 6 kleinkinderen die niet in de buurt wonen. Zij merkt dat haar concentratievermogen, geheugen en zicht achteruitgaan en dat haar handcoördinatie ook afneemt, zij krijgt last van trillingen. Online surfen is leuk totdat het te lastig wordt. Als ze iets moet bestellen waarbij ze veel velden moet invullen, dan haakt ze af. Dat is te ingewikkeld en maakt haar onzeker.</a:t>
            </a:r>
          </a:p>
        </p:txBody>
      </p:sp>
      <p:pic>
        <p:nvPicPr>
          <p:cNvPr id="7" name="Tijdelijke aanduiding voor afbeelding 6" descr="Persona-kaart met de titel 'Ontwerpen voor senioren', gepubliceerd door Accessibility, onderdeel van Bartiméus. Links staat een illustratie van een vrouw met kort wit haar en een lichtblauwe blouse. Rechts staat een beschrijving van haar.">
            <a:extLst>
              <a:ext uri="{FF2B5EF4-FFF2-40B4-BE49-F238E27FC236}">
                <a16:creationId xmlns:a16="http://schemas.microsoft.com/office/drawing/2014/main" id="{342A5E3A-20BB-08D5-69B6-600358B9EE7F}"/>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5" r="188"/>
          <a:stretch>
            <a:fillRect/>
          </a:stretch>
        </p:blipFill>
        <p:spPr>
          <a:xfrm>
            <a:off x="0" y="0"/>
            <a:ext cx="11047075" cy="6858000"/>
          </a:xfrm>
          <a:prstGeom prst="rect">
            <a:avLst/>
          </a:prstGeom>
        </p:spPr>
      </p:pic>
    </p:spTree>
    <p:extLst>
      <p:ext uri="{BB962C8B-B14F-4D97-AF65-F5344CB8AC3E}">
        <p14:creationId xmlns:p14="http://schemas.microsoft.com/office/powerpoint/2010/main" val="922227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E00B0A-A79A-8AFB-2D64-DFF557916D31}"/>
            </a:ext>
          </a:extLst>
        </p:cNvPr>
        <p:cNvGrpSpPr/>
        <p:nvPr/>
      </p:nvGrpSpPr>
      <p:grpSpPr>
        <a:xfrm>
          <a:off x="0" y="0"/>
          <a:ext cx="0" cy="0"/>
          <a:chOff x="0" y="0"/>
          <a:chExt cx="0" cy="0"/>
        </a:xfrm>
      </p:grpSpPr>
      <p:sp>
        <p:nvSpPr>
          <p:cNvPr id="3" name="Rechthoek 2">
            <a:extLst>
              <a:ext uri="{FF2B5EF4-FFF2-40B4-BE49-F238E27FC236}">
                <a16:creationId xmlns:a16="http://schemas.microsoft.com/office/drawing/2014/main" id="{4352271B-3FF5-95C5-F788-DC2A39937776}"/>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C95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4863B597-D7D0-A46A-054E-0AB2AD4A8B50}"/>
              </a:ext>
            </a:extLst>
          </p:cNvPr>
          <p:cNvSpPr>
            <a:spLocks noGrp="1"/>
          </p:cNvSpPr>
          <p:nvPr>
            <p:ph type="title"/>
          </p:nvPr>
        </p:nvSpPr>
        <p:spPr>
          <a:xfrm>
            <a:off x="1180214" y="925179"/>
            <a:ext cx="3444948" cy="620712"/>
          </a:xfrm>
        </p:spPr>
        <p:txBody>
          <a:bodyPr/>
          <a:lstStyle/>
          <a:p>
            <a:r>
              <a:rPr lang="nl-NL"/>
              <a:t>Persona 8</a:t>
            </a:r>
          </a:p>
        </p:txBody>
      </p:sp>
      <p:sp>
        <p:nvSpPr>
          <p:cNvPr id="4" name="Tekstvak 3">
            <a:extLst>
              <a:ext uri="{FF2B5EF4-FFF2-40B4-BE49-F238E27FC236}">
                <a16:creationId xmlns:a16="http://schemas.microsoft.com/office/drawing/2014/main" id="{E32D2813-74A8-3BB3-869B-ED2EF9850C12}"/>
              </a:ext>
            </a:extLst>
          </p:cNvPr>
          <p:cNvSpPr txBox="1"/>
          <p:nvPr/>
        </p:nvSpPr>
        <p:spPr>
          <a:xfrm>
            <a:off x="1775637" y="1998921"/>
            <a:ext cx="751456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b="0" i="0" kern="1200">
                <a:solidFill>
                  <a:schemeClr val="tx1"/>
                </a:solidFill>
                <a:effectLst/>
                <a:latin typeface="+mn-lt"/>
                <a:ea typeface="+mn-ea"/>
                <a:cs typeface="+mn-cs"/>
              </a:rPr>
              <a:t>Ontwerpen voor mensen met dyslexie</a:t>
            </a:r>
          </a:p>
          <a:p>
            <a:r>
              <a:rPr lang="nl-NL" sz="1800" b="0" i="0" kern="1200" err="1">
                <a:solidFill>
                  <a:schemeClr val="tx1"/>
                </a:solidFill>
                <a:effectLst/>
                <a:latin typeface="+mn-lt"/>
                <a:ea typeface="+mn-ea"/>
                <a:cs typeface="+mn-cs"/>
              </a:rPr>
              <a:t>Amina</a:t>
            </a:r>
            <a:r>
              <a:rPr lang="nl-NL" sz="1800" b="0" i="0" kern="1200">
                <a:solidFill>
                  <a:schemeClr val="tx1"/>
                </a:solidFill>
                <a:effectLst/>
                <a:latin typeface="+mn-lt"/>
                <a:ea typeface="+mn-ea"/>
                <a:cs typeface="+mn-cs"/>
              </a:rPr>
              <a:t> (33) werkt als woonbegeleider in de gehandicaptenzorg. Ze sport veel en gaat in het weekend graag naar de stad met haar vriendinnen. Tijdens haar opleiding zorgde de dyslexie voor vertraging en frustratie. Op het werk moet ze veel overdrachten lezen en schrijven, maar ook protocollen en andere relevante informatie lezen. Het kost haar steeds veel energie.</a:t>
            </a:r>
          </a:p>
        </p:txBody>
      </p:sp>
      <p:pic>
        <p:nvPicPr>
          <p:cNvPr id="7" name="Tijdelijke aanduiding voor afbeelding 6" descr="Persona-kaart met de titel 'Ontwerpen voor mensen met dyslexie', gepubliceerd door Accessibility, onderdeel van Bartiméus. Links staat een illustratie van een glimlachende vrouw met een donkerblauwe en lichtblauwe hoofddoek. Rechts staat een beschrijving van haar.">
            <a:extLst>
              <a:ext uri="{FF2B5EF4-FFF2-40B4-BE49-F238E27FC236}">
                <a16:creationId xmlns:a16="http://schemas.microsoft.com/office/drawing/2014/main" id="{67DD48C7-7300-6EDF-63D8-57E6AB2250D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5" r="188"/>
          <a:stretch>
            <a:fillRect/>
          </a:stretch>
        </p:blipFill>
        <p:spPr>
          <a:xfrm>
            <a:off x="0" y="0"/>
            <a:ext cx="11047075" cy="6858000"/>
          </a:xfrm>
          <a:prstGeom prst="rect">
            <a:avLst/>
          </a:prstGeom>
        </p:spPr>
      </p:pic>
    </p:spTree>
    <p:extLst>
      <p:ext uri="{BB962C8B-B14F-4D97-AF65-F5344CB8AC3E}">
        <p14:creationId xmlns:p14="http://schemas.microsoft.com/office/powerpoint/2010/main" val="2483824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9F634A17-FE1E-9BF1-C989-FD5BA95CEC0E}"/>
              </a:ext>
              <a:ext uri="{C183D7F6-B498-43B3-948B-1728B52AA6E4}">
                <adec:decorative xmlns:adec="http://schemas.microsoft.com/office/drawing/2017/decorative" val="1"/>
              </a:ext>
            </a:extLst>
          </p:cNvPr>
          <p:cNvSpPr/>
          <p:nvPr/>
        </p:nvSpPr>
        <p:spPr>
          <a:xfrm>
            <a:off x="0" y="1"/>
            <a:ext cx="12192000" cy="5943600"/>
          </a:xfrm>
          <a:prstGeom prst="rect">
            <a:avLst/>
          </a:prstGeom>
          <a:solidFill>
            <a:srgbClr val="131B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EDEB3FD0-8256-824B-E6AB-7CE60574E7DE}"/>
              </a:ext>
            </a:extLst>
          </p:cNvPr>
          <p:cNvSpPr>
            <a:spLocks noGrp="1"/>
          </p:cNvSpPr>
          <p:nvPr>
            <p:ph type="title"/>
          </p:nvPr>
        </p:nvSpPr>
        <p:spPr>
          <a:xfrm>
            <a:off x="1084520" y="1874338"/>
            <a:ext cx="3296094" cy="620712"/>
          </a:xfrm>
        </p:spPr>
        <p:txBody>
          <a:bodyPr/>
          <a:lstStyle/>
          <a:p>
            <a:r>
              <a:rPr lang="nl-NL"/>
              <a:t>Persona 9</a:t>
            </a:r>
          </a:p>
        </p:txBody>
      </p:sp>
      <p:sp>
        <p:nvSpPr>
          <p:cNvPr id="4" name="Tekstvak 3">
            <a:extLst>
              <a:ext uri="{FF2B5EF4-FFF2-40B4-BE49-F238E27FC236}">
                <a16:creationId xmlns:a16="http://schemas.microsoft.com/office/drawing/2014/main" id="{D00A0FA9-D6BD-1D04-1D0F-0832FFCF19D5}"/>
              </a:ext>
            </a:extLst>
          </p:cNvPr>
          <p:cNvSpPr txBox="1"/>
          <p:nvPr/>
        </p:nvSpPr>
        <p:spPr>
          <a:xfrm>
            <a:off x="2969142" y="3646438"/>
            <a:ext cx="6150934" cy="2308324"/>
          </a:xfrm>
          <a:prstGeom prst="rect">
            <a:avLst/>
          </a:prstGeom>
          <a:noFill/>
        </p:spPr>
        <p:txBody>
          <a:bodyPr wrap="square">
            <a:spAutoFit/>
          </a:bodyPr>
          <a:lstStyle/>
          <a:p>
            <a:r>
              <a:rPr lang="nl-NL" sz="1800" b="0" i="0" kern="1200">
                <a:solidFill>
                  <a:schemeClr val="tx1"/>
                </a:solidFill>
                <a:effectLst/>
                <a:latin typeface="+mn-lt"/>
                <a:ea typeface="+mn-ea"/>
                <a:cs typeface="+mn-cs"/>
              </a:rPr>
              <a:t>Ontwerpen voor mensen met autisme </a:t>
            </a:r>
          </a:p>
          <a:p>
            <a:r>
              <a:rPr lang="nl-NL" sz="1800" b="0" i="0" kern="1200">
                <a:solidFill>
                  <a:schemeClr val="tx1"/>
                </a:solidFill>
                <a:effectLst/>
                <a:latin typeface="+mn-lt"/>
                <a:ea typeface="+mn-ea"/>
                <a:cs typeface="+mn-cs"/>
              </a:rPr>
              <a:t>Wiebe (25) heeft autistisme en doet de opleiding ICT aan Windesheim in Zwolle. Hij is derdejaars student en sinds twee jaar woont hij op kamers. Samen met een vriend heeft hij een eigen bedrijf en bouwt en onderhoudt hij websites voor kleine ondernemers. Wiebe gebruikt zowel voor school als zijn eigen bedrijf vaak zijn </a:t>
            </a:r>
            <a:r>
              <a:rPr lang="nl-NL" sz="1800" b="0" i="0" kern="1200" err="1">
                <a:solidFill>
                  <a:schemeClr val="tx1"/>
                </a:solidFill>
                <a:effectLst/>
                <a:latin typeface="+mn-lt"/>
                <a:ea typeface="+mn-ea"/>
                <a:cs typeface="+mn-cs"/>
              </a:rPr>
              <a:t>Macbook</a:t>
            </a:r>
            <a:r>
              <a:rPr lang="nl-NL" sz="1800" b="0" i="0" kern="1200">
                <a:solidFill>
                  <a:schemeClr val="tx1"/>
                </a:solidFill>
                <a:effectLst/>
                <a:latin typeface="+mn-lt"/>
                <a:ea typeface="+mn-ea"/>
                <a:cs typeface="+mn-cs"/>
              </a:rPr>
              <a:t>.</a:t>
            </a:r>
          </a:p>
        </p:txBody>
      </p:sp>
      <p:pic>
        <p:nvPicPr>
          <p:cNvPr id="5" name="Tijdelijke aanduiding voor afbeelding 4" descr="Persona-kaart met de titel 'Ontwerpen voor mensen met autisme', gepubliceerd door Accessibility, onderdeel van Bartiméus. Links staat een illustratie van een jonge man met kort bruin haar en een lichtblauwe shirt. Rechts staat een beschrijving van hem.">
            <a:extLst>
              <a:ext uri="{FF2B5EF4-FFF2-40B4-BE49-F238E27FC236}">
                <a16:creationId xmlns:a16="http://schemas.microsoft.com/office/drawing/2014/main" id="{2358BF09-A0D5-3195-59F6-4E2ABD8A266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96" r="187"/>
          <a:stretch>
            <a:fillRect/>
          </a:stretch>
        </p:blipFill>
        <p:spPr>
          <a:xfrm>
            <a:off x="0" y="0"/>
            <a:ext cx="11047074" cy="6858000"/>
          </a:xfrm>
          <a:prstGeom prst="rect">
            <a:avLst/>
          </a:prstGeom>
        </p:spPr>
      </p:pic>
    </p:spTree>
    <p:extLst>
      <p:ext uri="{BB962C8B-B14F-4D97-AF65-F5344CB8AC3E}">
        <p14:creationId xmlns:p14="http://schemas.microsoft.com/office/powerpoint/2010/main" val="14301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5FB52-BD36-6009-F130-5C7ED3F14F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485AD55-7450-E4C8-592C-CF6B6E5441FB}"/>
              </a:ext>
            </a:extLst>
          </p:cNvPr>
          <p:cNvSpPr>
            <a:spLocks noGrp="1"/>
          </p:cNvSpPr>
          <p:nvPr>
            <p:ph type="title"/>
          </p:nvPr>
        </p:nvSpPr>
        <p:spPr/>
        <p:txBody>
          <a:bodyPr/>
          <a:lstStyle/>
          <a:p>
            <a:r>
              <a:rPr lang="nl-NL"/>
              <a:t>Opdracht 1</a:t>
            </a:r>
          </a:p>
        </p:txBody>
      </p:sp>
      <p:sp>
        <p:nvSpPr>
          <p:cNvPr id="3" name="Tijdelijke aanduiding voor inhoud 2">
            <a:extLst>
              <a:ext uri="{FF2B5EF4-FFF2-40B4-BE49-F238E27FC236}">
                <a16:creationId xmlns:a16="http://schemas.microsoft.com/office/drawing/2014/main" id="{87CC07B7-041D-EA9C-0BFF-BC7FF668BB67}"/>
              </a:ext>
            </a:extLst>
          </p:cNvPr>
          <p:cNvSpPr>
            <a:spLocks noGrp="1"/>
          </p:cNvSpPr>
          <p:nvPr>
            <p:ph idx="1"/>
          </p:nvPr>
        </p:nvSpPr>
        <p:spPr>
          <a:xfrm>
            <a:off x="876300" y="1772816"/>
            <a:ext cx="10439400" cy="4319588"/>
          </a:xfrm>
        </p:spPr>
        <p:txBody>
          <a:bodyPr/>
          <a:lstStyle/>
          <a:p>
            <a:pPr>
              <a:lnSpc>
                <a:spcPct val="100000"/>
              </a:lnSpc>
            </a:pPr>
            <a:r>
              <a:rPr lang="nl-NL"/>
              <a:t>Maak kennis met je persona (fictieve persoon)</a:t>
            </a:r>
          </a:p>
          <a:p>
            <a:pPr>
              <a:lnSpc>
                <a:spcPct val="100000"/>
              </a:lnSpc>
            </a:pPr>
            <a:r>
              <a:rPr lang="nl-NL"/>
              <a:t>Onderzoek: </a:t>
            </a:r>
          </a:p>
          <a:p>
            <a:pPr lvl="1">
              <a:lnSpc>
                <a:spcPct val="100000"/>
              </a:lnSpc>
            </a:pPr>
            <a:r>
              <a:rPr lang="nl-NL"/>
              <a:t>Welke kenmerken horen bij de beperking?</a:t>
            </a:r>
          </a:p>
          <a:p>
            <a:pPr lvl="1">
              <a:lnSpc>
                <a:spcPct val="100000"/>
              </a:lnSpc>
            </a:pPr>
            <a:r>
              <a:rPr lang="nl-NL"/>
              <a:t>Welke (</a:t>
            </a:r>
            <a:r>
              <a:rPr lang="nl-NL" err="1"/>
              <a:t>toegankelijkheids</a:t>
            </a:r>
            <a:r>
              <a:rPr lang="nl-NL"/>
              <a:t>)problemen ondervindt deze persoon in het dagelijks leven? </a:t>
            </a:r>
          </a:p>
          <a:p>
            <a:pPr lvl="1">
              <a:lnSpc>
                <a:spcPct val="100000"/>
              </a:lnSpc>
            </a:pPr>
            <a:r>
              <a:rPr lang="nl-NL"/>
              <a:t>Zijn er hulpmiddelen? </a:t>
            </a:r>
          </a:p>
          <a:p>
            <a:pPr lvl="2">
              <a:lnSpc>
                <a:spcPct val="100000"/>
              </a:lnSpc>
            </a:pPr>
            <a:r>
              <a:rPr lang="nl-NL"/>
              <a:t>Scouters.nl</a:t>
            </a:r>
          </a:p>
          <a:p>
            <a:pPr lvl="2">
              <a:lnSpc>
                <a:spcPct val="100000"/>
              </a:lnSpc>
            </a:pPr>
            <a:r>
              <a:rPr lang="nl-NL"/>
              <a:t>Hulpmiddelenwijzer.nl</a:t>
            </a:r>
          </a:p>
          <a:p>
            <a:pPr>
              <a:lnSpc>
                <a:spcPct val="100000"/>
              </a:lnSpc>
            </a:pPr>
            <a:r>
              <a:rPr lang="nl-NL"/>
              <a:t>Schrijf alles wat je vindt op</a:t>
            </a:r>
          </a:p>
          <a:p>
            <a:pPr lvl="2">
              <a:lnSpc>
                <a:spcPct val="200000"/>
              </a:lnSpc>
            </a:pPr>
            <a:endParaRPr lang="nl-NL"/>
          </a:p>
          <a:p>
            <a:pPr marL="0" indent="0">
              <a:buNone/>
            </a:pPr>
            <a:endParaRPr lang="nl-NL"/>
          </a:p>
        </p:txBody>
      </p:sp>
    </p:spTree>
    <p:extLst>
      <p:ext uri="{BB962C8B-B14F-4D97-AF65-F5344CB8AC3E}">
        <p14:creationId xmlns:p14="http://schemas.microsoft.com/office/powerpoint/2010/main" val="1431504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B48BE-9019-7F2E-599F-0AD3B768292F}"/>
              </a:ext>
            </a:extLst>
          </p:cNvPr>
          <p:cNvSpPr>
            <a:spLocks noGrp="1"/>
          </p:cNvSpPr>
          <p:nvPr>
            <p:ph type="title"/>
          </p:nvPr>
        </p:nvSpPr>
        <p:spPr>
          <a:xfrm>
            <a:off x="552890" y="963723"/>
            <a:ext cx="4476307" cy="990600"/>
          </a:xfrm>
        </p:spPr>
        <p:txBody>
          <a:bodyPr/>
          <a:lstStyle/>
          <a:p>
            <a:r>
              <a:rPr lang="nl-NL"/>
              <a:t>Uitkomsten opdracht 1</a:t>
            </a:r>
          </a:p>
        </p:txBody>
      </p:sp>
      <p:sp>
        <p:nvSpPr>
          <p:cNvPr id="3" name="Tijdelijke aanduiding voor tekst 2">
            <a:extLst>
              <a:ext uri="{FF2B5EF4-FFF2-40B4-BE49-F238E27FC236}">
                <a16:creationId xmlns:a16="http://schemas.microsoft.com/office/drawing/2014/main" id="{B241FAA7-9512-908A-1CDB-1C1D4A636AB9}"/>
              </a:ext>
            </a:extLst>
          </p:cNvPr>
          <p:cNvSpPr>
            <a:spLocks noGrp="1"/>
          </p:cNvSpPr>
          <p:nvPr>
            <p:ph type="body" sz="quarter" idx="14"/>
          </p:nvPr>
        </p:nvSpPr>
        <p:spPr>
          <a:xfrm>
            <a:off x="552890" y="2562447"/>
            <a:ext cx="5003359" cy="3927252"/>
          </a:xfrm>
        </p:spPr>
        <p:txBody>
          <a:bodyPr/>
          <a:lstStyle/>
          <a:p>
            <a:pPr marL="0" indent="0">
              <a:lnSpc>
                <a:spcPct val="150000"/>
              </a:lnSpc>
              <a:buNone/>
            </a:pPr>
            <a:r>
              <a:rPr lang="nl-NL" sz="2000"/>
              <a:t>Elke groep geeft een korte samenvatting van de bevindingen:</a:t>
            </a:r>
          </a:p>
          <a:p>
            <a:r>
              <a:rPr lang="nl-NL" sz="2000"/>
              <a:t>Stel de persona kort voor </a:t>
            </a:r>
          </a:p>
          <a:p>
            <a:r>
              <a:rPr lang="nl-NL" sz="2000"/>
              <a:t>Benoem de belangrijkste kenmerken van de beperking </a:t>
            </a:r>
          </a:p>
          <a:p>
            <a:r>
              <a:rPr lang="nl-NL" sz="2000"/>
              <a:t>Bespreek eventuele hulpmiddelen die worden gebruikt </a:t>
            </a:r>
            <a:endParaRPr lang="nl-NL"/>
          </a:p>
          <a:p>
            <a:pPr lvl="1"/>
            <a:endParaRPr lang="nl-NL"/>
          </a:p>
          <a:p>
            <a:pPr lvl="1"/>
            <a:endParaRPr lang="nl-NL"/>
          </a:p>
          <a:p>
            <a:pPr marL="239400" lvl="1" indent="0">
              <a:buNone/>
            </a:pPr>
            <a:r>
              <a:rPr lang="nl-NL"/>
              <a:t>		</a:t>
            </a:r>
          </a:p>
          <a:p>
            <a:pPr marL="239400" lvl="1" indent="0">
              <a:buNone/>
            </a:pPr>
            <a:r>
              <a:rPr lang="nl-NL"/>
              <a:t>			</a:t>
            </a:r>
          </a:p>
          <a:p>
            <a:pPr lvl="1"/>
            <a:endParaRPr lang="nl-NL"/>
          </a:p>
        </p:txBody>
      </p:sp>
    </p:spTree>
    <p:extLst>
      <p:ext uri="{BB962C8B-B14F-4D97-AF65-F5344CB8AC3E}">
        <p14:creationId xmlns:p14="http://schemas.microsoft.com/office/powerpoint/2010/main" val="1226928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2ADE2-5D69-1D4A-6884-BA45BAE6F3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7914F5-2A9F-DB9C-B842-98CC2008115C}"/>
              </a:ext>
            </a:extLst>
          </p:cNvPr>
          <p:cNvSpPr>
            <a:spLocks noGrp="1"/>
          </p:cNvSpPr>
          <p:nvPr>
            <p:ph type="title"/>
          </p:nvPr>
        </p:nvSpPr>
        <p:spPr/>
        <p:txBody>
          <a:bodyPr/>
          <a:lstStyle/>
          <a:p>
            <a:r>
              <a:rPr lang="nl-NL"/>
              <a:t>Opdracht 2</a:t>
            </a:r>
          </a:p>
        </p:txBody>
      </p:sp>
      <p:sp>
        <p:nvSpPr>
          <p:cNvPr id="3" name="Tijdelijke aanduiding voor inhoud 2">
            <a:extLst>
              <a:ext uri="{FF2B5EF4-FFF2-40B4-BE49-F238E27FC236}">
                <a16:creationId xmlns:a16="http://schemas.microsoft.com/office/drawing/2014/main" id="{07EA741F-4905-8844-6E57-308FC1B89E06}"/>
              </a:ext>
            </a:extLst>
          </p:cNvPr>
          <p:cNvSpPr>
            <a:spLocks noGrp="1"/>
          </p:cNvSpPr>
          <p:nvPr>
            <p:ph idx="1"/>
          </p:nvPr>
        </p:nvSpPr>
        <p:spPr>
          <a:xfrm>
            <a:off x="876300" y="1772816"/>
            <a:ext cx="10439400" cy="4319588"/>
          </a:xfrm>
        </p:spPr>
        <p:txBody>
          <a:bodyPr/>
          <a:lstStyle/>
          <a:p>
            <a:pPr>
              <a:lnSpc>
                <a:spcPct val="100000"/>
              </a:lnSpc>
            </a:pPr>
            <a:r>
              <a:rPr lang="nl-NL"/>
              <a:t>Koppel de casus aan je persona </a:t>
            </a:r>
          </a:p>
          <a:p>
            <a:pPr>
              <a:lnSpc>
                <a:spcPct val="100000"/>
              </a:lnSpc>
            </a:pPr>
            <a:r>
              <a:rPr lang="nl-NL"/>
              <a:t>Bedenk voor dat probleem een oplossing </a:t>
            </a:r>
          </a:p>
          <a:p>
            <a:pPr marL="239400" lvl="1" indent="0">
              <a:lnSpc>
                <a:spcPct val="100000"/>
              </a:lnSpc>
              <a:buNone/>
            </a:pPr>
            <a:r>
              <a:rPr lang="nl-NL"/>
              <a:t> Laat je niet tegenhouden door technische onmogelijk </a:t>
            </a:r>
          </a:p>
          <a:p>
            <a:pPr>
              <a:lnSpc>
                <a:spcPct val="100000"/>
              </a:lnSpc>
            </a:pPr>
            <a:r>
              <a:rPr lang="nl-NL"/>
              <a:t>Schrijf je oplossing op </a:t>
            </a:r>
          </a:p>
          <a:p>
            <a:pPr>
              <a:lnSpc>
                <a:spcPct val="100000"/>
              </a:lnSpc>
            </a:pPr>
            <a:r>
              <a:rPr lang="nl-NL"/>
              <a:t>Bereid een korte pitch voor van 1 minuut </a:t>
            </a:r>
          </a:p>
          <a:p>
            <a:pPr lvl="2">
              <a:lnSpc>
                <a:spcPct val="200000"/>
              </a:lnSpc>
            </a:pPr>
            <a:endParaRPr lang="nl-NL"/>
          </a:p>
          <a:p>
            <a:pPr marL="0" indent="0">
              <a:buNone/>
            </a:pPr>
            <a:endParaRPr lang="nl-NL"/>
          </a:p>
        </p:txBody>
      </p:sp>
    </p:spTree>
    <p:extLst>
      <p:ext uri="{BB962C8B-B14F-4D97-AF65-F5344CB8AC3E}">
        <p14:creationId xmlns:p14="http://schemas.microsoft.com/office/powerpoint/2010/main" val="3275359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8399-237B-8FF5-CEC0-EF43D38FCE3A}"/>
            </a:ext>
          </a:extLst>
        </p:cNvPr>
        <p:cNvGrpSpPr/>
        <p:nvPr/>
      </p:nvGrpSpPr>
      <p:grpSpPr>
        <a:xfrm>
          <a:off x="0" y="0"/>
          <a:ext cx="0" cy="0"/>
          <a:chOff x="0" y="0"/>
          <a:chExt cx="0" cy="0"/>
        </a:xfrm>
      </p:grpSpPr>
      <p:sp>
        <p:nvSpPr>
          <p:cNvPr id="23" name="Titel 22">
            <a:extLst>
              <a:ext uri="{FF2B5EF4-FFF2-40B4-BE49-F238E27FC236}">
                <a16:creationId xmlns:a16="http://schemas.microsoft.com/office/drawing/2014/main" id="{D08815BC-2CFB-7985-6458-3D5C2B8AC74C}"/>
              </a:ext>
            </a:extLst>
          </p:cNvPr>
          <p:cNvSpPr>
            <a:spLocks noGrp="1"/>
          </p:cNvSpPr>
          <p:nvPr>
            <p:ph type="title"/>
          </p:nvPr>
        </p:nvSpPr>
        <p:spPr/>
        <p:txBody>
          <a:bodyPr/>
          <a:lstStyle/>
          <a:p>
            <a:r>
              <a:rPr lang="nl-NL"/>
              <a:t>Ontwerpopdracht</a:t>
            </a:r>
          </a:p>
        </p:txBody>
      </p:sp>
      <p:sp>
        <p:nvSpPr>
          <p:cNvPr id="5" name="Rechthoek 4">
            <a:extLst>
              <a:ext uri="{FF2B5EF4-FFF2-40B4-BE49-F238E27FC236}">
                <a16:creationId xmlns:a16="http://schemas.microsoft.com/office/drawing/2014/main" id="{3345B7A9-430C-4E9D-DA61-EFE5CC74C901}"/>
              </a:ext>
              <a:ext uri="{C183D7F6-B498-43B3-948B-1728B52AA6E4}">
                <adec:decorative xmlns:adec="http://schemas.microsoft.com/office/drawing/2017/decorative" val="1"/>
              </a:ext>
            </a:extLst>
          </p:cNvPr>
          <p:cNvSpPr/>
          <p:nvPr/>
        </p:nvSpPr>
        <p:spPr>
          <a:xfrm>
            <a:off x="8748215" y="5794040"/>
            <a:ext cx="3443785" cy="10700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afgeronde hoeken 5">
            <a:extLst>
              <a:ext uri="{FF2B5EF4-FFF2-40B4-BE49-F238E27FC236}">
                <a16:creationId xmlns:a16="http://schemas.microsoft.com/office/drawing/2014/main" id="{2F7A3230-7D8A-6BFC-6704-D074FD4E501F}"/>
              </a:ext>
              <a:ext uri="{C183D7F6-B498-43B3-948B-1728B52AA6E4}">
                <adec:decorative xmlns:adec="http://schemas.microsoft.com/office/drawing/2017/decorative" val="1"/>
              </a:ext>
            </a:extLst>
          </p:cNvPr>
          <p:cNvSpPr/>
          <p:nvPr/>
        </p:nvSpPr>
        <p:spPr>
          <a:xfrm>
            <a:off x="5099410" y="1477474"/>
            <a:ext cx="6793048" cy="4111765"/>
          </a:xfrm>
          <a:prstGeom prst="roundRect">
            <a:avLst>
              <a:gd name="adj" fmla="val 4987"/>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Rechthoek: afgeronde hoeken 6">
            <a:extLst>
              <a:ext uri="{FF2B5EF4-FFF2-40B4-BE49-F238E27FC236}">
                <a16:creationId xmlns:a16="http://schemas.microsoft.com/office/drawing/2014/main" id="{2FE365CB-F24B-045E-C7D8-FB8B64D22512}"/>
              </a:ext>
              <a:ext uri="{C183D7F6-B498-43B3-948B-1728B52AA6E4}">
                <adec:decorative xmlns:adec="http://schemas.microsoft.com/office/drawing/2017/decorative" val="1"/>
              </a:ext>
            </a:extLst>
          </p:cNvPr>
          <p:cNvSpPr/>
          <p:nvPr/>
        </p:nvSpPr>
        <p:spPr>
          <a:xfrm>
            <a:off x="299543" y="1477476"/>
            <a:ext cx="4680145" cy="5047495"/>
          </a:xfrm>
          <a:prstGeom prst="roundRect">
            <a:avLst>
              <a:gd name="adj" fmla="val 6217"/>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hthoek: afgeronde hoeken 7">
            <a:extLst>
              <a:ext uri="{FF2B5EF4-FFF2-40B4-BE49-F238E27FC236}">
                <a16:creationId xmlns:a16="http://schemas.microsoft.com/office/drawing/2014/main" id="{DFA6440C-DDC4-CFA0-12B7-4A3DA681AA25}"/>
              </a:ext>
              <a:ext uri="{C183D7F6-B498-43B3-948B-1728B52AA6E4}">
                <adec:decorative xmlns:adec="http://schemas.microsoft.com/office/drawing/2017/decorative" val="1"/>
              </a:ext>
            </a:extLst>
          </p:cNvPr>
          <p:cNvSpPr/>
          <p:nvPr/>
        </p:nvSpPr>
        <p:spPr>
          <a:xfrm>
            <a:off x="5099410" y="5694840"/>
            <a:ext cx="6804944" cy="830131"/>
          </a:xfrm>
          <a:prstGeom prst="roundRect">
            <a:avLst>
              <a:gd name="adj" fmla="val 23864"/>
            </a:avLst>
          </a:prstGeom>
          <a:solidFill>
            <a:srgbClr val="ECF0FE"/>
          </a:solidFill>
          <a:ln>
            <a:solidFill>
              <a:srgbClr val="BCC2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ekstvak 8">
            <a:extLst>
              <a:ext uri="{FF2B5EF4-FFF2-40B4-BE49-F238E27FC236}">
                <a16:creationId xmlns:a16="http://schemas.microsoft.com/office/drawing/2014/main" id="{03F56F53-016E-717E-E687-635BA9230D22}"/>
              </a:ext>
            </a:extLst>
          </p:cNvPr>
          <p:cNvSpPr txBox="1"/>
          <p:nvPr/>
        </p:nvSpPr>
        <p:spPr>
          <a:xfrm>
            <a:off x="563543" y="1701969"/>
            <a:ext cx="4067849" cy="430887"/>
          </a:xfrm>
          <a:prstGeom prst="rect">
            <a:avLst/>
          </a:prstGeom>
          <a:noFill/>
        </p:spPr>
        <p:txBody>
          <a:bodyPr wrap="square" rtlCol="0">
            <a:spAutoFit/>
          </a:bodyPr>
          <a:lstStyle/>
          <a:p>
            <a:r>
              <a:rPr lang="nl-NL" sz="2200"/>
              <a:t>Scenario</a:t>
            </a:r>
          </a:p>
        </p:txBody>
      </p:sp>
      <p:sp>
        <p:nvSpPr>
          <p:cNvPr id="10" name="Tekstvak 9">
            <a:extLst>
              <a:ext uri="{FF2B5EF4-FFF2-40B4-BE49-F238E27FC236}">
                <a16:creationId xmlns:a16="http://schemas.microsoft.com/office/drawing/2014/main" id="{E80F3CD6-14C4-0D42-E0FD-213A8FC23A35}"/>
              </a:ext>
            </a:extLst>
          </p:cNvPr>
          <p:cNvSpPr txBox="1"/>
          <p:nvPr/>
        </p:nvSpPr>
        <p:spPr>
          <a:xfrm>
            <a:off x="563543" y="2172920"/>
            <a:ext cx="3614841" cy="2585323"/>
          </a:xfrm>
          <a:prstGeom prst="rect">
            <a:avLst/>
          </a:prstGeom>
          <a:noFill/>
        </p:spPr>
        <p:txBody>
          <a:bodyPr wrap="square" rtlCol="0">
            <a:spAutoFit/>
          </a:bodyPr>
          <a:lstStyle/>
          <a:p>
            <a:r>
              <a:rPr lang="nl-NL"/>
              <a:t>Tijdens een drukke doordeweekse dag ontstaat een onverwachte verstoring, waardoor NS-treinen niet kunnen rijden. NS besluit bussen in te zetten om reizigers naar hun bestemming te brengen.</a:t>
            </a:r>
          </a:p>
          <a:p>
            <a:endParaRPr lang="nl-NL"/>
          </a:p>
          <a:p>
            <a:r>
              <a:rPr lang="nl-NL" b="1"/>
              <a:t>Hoe komt jouw persona van het perron bij de bus?</a:t>
            </a:r>
          </a:p>
        </p:txBody>
      </p:sp>
      <p:sp>
        <p:nvSpPr>
          <p:cNvPr id="11" name="Tekstvak 10">
            <a:extLst>
              <a:ext uri="{FF2B5EF4-FFF2-40B4-BE49-F238E27FC236}">
                <a16:creationId xmlns:a16="http://schemas.microsoft.com/office/drawing/2014/main" id="{350576CE-4C0C-E2D0-16B2-AE2C4CB7E5AC}"/>
              </a:ext>
            </a:extLst>
          </p:cNvPr>
          <p:cNvSpPr txBox="1"/>
          <p:nvPr/>
        </p:nvSpPr>
        <p:spPr>
          <a:xfrm>
            <a:off x="5519936" y="5845409"/>
            <a:ext cx="6164511" cy="523220"/>
          </a:xfrm>
          <a:prstGeom prst="rect">
            <a:avLst/>
          </a:prstGeom>
          <a:noFill/>
        </p:spPr>
        <p:txBody>
          <a:bodyPr wrap="square" rtlCol="0">
            <a:spAutoFit/>
          </a:bodyPr>
          <a:lstStyle/>
          <a:p>
            <a:r>
              <a:rPr lang="nl-NL" sz="1400" b="1" i="1"/>
              <a:t>Tip: </a:t>
            </a:r>
            <a:r>
              <a:rPr lang="nl-NL" sz="1400" i="1"/>
              <a:t>Wees creatief en denk buiten de gebaande paden; je hoeft nog geen rekening te houden met de praktische uitvoering. </a:t>
            </a:r>
          </a:p>
        </p:txBody>
      </p:sp>
      <p:sp>
        <p:nvSpPr>
          <p:cNvPr id="12" name="Tekstvak 11">
            <a:extLst>
              <a:ext uri="{FF2B5EF4-FFF2-40B4-BE49-F238E27FC236}">
                <a16:creationId xmlns:a16="http://schemas.microsoft.com/office/drawing/2014/main" id="{5E14F160-6D18-335C-CD6C-B36ED34C1CB9}"/>
              </a:ext>
            </a:extLst>
          </p:cNvPr>
          <p:cNvSpPr txBox="1"/>
          <p:nvPr/>
        </p:nvSpPr>
        <p:spPr>
          <a:xfrm>
            <a:off x="6385700" y="1701969"/>
            <a:ext cx="4067849" cy="430887"/>
          </a:xfrm>
          <a:prstGeom prst="rect">
            <a:avLst/>
          </a:prstGeom>
          <a:noFill/>
        </p:spPr>
        <p:txBody>
          <a:bodyPr wrap="square" rtlCol="0">
            <a:spAutoFit/>
          </a:bodyPr>
          <a:lstStyle/>
          <a:p>
            <a:r>
              <a:rPr lang="nl-NL" sz="2200"/>
              <a:t>Opdracht</a:t>
            </a:r>
          </a:p>
        </p:txBody>
      </p:sp>
      <p:sp>
        <p:nvSpPr>
          <p:cNvPr id="13" name="Tekstvak 12">
            <a:extLst>
              <a:ext uri="{FF2B5EF4-FFF2-40B4-BE49-F238E27FC236}">
                <a16:creationId xmlns:a16="http://schemas.microsoft.com/office/drawing/2014/main" id="{CD8F5477-F337-0A77-EDFD-14BFA08D99C5}"/>
              </a:ext>
            </a:extLst>
          </p:cNvPr>
          <p:cNvSpPr txBox="1"/>
          <p:nvPr/>
        </p:nvSpPr>
        <p:spPr>
          <a:xfrm>
            <a:off x="6400049" y="2173296"/>
            <a:ext cx="5228408" cy="369332"/>
          </a:xfrm>
          <a:prstGeom prst="rect">
            <a:avLst/>
          </a:prstGeom>
          <a:noFill/>
        </p:spPr>
        <p:txBody>
          <a:bodyPr wrap="square" rtlCol="0">
            <a:spAutoFit/>
          </a:bodyPr>
          <a:lstStyle/>
          <a:p>
            <a:r>
              <a:rPr lang="nl-NL" b="1"/>
              <a:t>Stap 1. Identificeer uitdagingen</a:t>
            </a:r>
          </a:p>
        </p:txBody>
      </p:sp>
      <p:sp>
        <p:nvSpPr>
          <p:cNvPr id="14" name="Tekstvak 13">
            <a:extLst>
              <a:ext uri="{FF2B5EF4-FFF2-40B4-BE49-F238E27FC236}">
                <a16:creationId xmlns:a16="http://schemas.microsoft.com/office/drawing/2014/main" id="{A2CC5D0C-C923-C232-71BD-E250059D55A7}"/>
              </a:ext>
            </a:extLst>
          </p:cNvPr>
          <p:cNvSpPr txBox="1"/>
          <p:nvPr/>
        </p:nvSpPr>
        <p:spPr>
          <a:xfrm>
            <a:off x="6400049" y="2487693"/>
            <a:ext cx="5228408" cy="646331"/>
          </a:xfrm>
          <a:prstGeom prst="rect">
            <a:avLst/>
          </a:prstGeom>
          <a:noFill/>
        </p:spPr>
        <p:txBody>
          <a:bodyPr wrap="square" rtlCol="0">
            <a:spAutoFit/>
          </a:bodyPr>
          <a:lstStyle/>
          <a:p>
            <a:r>
              <a:rPr lang="nl-NL"/>
              <a:t>Kies een persona. Onderzoek de impact van het scenario op hen. Waar liggen de grootste knelpunten?</a:t>
            </a:r>
          </a:p>
        </p:txBody>
      </p:sp>
      <p:sp>
        <p:nvSpPr>
          <p:cNvPr id="15" name="Tekstvak 14">
            <a:extLst>
              <a:ext uri="{FF2B5EF4-FFF2-40B4-BE49-F238E27FC236}">
                <a16:creationId xmlns:a16="http://schemas.microsoft.com/office/drawing/2014/main" id="{0F67D89D-E1DB-123C-04CF-BB590AD1C9D9}"/>
              </a:ext>
            </a:extLst>
          </p:cNvPr>
          <p:cNvSpPr txBox="1"/>
          <p:nvPr/>
        </p:nvSpPr>
        <p:spPr>
          <a:xfrm>
            <a:off x="6440071" y="3446978"/>
            <a:ext cx="5228408" cy="369332"/>
          </a:xfrm>
          <a:prstGeom prst="rect">
            <a:avLst/>
          </a:prstGeom>
          <a:noFill/>
        </p:spPr>
        <p:txBody>
          <a:bodyPr wrap="square" rtlCol="0">
            <a:spAutoFit/>
          </a:bodyPr>
          <a:lstStyle/>
          <a:p>
            <a:r>
              <a:rPr lang="nl-NL" b="1"/>
              <a:t>Stap 2. Bedenk oplossingen</a:t>
            </a:r>
          </a:p>
        </p:txBody>
      </p:sp>
      <p:sp>
        <p:nvSpPr>
          <p:cNvPr id="16" name="Tekstvak 15">
            <a:extLst>
              <a:ext uri="{FF2B5EF4-FFF2-40B4-BE49-F238E27FC236}">
                <a16:creationId xmlns:a16="http://schemas.microsoft.com/office/drawing/2014/main" id="{3785D940-45F3-1B58-D155-034FED777684}"/>
              </a:ext>
            </a:extLst>
          </p:cNvPr>
          <p:cNvSpPr txBox="1"/>
          <p:nvPr/>
        </p:nvSpPr>
        <p:spPr>
          <a:xfrm>
            <a:off x="6440071" y="3755447"/>
            <a:ext cx="5228408" cy="646331"/>
          </a:xfrm>
          <a:prstGeom prst="rect">
            <a:avLst/>
          </a:prstGeom>
          <a:noFill/>
        </p:spPr>
        <p:txBody>
          <a:bodyPr wrap="square" rtlCol="0">
            <a:spAutoFit/>
          </a:bodyPr>
          <a:lstStyle/>
          <a:p>
            <a:r>
              <a:rPr lang="nl-NL"/>
              <a:t>Formuleer ideeën om deze problemen aan te pakken. Kies een geschikte oplossing.</a:t>
            </a:r>
          </a:p>
        </p:txBody>
      </p:sp>
      <p:sp>
        <p:nvSpPr>
          <p:cNvPr id="17" name="Tekstvak 16">
            <a:extLst>
              <a:ext uri="{FF2B5EF4-FFF2-40B4-BE49-F238E27FC236}">
                <a16:creationId xmlns:a16="http://schemas.microsoft.com/office/drawing/2014/main" id="{F124EBA8-B2FD-CD02-DDD8-C11AE4507688}"/>
              </a:ext>
            </a:extLst>
          </p:cNvPr>
          <p:cNvSpPr txBox="1"/>
          <p:nvPr/>
        </p:nvSpPr>
        <p:spPr>
          <a:xfrm>
            <a:off x="6440071" y="4444972"/>
            <a:ext cx="5228408" cy="369332"/>
          </a:xfrm>
          <a:prstGeom prst="rect">
            <a:avLst/>
          </a:prstGeom>
          <a:noFill/>
        </p:spPr>
        <p:txBody>
          <a:bodyPr wrap="square" rtlCol="0">
            <a:spAutoFit/>
          </a:bodyPr>
          <a:lstStyle/>
          <a:p>
            <a:r>
              <a:rPr lang="nl-NL" b="1"/>
              <a:t>Stap 3. Concept presenteren</a:t>
            </a:r>
          </a:p>
        </p:txBody>
      </p:sp>
      <p:sp>
        <p:nvSpPr>
          <p:cNvPr id="18" name="Tekstvak 17">
            <a:extLst>
              <a:ext uri="{FF2B5EF4-FFF2-40B4-BE49-F238E27FC236}">
                <a16:creationId xmlns:a16="http://schemas.microsoft.com/office/drawing/2014/main" id="{DC2B6962-2903-0640-515D-8217C5463C19}"/>
              </a:ext>
            </a:extLst>
          </p:cNvPr>
          <p:cNvSpPr txBox="1"/>
          <p:nvPr/>
        </p:nvSpPr>
        <p:spPr>
          <a:xfrm>
            <a:off x="6440071" y="4767402"/>
            <a:ext cx="5228408" cy="646331"/>
          </a:xfrm>
          <a:prstGeom prst="rect">
            <a:avLst/>
          </a:prstGeom>
          <a:noFill/>
        </p:spPr>
        <p:txBody>
          <a:bodyPr wrap="square" rtlCol="0">
            <a:spAutoFit/>
          </a:bodyPr>
          <a:lstStyle/>
          <a:p>
            <a:r>
              <a:rPr lang="nl-NL"/>
              <a:t>Beschrijf, teken, of codeer jouw ontwerp en presenteer het aan de andere groepen.</a:t>
            </a:r>
          </a:p>
        </p:txBody>
      </p:sp>
      <p:pic>
        <p:nvPicPr>
          <p:cNvPr id="19" name="Afbeelding 18" descr="Cartoon van een verbijsterde man">
            <a:extLst>
              <a:ext uri="{FF2B5EF4-FFF2-40B4-BE49-F238E27FC236}">
                <a16:creationId xmlns:a16="http://schemas.microsoft.com/office/drawing/2014/main" id="{7ECD4CA8-F1AB-AB19-91FC-56F9B0767E8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008" b="89844" l="5762" r="89844">
                        <a14:foregroundMark x1="9863" y1="42090" x2="9375" y2="49121"/>
                        <a14:foregroundMark x1="9375" y1="49121" x2="9668" y2="49316"/>
                        <a14:foregroundMark x1="5859" y1="44629" x2="5859" y2="47559"/>
                        <a14:foregroundMark x1="31543" y1="29688" x2="28809" y2="36621"/>
                        <a14:foregroundMark x1="28809" y1="36621" x2="32422" y2="28711"/>
                        <a14:foregroundMark x1="32422" y1="28711" x2="28320" y2="34863"/>
                        <a14:foregroundMark x1="28320" y1="34863" x2="28711" y2="35645"/>
                        <a14:foregroundMark x1="36914" y1="31348" x2="37012" y2="34180"/>
                        <a14:foregroundMark x1="27246" y1="7715" x2="34473" y2="7324"/>
                        <a14:foregroundMark x1="30415" y1="12894" x2="29492" y2="14160"/>
                        <a14:foregroundMark x1="34473" y1="7324" x2="30427" y2="12877"/>
                        <a14:foregroundMark x1="29492" y1="14160" x2="28778" y2="12284"/>
                        <a14:foregroundMark x1="28613" y1="15708" x2="28613" y2="16113"/>
                        <a14:foregroundMark x1="19531" y1="12793" x2="20215" y2="13867"/>
                        <a14:foregroundMark x1="16504" y1="14258" x2="18359" y2="17969"/>
                        <a14:foregroundMark x1="11426" y1="16504" x2="15332" y2="19336"/>
                        <a14:foregroundMark x1="11426" y1="21582" x2="14063" y2="22559"/>
                        <a14:foregroundMark x1="52246" y1="22168" x2="48633" y2="24707"/>
                        <a14:foregroundMark x1="50977" y1="29492" x2="47461" y2="28516"/>
                        <a14:backgroundMark x1="28320" y1="10547" x2="28125" y2="12012"/>
                        <a14:backgroundMark x1="28613" y1="9961" x2="27441" y2="10254"/>
                        <a14:backgroundMark x1="28516" y1="11035" x2="28125" y2="11914"/>
                        <a14:backgroundMark x1="28320" y1="15039" x2="28320" y2="15039"/>
                        <a14:backgroundMark x1="28320" y1="15039" x2="28320" y2="15039"/>
                        <a14:backgroundMark x1="28516" y1="14941" x2="28125" y2="14941"/>
                      </a14:backgroundRemoval>
                    </a14:imgEffect>
                  </a14:imgLayer>
                </a14:imgProps>
              </a:ext>
              <a:ext uri="{28A0092B-C50C-407E-A947-70E740481C1C}">
                <a14:useLocalDpi xmlns:a14="http://schemas.microsoft.com/office/drawing/2010/main" val="0"/>
              </a:ext>
            </a:extLst>
          </a:blip>
          <a:srcRect r="43301" b="6944"/>
          <a:stretch>
            <a:fillRect/>
          </a:stretch>
        </p:blipFill>
        <p:spPr>
          <a:xfrm>
            <a:off x="3866788" y="1637900"/>
            <a:ext cx="2572580" cy="4222187"/>
          </a:xfrm>
          <a:prstGeom prst="rect">
            <a:avLst/>
          </a:prstGeom>
        </p:spPr>
      </p:pic>
      <p:pic>
        <p:nvPicPr>
          <p:cNvPr id="20" name="Afbeelding 19" descr="Cartoon van een trein met een vermoeide gezichtsuitdrukking">
            <a:extLst>
              <a:ext uri="{FF2B5EF4-FFF2-40B4-BE49-F238E27FC236}">
                <a16:creationId xmlns:a16="http://schemas.microsoft.com/office/drawing/2014/main" id="{516F5516-89C0-22CF-8DB4-41A2AD1DB88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594" b="89844" l="9961" r="94434">
                        <a14:foregroundMark x1="57910" y1="48633" x2="65234" y2="48438"/>
                        <a14:foregroundMark x1="67090" y1="50488" x2="72949" y2="51660"/>
                        <a14:foregroundMark x1="64551" y1="76758" x2="85742" y2="78809"/>
                        <a14:foregroundMark x1="63086" y1="18750" x2="70117" y2="22754"/>
                        <a14:foregroundMark x1="70117" y1="22754" x2="63281" y2="27344"/>
                        <a14:foregroundMark x1="63281" y1="27344" x2="63086" y2="21484"/>
                        <a14:foregroundMark x1="80176" y1="8887" x2="84668" y2="8691"/>
                        <a14:foregroundMark x1="89063" y1="28809" x2="90039" y2="29004"/>
                        <a14:foregroundMark x1="88867" y1="29688" x2="90234" y2="29004"/>
                        <a14:foregroundMark x1="93945" y1="28809" x2="94238" y2="33203"/>
                        <a14:foregroundMark x1="91211" y1="71094" x2="90723" y2="71094"/>
                        <a14:foregroundMark x1="94434" y1="49121" x2="94434" y2="52637"/>
                        <a14:backgroundMark x1="48145" y1="84180" x2="71582" y2="81738"/>
                        <a14:backgroundMark x1="71582" y1="81738" x2="84082" y2="82813"/>
                        <a14:backgroundMark x1="84082" y1="82813" x2="63477" y2="88184"/>
                        <a14:backgroundMark x1="63477" y1="88184" x2="52832" y2="85254"/>
                        <a14:backgroundMark x1="52832" y1="85254" x2="51367" y2="83984"/>
                      </a14:backgroundRemoval>
                    </a14:imgEffect>
                  </a14:imgLayer>
                </a14:imgProps>
              </a:ext>
              <a:ext uri="{28A0092B-C50C-407E-A947-70E740481C1C}">
                <a14:useLocalDpi xmlns:a14="http://schemas.microsoft.com/office/drawing/2010/main" val="0"/>
              </a:ext>
            </a:extLst>
          </a:blip>
          <a:srcRect l="40040"/>
          <a:stretch>
            <a:fillRect/>
          </a:stretch>
        </p:blipFill>
        <p:spPr>
          <a:xfrm flipH="1">
            <a:off x="10133324" y="57802"/>
            <a:ext cx="1514975" cy="2526659"/>
          </a:xfrm>
          <a:prstGeom prst="rect">
            <a:avLst/>
          </a:prstGeom>
        </p:spPr>
      </p:pic>
      <p:pic>
        <p:nvPicPr>
          <p:cNvPr id="21" name="Graphic 20">
            <a:extLst>
              <a:ext uri="{FF2B5EF4-FFF2-40B4-BE49-F238E27FC236}">
                <a16:creationId xmlns:a16="http://schemas.microsoft.com/office/drawing/2014/main" id="{2B8491CD-ECCA-A23E-AF0D-D0DD7A754C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5325" y="5755940"/>
            <a:ext cx="1809750" cy="514350"/>
          </a:xfrm>
          <a:prstGeom prst="rect">
            <a:avLst/>
          </a:prstGeom>
        </p:spPr>
      </p:pic>
    </p:spTree>
    <p:extLst>
      <p:ext uri="{BB962C8B-B14F-4D97-AF65-F5344CB8AC3E}">
        <p14:creationId xmlns:p14="http://schemas.microsoft.com/office/powerpoint/2010/main" val="1038973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7830E-E988-EFD2-7554-91F4CFE502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CDCDCB-3905-6F5A-07FB-62992A60E87C}"/>
              </a:ext>
            </a:extLst>
          </p:cNvPr>
          <p:cNvSpPr>
            <a:spLocks noGrp="1"/>
          </p:cNvSpPr>
          <p:nvPr>
            <p:ph type="title"/>
          </p:nvPr>
        </p:nvSpPr>
        <p:spPr>
          <a:xfrm>
            <a:off x="566856" y="701969"/>
            <a:ext cx="2761135" cy="990600"/>
          </a:xfrm>
        </p:spPr>
        <p:txBody>
          <a:bodyPr/>
          <a:lstStyle/>
          <a:p>
            <a:r>
              <a:rPr lang="nl-NL"/>
              <a:t>Uitkomsten opdracht 2</a:t>
            </a:r>
          </a:p>
        </p:txBody>
      </p:sp>
      <p:sp>
        <p:nvSpPr>
          <p:cNvPr id="3" name="Tijdelijke aanduiding voor tekst 2">
            <a:extLst>
              <a:ext uri="{FF2B5EF4-FFF2-40B4-BE49-F238E27FC236}">
                <a16:creationId xmlns:a16="http://schemas.microsoft.com/office/drawing/2014/main" id="{884B340C-C283-5722-804B-0AC4DD843E97}"/>
              </a:ext>
            </a:extLst>
          </p:cNvPr>
          <p:cNvSpPr>
            <a:spLocks noGrp="1"/>
          </p:cNvSpPr>
          <p:nvPr>
            <p:ph type="body" sz="quarter" idx="14"/>
          </p:nvPr>
        </p:nvSpPr>
        <p:spPr>
          <a:xfrm>
            <a:off x="566856" y="2339163"/>
            <a:ext cx="5148882" cy="4320657"/>
          </a:xfrm>
        </p:spPr>
        <p:txBody>
          <a:bodyPr/>
          <a:lstStyle/>
          <a:p>
            <a:pPr marL="0" indent="0">
              <a:lnSpc>
                <a:spcPct val="150000"/>
              </a:lnSpc>
              <a:buNone/>
            </a:pPr>
            <a:r>
              <a:rPr lang="nl-NL" sz="2000"/>
              <a:t>Pitch van 1 minuut:</a:t>
            </a:r>
          </a:p>
          <a:p>
            <a:pPr>
              <a:lnSpc>
                <a:spcPct val="150000"/>
              </a:lnSpc>
            </a:pPr>
            <a:r>
              <a:rPr lang="nl-NL" sz="2000"/>
              <a:t>Elke groep geeft een korte presentatie</a:t>
            </a:r>
          </a:p>
          <a:p>
            <a:pPr>
              <a:lnSpc>
                <a:spcPct val="150000"/>
              </a:lnSpc>
            </a:pPr>
            <a:r>
              <a:rPr lang="nl-NL" sz="2000"/>
              <a:t>Elke student kan investeren in een project naar keuze</a:t>
            </a:r>
          </a:p>
          <a:p>
            <a:pPr>
              <a:lnSpc>
                <a:spcPct val="150000"/>
              </a:lnSpc>
            </a:pPr>
            <a:r>
              <a:rPr lang="nl-NL" sz="2000"/>
              <a:t>Wie wint de meeste investeringen?</a:t>
            </a:r>
          </a:p>
          <a:p>
            <a:pPr lvl="1">
              <a:lnSpc>
                <a:spcPct val="150000"/>
              </a:lnSpc>
            </a:pPr>
            <a:endParaRPr lang="nl-NL"/>
          </a:p>
          <a:p>
            <a:pPr>
              <a:lnSpc>
                <a:spcPct val="150000"/>
              </a:lnSpc>
            </a:pPr>
            <a:endParaRPr lang="nl-NL"/>
          </a:p>
          <a:p>
            <a:pPr lvl="1"/>
            <a:endParaRPr lang="nl-NL"/>
          </a:p>
          <a:p>
            <a:pPr lvl="1"/>
            <a:endParaRPr lang="nl-NL"/>
          </a:p>
          <a:p>
            <a:pPr marL="239400" lvl="1" indent="0">
              <a:buNone/>
            </a:pPr>
            <a:r>
              <a:rPr lang="nl-NL"/>
              <a:t>		</a:t>
            </a:r>
          </a:p>
          <a:p>
            <a:pPr marL="239400" lvl="1" indent="0">
              <a:buNone/>
            </a:pPr>
            <a:r>
              <a:rPr lang="nl-NL"/>
              <a:t>			</a:t>
            </a:r>
          </a:p>
          <a:p>
            <a:pPr lvl="1"/>
            <a:endParaRPr lang="nl-NL"/>
          </a:p>
        </p:txBody>
      </p:sp>
    </p:spTree>
    <p:extLst>
      <p:ext uri="{BB962C8B-B14F-4D97-AF65-F5344CB8AC3E}">
        <p14:creationId xmlns:p14="http://schemas.microsoft.com/office/powerpoint/2010/main" val="2210018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E3BD50-D033-60E5-8AAE-ACC3FF9FC531}"/>
              </a:ext>
            </a:extLst>
          </p:cNvPr>
          <p:cNvSpPr>
            <a:spLocks noGrp="1"/>
          </p:cNvSpPr>
          <p:nvPr>
            <p:ph type="title"/>
          </p:nvPr>
        </p:nvSpPr>
        <p:spPr/>
        <p:txBody>
          <a:bodyPr/>
          <a:lstStyle/>
          <a:p>
            <a:r>
              <a:rPr lang="nl-NL"/>
              <a:t>Ten slotte</a:t>
            </a:r>
          </a:p>
        </p:txBody>
      </p:sp>
      <p:sp>
        <p:nvSpPr>
          <p:cNvPr id="3" name="Tijdelijke aanduiding voor tekst 2">
            <a:extLst>
              <a:ext uri="{FF2B5EF4-FFF2-40B4-BE49-F238E27FC236}">
                <a16:creationId xmlns:a16="http://schemas.microsoft.com/office/drawing/2014/main" id="{37CBEB8E-1FCD-13CD-A89A-F88E9D557F4B}"/>
              </a:ext>
            </a:extLst>
          </p:cNvPr>
          <p:cNvSpPr>
            <a:spLocks noGrp="1"/>
          </p:cNvSpPr>
          <p:nvPr>
            <p:ph type="body" sz="quarter" idx="14"/>
          </p:nvPr>
        </p:nvSpPr>
        <p:spPr/>
        <p:txBody>
          <a:bodyPr/>
          <a:lstStyle/>
          <a:p>
            <a:pPr>
              <a:lnSpc>
                <a:spcPct val="200000"/>
              </a:lnSpc>
            </a:pPr>
            <a:r>
              <a:rPr lang="nl-NL"/>
              <a:t>Wat neem je mee? </a:t>
            </a:r>
          </a:p>
          <a:p>
            <a:pPr>
              <a:lnSpc>
                <a:spcPct val="200000"/>
              </a:lnSpc>
            </a:pPr>
            <a:r>
              <a:rPr lang="nl-NL"/>
              <a:t>Hoe betrek jij ervaringsdeskundigen in jouw volgende ontwerpproces?</a:t>
            </a:r>
          </a:p>
        </p:txBody>
      </p:sp>
    </p:spTree>
    <p:extLst>
      <p:ext uri="{BB962C8B-B14F-4D97-AF65-F5344CB8AC3E}">
        <p14:creationId xmlns:p14="http://schemas.microsoft.com/office/powerpoint/2010/main" val="1293527434"/>
      </p:ext>
    </p:extLst>
  </p:cSld>
  <p:clrMapOvr>
    <a:masterClrMapping/>
  </p:clrMapOvr>
</p:sld>
</file>

<file path=ppt/theme/theme1.xml><?xml version="1.0" encoding="utf-8"?>
<a:theme xmlns:a="http://schemas.openxmlformats.org/drawingml/2006/main" name="Accessibility 2025">
  <a:themeElements>
    <a:clrScheme name="Accesssibility PowerPoint 2025">
      <a:dk1>
        <a:srgbClr val="131B56"/>
      </a:dk1>
      <a:lt1>
        <a:srgbClr val="FFFFFF"/>
      </a:lt1>
      <a:dk2>
        <a:srgbClr val="000000"/>
      </a:dk2>
      <a:lt2>
        <a:srgbClr val="FFFFFF"/>
      </a:lt2>
      <a:accent1>
        <a:srgbClr val="4868EE"/>
      </a:accent1>
      <a:accent2>
        <a:srgbClr val="131B56"/>
      </a:accent2>
      <a:accent3>
        <a:srgbClr val="108670"/>
      </a:accent3>
      <a:accent4>
        <a:srgbClr val="766A9E"/>
      </a:accent4>
      <a:accent5>
        <a:srgbClr val="CD4D00"/>
      </a:accent5>
      <a:accent6>
        <a:srgbClr val="111328"/>
      </a:accent6>
      <a:hlink>
        <a:srgbClr val="4868EE"/>
      </a:hlink>
      <a:folHlink>
        <a:srgbClr val="108670"/>
      </a:folHlink>
    </a:clrScheme>
    <a:fontScheme name="Accessbility Verdana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werPoint-sjabloon-2025.pptx  -  Alleen-lezen" id="{DA8F61E7-1ACC-476E-B753-6821A2B2ACBE}" vid="{6A2F2A80-513A-404B-AECC-499F83E230C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lcf76f155ced4ddcb4097134ff3c332f xmlns="1263c341-9713-4178-8275-9acf484fd0e5">
      <Terms xmlns="http://schemas.microsoft.com/office/infopath/2007/PartnerControls"/>
    </lcf76f155ced4ddcb4097134ff3c332f>
    <_Flow_SignoffStatus xmlns="1263c341-9713-4178-8275-9acf484fd0e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EBE1E2-3474-42DE-9060-62F03C9DC6F8}">
  <ds:schemaRefs>
    <ds:schemaRef ds:uri="http://schemas.microsoft.com/sharepoint/v3/contenttype/forms"/>
  </ds:schemaRefs>
</ds:datastoreItem>
</file>

<file path=customXml/itemProps2.xml><?xml version="1.0" encoding="utf-8"?>
<ds:datastoreItem xmlns:ds="http://schemas.openxmlformats.org/officeDocument/2006/customXml" ds:itemID="{005B0822-33D2-46D0-B344-853762DE16BA}">
  <ds:schemaRefs>
    <ds:schemaRef ds:uri="1263c341-9713-4178-8275-9acf484fd0e5"/>
    <ds:schemaRef ds:uri="9b6572fc-fa2b-4547-9ddf-896420785c3e"/>
    <ds:schemaRef ds:uri="c943f701-3070-4014-93cc-e1a70bea74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92F1DCA-9C47-4CF4-94B6-7D763956462A}">
  <ds:schemaRefs>
    <ds:schemaRef ds:uri="1263c341-9713-4178-8275-9acf484fd0e5"/>
    <ds:schemaRef ds:uri="9b6572fc-fa2b-4547-9ddf-896420785c3e"/>
    <ds:schemaRef ds:uri="c943f701-3070-4014-93cc-e1a70bea74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emplate>PowerPoint-sjabloon-2025</Template>
  <Application>Microsoft Office PowerPoint</Application>
  <PresentationFormat>Widescreen</PresentationFormat>
  <Slides>32</Slides>
  <Notes>32</Notes>
  <HiddenSlides>3</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Accessibility 2025</vt:lpstr>
      <vt:lpstr>Uitleg voor docenten </vt:lpstr>
      <vt:lpstr>Workshop Toegankelijkheid &amp; Inclusief Design</vt:lpstr>
      <vt:lpstr>Programma</vt:lpstr>
      <vt:lpstr>Wat gaat hier mis? </vt:lpstr>
      <vt:lpstr>Inclusief  ontwerpen</vt:lpstr>
      <vt:lpstr>Gouden driehoek</vt:lpstr>
      <vt:lpstr>Inclusief ontwerpen – definitie</vt:lpstr>
      <vt:lpstr>Inclusief ontwerpen – fase</vt:lpstr>
      <vt:lpstr>Voorbeeld fase </vt:lpstr>
      <vt:lpstr>Inclusief ontwerpen – divers</vt:lpstr>
      <vt:lpstr>Voorbeeld diversiteit </vt:lpstr>
      <vt:lpstr>Alleen standaard gebruikers </vt:lpstr>
      <vt:lpstr>Inclusief ontwerpen – samen </vt:lpstr>
      <vt:lpstr>Niets over ons,  zonder ons </vt:lpstr>
      <vt:lpstr>Inclusief ontwerpen – inclusief </vt:lpstr>
      <vt:lpstr>Aan de slag!</vt:lpstr>
      <vt:lpstr>Ontwerpopdracht</vt:lpstr>
      <vt:lpstr>Persona 1 </vt:lpstr>
      <vt:lpstr>Persona 2 </vt:lpstr>
      <vt:lpstr>Persona 3 </vt:lpstr>
      <vt:lpstr>Persona 4 </vt:lpstr>
      <vt:lpstr>Persona 5 </vt:lpstr>
      <vt:lpstr>Persona 6</vt:lpstr>
      <vt:lpstr>Persona 7</vt:lpstr>
      <vt:lpstr>Persona 8</vt:lpstr>
      <vt:lpstr>Persona 9</vt:lpstr>
      <vt:lpstr>Opdracht 1</vt:lpstr>
      <vt:lpstr>Uitkomsten opdracht 1</vt:lpstr>
      <vt:lpstr>Opdracht 2</vt:lpstr>
      <vt:lpstr>Ontwerpopdracht</vt:lpstr>
      <vt:lpstr>Uitkomsten opdracht 2</vt:lpstr>
      <vt:lpstr>Ten slotte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Toegankelijkheid &amp; Inclusief Design</dc:title>
  <dc:creator>Moreno Hidalgo, Ana Julia</dc:creator>
  <cp:revision>1</cp:revision>
  <cp:lastPrinted>2026-05-12T07:59:52Z</cp:lastPrinted>
  <dcterms:created xsi:type="dcterms:W3CDTF">2026-01-13T08:58:55Z</dcterms:created>
  <dcterms:modified xsi:type="dcterms:W3CDTF">2026-06-08T14:52:34Z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