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34"/>
  </p:notesMasterIdLst>
  <p:sldIdLst>
    <p:sldId id="2147482814" r:id="rId5"/>
    <p:sldId id="257" r:id="rId6"/>
    <p:sldId id="258" r:id="rId7"/>
    <p:sldId id="364" r:id="rId8"/>
    <p:sldId id="406" r:id="rId9"/>
    <p:sldId id="2147482813" r:id="rId10"/>
    <p:sldId id="409" r:id="rId11"/>
    <p:sldId id="410" r:id="rId12"/>
    <p:sldId id="375" r:id="rId13"/>
    <p:sldId id="2147482815" r:id="rId14"/>
    <p:sldId id="299" r:id="rId15"/>
    <p:sldId id="407" r:id="rId16"/>
    <p:sldId id="411" r:id="rId17"/>
    <p:sldId id="380" r:id="rId18"/>
    <p:sldId id="1305" r:id="rId19"/>
    <p:sldId id="534" r:id="rId20"/>
    <p:sldId id="1306" r:id="rId21"/>
    <p:sldId id="2147482810" r:id="rId22"/>
    <p:sldId id="414" r:id="rId23"/>
    <p:sldId id="415" r:id="rId24"/>
    <p:sldId id="416" r:id="rId25"/>
    <p:sldId id="417" r:id="rId26"/>
    <p:sldId id="418" r:id="rId27"/>
    <p:sldId id="419" r:id="rId28"/>
    <p:sldId id="420" r:id="rId29"/>
    <p:sldId id="421" r:id="rId30"/>
    <p:sldId id="422" r:id="rId31"/>
    <p:sldId id="423" r:id="rId32"/>
    <p:sldId id="424" r:id="rId33"/>
  </p:sldIdLst>
  <p:sldSz cx="12192000" cy="6858000"/>
  <p:notesSz cx="6797675" cy="9928225"/>
  <p:embeddedFontLst>
    <p:embeddedFont>
      <p:font typeface="Aptos" panose="020B0604020202020204" charset="0"/>
      <p:regular r:id="rId35"/>
      <p:bold r:id="rId36"/>
      <p:italic r:id="rId37"/>
      <p:boldItalic r:id="rId38"/>
    </p:embeddedFont>
    <p:embeddedFont>
      <p:font typeface="Muli" panose="020B0604020202020204" charset="0"/>
      <p:regular r:id="rId39"/>
      <p:bold r:id="rId40"/>
      <p:italic r:id="rId41"/>
    </p:embeddedFont>
    <p:embeddedFont>
      <p:font typeface="Verdana" panose="020B0604030504040204" pitchFamily="34" charset="0"/>
      <p:regular r:id="rId42"/>
      <p:bold r:id="rId43"/>
      <p:italic r:id="rId44"/>
      <p:boldItalic r:id="rId45"/>
    </p:embeddedFont>
  </p:embeddedFontLst>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genda en Introductie" id="{AEC3A4C5-B97A-49CE-A7F6-E83381AEDE1B}">
          <p14:sldIdLst>
            <p14:sldId id="2147482814"/>
            <p14:sldId id="257"/>
            <p14:sldId id="258"/>
            <p14:sldId id="364"/>
          </p14:sldIdLst>
        </p14:section>
        <p14:section name="Introductie toegankelijkheid" id="{FFBB84C4-4A49-4FBA-B065-DDE3B814F66C}">
          <p14:sldIdLst>
            <p14:sldId id="406"/>
            <p14:sldId id="2147482813"/>
            <p14:sldId id="409"/>
            <p14:sldId id="410"/>
            <p14:sldId id="375"/>
            <p14:sldId id="2147482815"/>
          </p14:sldIdLst>
        </p14:section>
        <p14:section name="Inclusief ontwerp" id="{01FB3685-F436-45D4-A3F5-34C8455D3ABC}">
          <p14:sldIdLst>
            <p14:sldId id="299"/>
            <p14:sldId id="407"/>
            <p14:sldId id="411"/>
            <p14:sldId id="380"/>
            <p14:sldId id="1305"/>
            <p14:sldId id="534"/>
            <p14:sldId id="1306"/>
            <p14:sldId id="2147482810"/>
            <p14:sldId id="414"/>
            <p14:sldId id="415"/>
            <p14:sldId id="416"/>
            <p14:sldId id="417"/>
            <p14:sldId id="418"/>
            <p14:sldId id="419"/>
            <p14:sldId id="420"/>
            <p14:sldId id="421"/>
            <p14:sldId id="422"/>
            <p14:sldId id="423"/>
            <p14:sldId id="42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CA4E522-3AE2-062D-EAEC-12847893E5EA}" name="Elisa Maira" initials="EM" userId="S::emaira@bol.com::c45249b3-67f7-4d88-bc0b-31e497b65333" providerId="AD"/>
  <p188:author id="{B836FB85-8F02-A9DD-43B4-A69D677170DB}" name="Wormeester, Veron" initials="VW" userId="S::vwormeester@accessibility.nl::bae9c994-e77d-4265-a437-76dd7f6dad21" providerId="AD"/>
  <p188:author id="{7C2E1AE7-FAC3-9C19-0DB0-DD84942D3BFA}" name="Moreno Hidalgo, Ana Julia" initials="AM" userId="S::ajmorenohidalgo@accessibility.nl::86045df5-2826-4e0a-a611-ac63bd869f36" providerId="AD"/>
  <p188:author id="{2225BEF5-3221-A7F6-3CC3-2A0B8AD2584C}" name="vwormeester@accessibility.nl" initials="vw" userId="S::urn:spo:guest#vwormeester@accessibility.nl::"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E9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18498C-578E-4B00-8159-84408F2402AB}" v="6" vWet="8" dt="2026-06-08T14:12:53.644"/>
    <p1510:client id="{62EEC189-3125-4C5C-BA96-69363D1B95C2}" v="846" dt="2026-06-08T14:51:17.910"/>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5.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0.fntdata"/><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reno Hidalgo, Ana Julia" userId="86045df5-2826-4e0a-a611-ac63bd869f36" providerId="ADAL" clId="{8A9577EC-938E-40A6-8C5F-F44CA8D3340E}"/>
    <pc:docChg chg="undo custSel addSld delSld modSld sldOrd delSection modSection">
      <pc:chgData name="Moreno Hidalgo, Ana Julia" userId="86045df5-2826-4e0a-a611-ac63bd869f36" providerId="ADAL" clId="{8A9577EC-938E-40A6-8C5F-F44CA8D3340E}" dt="2026-06-08T14:51:17.910" v="1772" actId="1076"/>
      <pc:docMkLst>
        <pc:docMk/>
      </pc:docMkLst>
      <pc:sldChg chg="modSp mod">
        <pc:chgData name="Moreno Hidalgo, Ana Julia" userId="86045df5-2826-4e0a-a611-ac63bd869f36" providerId="ADAL" clId="{8A9577EC-938E-40A6-8C5F-F44CA8D3340E}" dt="2026-05-28T08:02:42.658" v="403" actId="20577"/>
        <pc:sldMkLst>
          <pc:docMk/>
          <pc:sldMk cId="2963097791" sldId="258"/>
        </pc:sldMkLst>
        <pc:spChg chg="mod">
          <ac:chgData name="Moreno Hidalgo, Ana Julia" userId="86045df5-2826-4e0a-a611-ac63bd869f36" providerId="ADAL" clId="{8A9577EC-938E-40A6-8C5F-F44CA8D3340E}" dt="2026-05-28T08:02:42.658" v="403" actId="20577"/>
          <ac:spMkLst>
            <pc:docMk/>
            <pc:sldMk cId="2963097791" sldId="258"/>
            <ac:spMk id="3" creationId="{A130C9D9-85C6-7B85-3019-0D94DC55882E}"/>
          </ac:spMkLst>
        </pc:spChg>
      </pc:sldChg>
      <pc:sldChg chg="modAnim">
        <pc:chgData name="Moreno Hidalgo, Ana Julia" userId="86045df5-2826-4e0a-a611-ac63bd869f36" providerId="ADAL" clId="{8A9577EC-938E-40A6-8C5F-F44CA8D3340E}" dt="2026-05-27T19:31:46.701" v="130"/>
        <pc:sldMkLst>
          <pc:docMk/>
          <pc:sldMk cId="4239520132" sldId="375"/>
        </pc:sldMkLst>
      </pc:sldChg>
      <pc:sldChg chg="addSp delSp modSp">
        <pc:chgData name="Moreno Hidalgo, Ana Julia" userId="86045df5-2826-4e0a-a611-ac63bd869f36" providerId="ADAL" clId="{8A9577EC-938E-40A6-8C5F-F44CA8D3340E}" dt="2026-05-28T07:54:10.405" v="167"/>
        <pc:sldMkLst>
          <pc:docMk/>
          <pc:sldMk cId="1728310901" sldId="406"/>
        </pc:sldMkLst>
        <pc:picChg chg="add mod">
          <ac:chgData name="Moreno Hidalgo, Ana Julia" userId="86045df5-2826-4e0a-a611-ac63bd869f36" providerId="ADAL" clId="{8A9577EC-938E-40A6-8C5F-F44CA8D3340E}" dt="2026-05-28T07:54:10.405" v="167"/>
          <ac:picMkLst>
            <pc:docMk/>
            <pc:sldMk cId="1728310901" sldId="406"/>
            <ac:picMk id="5" creationId="{4C45DE6D-3EBF-413A-A690-6C84965F19C7}"/>
          </ac:picMkLst>
        </pc:picChg>
      </pc:sldChg>
      <pc:sldChg chg="modSp mod modNotesTx">
        <pc:chgData name="Moreno Hidalgo, Ana Julia" userId="86045df5-2826-4e0a-a611-ac63bd869f36" providerId="ADAL" clId="{8A9577EC-938E-40A6-8C5F-F44CA8D3340E}" dt="2026-06-08T14:42:10.473" v="1334" actId="6549"/>
        <pc:sldMkLst>
          <pc:docMk/>
          <pc:sldMk cId="4182729376" sldId="407"/>
        </pc:sldMkLst>
        <pc:spChg chg="mod">
          <ac:chgData name="Moreno Hidalgo, Ana Julia" userId="86045df5-2826-4e0a-a611-ac63bd869f36" providerId="ADAL" clId="{8A9577EC-938E-40A6-8C5F-F44CA8D3340E}" dt="2026-05-28T08:04:34.951" v="425" actId="20577"/>
          <ac:spMkLst>
            <pc:docMk/>
            <pc:sldMk cId="4182729376" sldId="407"/>
            <ac:spMk id="2" creationId="{C073CA8C-19DA-2B90-0709-69382941A530}"/>
          </ac:spMkLst>
        </pc:spChg>
      </pc:sldChg>
      <pc:sldChg chg="addSp delSp modSp mod modNotesTx">
        <pc:chgData name="Moreno Hidalgo, Ana Julia" userId="86045df5-2826-4e0a-a611-ac63bd869f36" providerId="ADAL" clId="{8A9577EC-938E-40A6-8C5F-F44CA8D3340E}" dt="2026-06-08T14:11:05.203" v="929" actId="962"/>
        <pc:sldMkLst>
          <pc:docMk/>
          <pc:sldMk cId="2150249486" sldId="409"/>
        </pc:sldMkLst>
        <pc:picChg chg="add mod ord">
          <ac:chgData name="Moreno Hidalgo, Ana Julia" userId="86045df5-2826-4e0a-a611-ac63bd869f36" providerId="ADAL" clId="{8A9577EC-938E-40A6-8C5F-F44CA8D3340E}" dt="2026-06-08T14:11:05.203" v="929" actId="962"/>
          <ac:picMkLst>
            <pc:docMk/>
            <pc:sldMk cId="2150249486" sldId="409"/>
            <ac:picMk id="6" creationId="{D8A53960-4327-B115-BD7C-06B39D8AC3D4}"/>
          </ac:picMkLst>
        </pc:picChg>
      </pc:sldChg>
      <pc:sldChg chg="addSp delSp modSp mod">
        <pc:chgData name="Moreno Hidalgo, Ana Julia" userId="86045df5-2826-4e0a-a611-ac63bd869f36" providerId="ADAL" clId="{8A9577EC-938E-40A6-8C5F-F44CA8D3340E}" dt="2026-06-08T14:33:39.083" v="1326" actId="13244"/>
        <pc:sldMkLst>
          <pc:docMk/>
          <pc:sldMk cId="2520024176" sldId="410"/>
        </pc:sldMkLst>
        <pc:spChg chg="add del mod">
          <ac:chgData name="Moreno Hidalgo, Ana Julia" userId="86045df5-2826-4e0a-a611-ac63bd869f36" providerId="ADAL" clId="{8A9577EC-938E-40A6-8C5F-F44CA8D3340E}" dt="2026-06-08T14:29:24.374" v="1320" actId="478"/>
          <ac:spMkLst>
            <pc:docMk/>
            <pc:sldMk cId="2520024176" sldId="410"/>
            <ac:spMk id="5" creationId="{6515B210-6429-9C93-D903-BB2151470CEA}"/>
          </ac:spMkLst>
        </pc:spChg>
        <pc:picChg chg="add mod ord modCrop">
          <ac:chgData name="Moreno Hidalgo, Ana Julia" userId="86045df5-2826-4e0a-a611-ac63bd869f36" providerId="ADAL" clId="{8A9577EC-938E-40A6-8C5F-F44CA8D3340E}" dt="2026-06-08T14:33:39.083" v="1326" actId="13244"/>
          <ac:picMkLst>
            <pc:docMk/>
            <pc:sldMk cId="2520024176" sldId="410"/>
            <ac:picMk id="4" creationId="{7229AE90-0797-8888-25CA-4F3490744DD9}"/>
          </ac:picMkLst>
        </pc:picChg>
        <pc:picChg chg="add del mod modCrop">
          <ac:chgData name="Moreno Hidalgo, Ana Julia" userId="86045df5-2826-4e0a-a611-ac63bd869f36" providerId="ADAL" clId="{8A9577EC-938E-40A6-8C5F-F44CA8D3340E}" dt="2026-06-08T14:12:35.556" v="930" actId="478"/>
          <ac:picMkLst>
            <pc:docMk/>
            <pc:sldMk cId="2520024176" sldId="410"/>
            <ac:picMk id="6" creationId="{C70F4F43-453A-63C8-A548-3F732E49848C}"/>
          </ac:picMkLst>
        </pc:picChg>
        <pc:picChg chg="add mod">
          <ac:chgData name="Moreno Hidalgo, Ana Julia" userId="86045df5-2826-4e0a-a611-ac63bd869f36" providerId="ADAL" clId="{8A9577EC-938E-40A6-8C5F-F44CA8D3340E}" dt="2026-06-08T14:32:38.899" v="1323" actId="962"/>
          <ac:picMkLst>
            <pc:docMk/>
            <pc:sldMk cId="2520024176" sldId="410"/>
            <ac:picMk id="2052" creationId="{A76A1718-DC03-092A-0C8D-F0121F71447D}"/>
          </ac:picMkLst>
        </pc:picChg>
      </pc:sldChg>
      <pc:sldChg chg="modSp mod">
        <pc:chgData name="Moreno Hidalgo, Ana Julia" userId="86045df5-2826-4e0a-a611-ac63bd869f36" providerId="ADAL" clId="{8A9577EC-938E-40A6-8C5F-F44CA8D3340E}" dt="2026-05-28T08:37:25.715" v="557" actId="113"/>
        <pc:sldMkLst>
          <pc:docMk/>
          <pc:sldMk cId="3130860465" sldId="417"/>
        </pc:sldMkLst>
        <pc:spChg chg="mod">
          <ac:chgData name="Moreno Hidalgo, Ana Julia" userId="86045df5-2826-4e0a-a611-ac63bd869f36" providerId="ADAL" clId="{8A9577EC-938E-40A6-8C5F-F44CA8D3340E}" dt="2026-05-28T08:37:25.715" v="557" actId="113"/>
          <ac:spMkLst>
            <pc:docMk/>
            <pc:sldMk cId="3130860465" sldId="417"/>
            <ac:spMk id="3" creationId="{7531D0DF-5FD5-E326-5E5B-5D2334794A65}"/>
          </ac:spMkLst>
        </pc:spChg>
      </pc:sldChg>
      <pc:sldChg chg="modNotesTx">
        <pc:chgData name="Moreno Hidalgo, Ana Julia" userId="86045df5-2826-4e0a-a611-ac63bd869f36" providerId="ADAL" clId="{8A9577EC-938E-40A6-8C5F-F44CA8D3340E}" dt="2026-05-28T08:38:01.076" v="565" actId="20577"/>
        <pc:sldMkLst>
          <pc:docMk/>
          <pc:sldMk cId="3676870865" sldId="420"/>
        </pc:sldMkLst>
      </pc:sldChg>
      <pc:sldChg chg="modNotesTx">
        <pc:chgData name="Moreno Hidalgo, Ana Julia" userId="86045df5-2826-4e0a-a611-ac63bd869f36" providerId="ADAL" clId="{8A9577EC-938E-40A6-8C5F-F44CA8D3340E}" dt="2026-05-28T08:31:37.872" v="554" actId="20577"/>
        <pc:sldMkLst>
          <pc:docMk/>
          <pc:sldMk cId="2444195380" sldId="422"/>
        </pc:sldMkLst>
      </pc:sldChg>
      <pc:sldChg chg="addSp delSp modSp mod modNotesTx">
        <pc:chgData name="Moreno Hidalgo, Ana Julia" userId="86045df5-2826-4e0a-a611-ac63bd869f36" providerId="ADAL" clId="{8A9577EC-938E-40A6-8C5F-F44CA8D3340E}" dt="2026-06-08T14:51:17.910" v="1772" actId="1076"/>
        <pc:sldMkLst>
          <pc:docMk/>
          <pc:sldMk cId="2453933534" sldId="534"/>
        </pc:sldMkLst>
        <pc:spChg chg="mod">
          <ac:chgData name="Moreno Hidalgo, Ana Julia" userId="86045df5-2826-4e0a-a611-ac63bd869f36" providerId="ADAL" clId="{8A9577EC-938E-40A6-8C5F-F44CA8D3340E}" dt="2026-06-02T07:53:20.031" v="790" actId="1076"/>
          <ac:spMkLst>
            <pc:docMk/>
            <pc:sldMk cId="2453933534" sldId="534"/>
            <ac:spMk id="2" creationId="{D1D9FC5C-CD1C-2B7A-7A10-567CE9CBBF13}"/>
          </ac:spMkLst>
        </pc:spChg>
        <pc:spChg chg="add mod ord">
          <ac:chgData name="Moreno Hidalgo, Ana Julia" userId="86045df5-2826-4e0a-a611-ac63bd869f36" providerId="ADAL" clId="{8A9577EC-938E-40A6-8C5F-F44CA8D3340E}" dt="2026-06-08T14:51:05.575" v="1769" actId="1076"/>
          <ac:spMkLst>
            <pc:docMk/>
            <pc:sldMk cId="2453933534" sldId="534"/>
            <ac:spMk id="6" creationId="{2F3C3CD2-CDF1-7E82-9838-A5D33A22D379}"/>
          </ac:spMkLst>
        </pc:spChg>
        <pc:spChg chg="add mod ord">
          <ac:chgData name="Moreno Hidalgo, Ana Julia" userId="86045df5-2826-4e0a-a611-ac63bd869f36" providerId="ADAL" clId="{8A9577EC-938E-40A6-8C5F-F44CA8D3340E}" dt="2026-06-08T14:50:51.009" v="1766" actId="14100"/>
          <ac:spMkLst>
            <pc:docMk/>
            <pc:sldMk cId="2453933534" sldId="534"/>
            <ac:spMk id="8" creationId="{89B2F2B6-D75D-0352-5228-A1BEDE4A0D07}"/>
          </ac:spMkLst>
        </pc:spChg>
        <pc:spChg chg="add mod ord">
          <ac:chgData name="Moreno Hidalgo, Ana Julia" userId="86045df5-2826-4e0a-a611-ac63bd869f36" providerId="ADAL" clId="{8A9577EC-938E-40A6-8C5F-F44CA8D3340E}" dt="2026-06-08T14:51:17.910" v="1772" actId="1076"/>
          <ac:spMkLst>
            <pc:docMk/>
            <pc:sldMk cId="2453933534" sldId="534"/>
            <ac:spMk id="10" creationId="{FD78E70E-C167-4D1D-4130-61532DD49444}"/>
          </ac:spMkLst>
        </pc:spChg>
        <pc:spChg chg="add mod ord">
          <ac:chgData name="Moreno Hidalgo, Ana Julia" userId="86045df5-2826-4e0a-a611-ac63bd869f36" providerId="ADAL" clId="{8A9577EC-938E-40A6-8C5F-F44CA8D3340E}" dt="2026-06-08T14:50:44.783" v="1764" actId="14100"/>
          <ac:spMkLst>
            <pc:docMk/>
            <pc:sldMk cId="2453933534" sldId="534"/>
            <ac:spMk id="12" creationId="{394C70F3-755A-F4A9-F875-ED019FCEA8A3}"/>
          </ac:spMkLst>
        </pc:spChg>
        <pc:picChg chg="mod modCrop">
          <ac:chgData name="Moreno Hidalgo, Ana Julia" userId="86045df5-2826-4e0a-a611-ac63bd869f36" providerId="ADAL" clId="{8A9577EC-938E-40A6-8C5F-F44CA8D3340E}" dt="2026-06-08T14:50:57.003" v="1768" actId="1076"/>
          <ac:picMkLst>
            <pc:docMk/>
            <pc:sldMk cId="2453933534" sldId="534"/>
            <ac:picMk id="3" creationId="{2DBC34FF-DD7B-D734-2067-971EA6035F3F}"/>
          </ac:picMkLst>
        </pc:picChg>
        <pc:picChg chg="mod">
          <ac:chgData name="Moreno Hidalgo, Ana Julia" userId="86045df5-2826-4e0a-a611-ac63bd869f36" providerId="ADAL" clId="{8A9577EC-938E-40A6-8C5F-F44CA8D3340E}" dt="2026-06-08T14:51:12.904" v="1771" actId="1076"/>
          <ac:picMkLst>
            <pc:docMk/>
            <pc:sldMk cId="2453933534" sldId="534"/>
            <ac:picMk id="4" creationId="{7B670EA7-87F5-EF22-FA46-DE6F9CFCF7FE}"/>
          </ac:picMkLst>
        </pc:picChg>
        <pc:picChg chg="add mod">
          <ac:chgData name="Moreno Hidalgo, Ana Julia" userId="86045df5-2826-4e0a-a611-ac63bd869f36" providerId="ADAL" clId="{8A9577EC-938E-40A6-8C5F-F44CA8D3340E}" dt="2026-06-08T14:50:54.120" v="1767" actId="1076"/>
          <ac:picMkLst>
            <pc:docMk/>
            <pc:sldMk cId="2453933534" sldId="534"/>
            <ac:picMk id="3074" creationId="{E74BAB5B-AD40-DB43-C68B-D179314ED2C4}"/>
          </ac:picMkLst>
        </pc:picChg>
        <pc:picChg chg="add del mod">
          <ac:chgData name="Moreno Hidalgo, Ana Julia" userId="86045df5-2826-4e0a-a611-ac63bd869f36" providerId="ADAL" clId="{8A9577EC-938E-40A6-8C5F-F44CA8D3340E}" dt="2026-06-08T14:50:41.563" v="1763" actId="1076"/>
          <ac:picMkLst>
            <pc:docMk/>
            <pc:sldMk cId="2453933534" sldId="534"/>
            <ac:picMk id="3076" creationId="{BEE5682E-8DE2-875D-47FF-93019D734D4E}"/>
          </ac:picMkLst>
        </pc:picChg>
      </pc:sldChg>
      <pc:sldChg chg="modSp mod">
        <pc:chgData name="Moreno Hidalgo, Ana Julia" userId="86045df5-2826-4e0a-a611-ac63bd869f36" providerId="ADAL" clId="{8A9577EC-938E-40A6-8C5F-F44CA8D3340E}" dt="2026-05-28T08:04:47.644" v="443" actId="20577"/>
        <pc:sldMkLst>
          <pc:docMk/>
          <pc:sldMk cId="931884911" sldId="1305"/>
        </pc:sldMkLst>
        <pc:spChg chg="mod">
          <ac:chgData name="Moreno Hidalgo, Ana Julia" userId="86045df5-2826-4e0a-a611-ac63bd869f36" providerId="ADAL" clId="{8A9577EC-938E-40A6-8C5F-F44CA8D3340E}" dt="2026-05-28T08:04:47.644" v="443" actId="20577"/>
          <ac:spMkLst>
            <pc:docMk/>
            <pc:sldMk cId="931884911" sldId="1305"/>
            <ac:spMk id="2" creationId="{AA4B09BB-BD0F-A41E-19C7-8DA64F2403CD}"/>
          </ac:spMkLst>
        </pc:spChg>
      </pc:sldChg>
      <pc:sldChg chg="modSp mod">
        <pc:chgData name="Moreno Hidalgo, Ana Julia" userId="86045df5-2826-4e0a-a611-ac63bd869f36" providerId="ADAL" clId="{8A9577EC-938E-40A6-8C5F-F44CA8D3340E}" dt="2026-05-28T08:04:54.239" v="451" actId="20577"/>
        <pc:sldMkLst>
          <pc:docMk/>
          <pc:sldMk cId="1506255842" sldId="1306"/>
        </pc:sldMkLst>
        <pc:spChg chg="mod">
          <ac:chgData name="Moreno Hidalgo, Ana Julia" userId="86045df5-2826-4e0a-a611-ac63bd869f36" providerId="ADAL" clId="{8A9577EC-938E-40A6-8C5F-F44CA8D3340E}" dt="2026-05-28T08:04:54.239" v="451" actId="20577"/>
          <ac:spMkLst>
            <pc:docMk/>
            <pc:sldMk cId="1506255842" sldId="1306"/>
            <ac:spMk id="2" creationId="{D826C06B-2282-1392-1D8F-D8B74330737C}"/>
          </ac:spMkLst>
        </pc:spChg>
      </pc:sldChg>
      <pc:sldChg chg="addSp delSp modSp add del mod modNotesTx">
        <pc:chgData name="Moreno Hidalgo, Ana Julia" userId="86045df5-2826-4e0a-a611-ac63bd869f36" providerId="ADAL" clId="{8A9577EC-938E-40A6-8C5F-F44CA8D3340E}" dt="2026-06-08T14:23:12.258" v="1006" actId="2696"/>
        <pc:sldMkLst>
          <pc:docMk/>
          <pc:sldMk cId="1670008094" sldId="1307"/>
        </pc:sldMkLst>
      </pc:sldChg>
      <pc:sldChg chg="addSp delSp modSp new mod">
        <pc:chgData name="Moreno Hidalgo, Ana Julia" userId="86045df5-2826-4e0a-a611-ac63bd869f36" providerId="ADAL" clId="{8A9577EC-938E-40A6-8C5F-F44CA8D3340E}" dt="2026-05-28T08:13:42.898" v="520" actId="1076"/>
        <pc:sldMkLst>
          <pc:docMk/>
          <pc:sldMk cId="1615486367" sldId="2147482810"/>
        </pc:sldMkLst>
        <pc:spChg chg="mod">
          <ac:chgData name="Moreno Hidalgo, Ana Julia" userId="86045df5-2826-4e0a-a611-ac63bd869f36" providerId="ADAL" clId="{8A9577EC-938E-40A6-8C5F-F44CA8D3340E}" dt="2026-05-28T08:12:18.842" v="511" actId="20577"/>
          <ac:spMkLst>
            <pc:docMk/>
            <pc:sldMk cId="1615486367" sldId="2147482810"/>
            <ac:spMk id="2" creationId="{81003AFE-9C00-A1D8-1C4B-54CCFD7A6485}"/>
          </ac:spMkLst>
        </pc:spChg>
        <pc:spChg chg="add mod">
          <ac:chgData name="Moreno Hidalgo, Ana Julia" userId="86045df5-2826-4e0a-a611-ac63bd869f36" providerId="ADAL" clId="{8A9577EC-938E-40A6-8C5F-F44CA8D3340E}" dt="2026-05-28T08:12:43.403" v="515" actId="14100"/>
          <ac:spMkLst>
            <pc:docMk/>
            <pc:sldMk cId="1615486367" sldId="2147482810"/>
            <ac:spMk id="10" creationId="{825FCDF3-BA4E-2BD2-50E3-D96CF7EF5C6F}"/>
          </ac:spMkLst>
        </pc:spChg>
        <pc:picChg chg="add mod ord modCrop">
          <ac:chgData name="Moreno Hidalgo, Ana Julia" userId="86045df5-2826-4e0a-a611-ac63bd869f36" providerId="ADAL" clId="{8A9577EC-938E-40A6-8C5F-F44CA8D3340E}" dt="2026-05-28T08:13:42.898" v="520" actId="1076"/>
          <ac:picMkLst>
            <pc:docMk/>
            <pc:sldMk cId="1615486367" sldId="2147482810"/>
            <ac:picMk id="8" creationId="{FF4D2A67-DDC5-9419-60D9-CC5876813892}"/>
          </ac:picMkLst>
        </pc:picChg>
      </pc:sldChg>
      <pc:sldChg chg="addSp delSp modSp new del mod modNotesTx">
        <pc:chgData name="Moreno Hidalgo, Ana Julia" userId="86045df5-2826-4e0a-a611-ac63bd869f36" providerId="ADAL" clId="{8A9577EC-938E-40A6-8C5F-F44CA8D3340E}" dt="2026-06-08T14:15:19.121" v="937" actId="47"/>
        <pc:sldMkLst>
          <pc:docMk/>
          <pc:sldMk cId="2123876337" sldId="2147482811"/>
        </pc:sldMkLst>
      </pc:sldChg>
      <pc:sldChg chg="addSp delSp modSp new mod">
        <pc:chgData name="Moreno Hidalgo, Ana Julia" userId="86045df5-2826-4e0a-a611-ac63bd869f36" providerId="ADAL" clId="{8A9577EC-938E-40A6-8C5F-F44CA8D3340E}" dt="2026-05-28T08:02:08.424" v="399" actId="962"/>
        <pc:sldMkLst>
          <pc:docMk/>
          <pc:sldMk cId="3773460875" sldId="2147482813"/>
        </pc:sldMkLst>
        <pc:spChg chg="mod">
          <ac:chgData name="Moreno Hidalgo, Ana Julia" userId="86045df5-2826-4e0a-a611-ac63bd869f36" providerId="ADAL" clId="{8A9577EC-938E-40A6-8C5F-F44CA8D3340E}" dt="2026-05-28T07:59:36.130" v="315" actId="20577"/>
          <ac:spMkLst>
            <pc:docMk/>
            <pc:sldMk cId="3773460875" sldId="2147482813"/>
            <ac:spMk id="2" creationId="{A8D04D31-D445-1DCB-67D9-A9B5795F6BAC}"/>
          </ac:spMkLst>
        </pc:spChg>
        <pc:spChg chg="mod">
          <ac:chgData name="Moreno Hidalgo, Ana Julia" userId="86045df5-2826-4e0a-a611-ac63bd869f36" providerId="ADAL" clId="{8A9577EC-938E-40A6-8C5F-F44CA8D3340E}" dt="2026-05-28T07:56:40.244" v="184" actId="122"/>
          <ac:spMkLst>
            <pc:docMk/>
            <pc:sldMk cId="3773460875" sldId="2147482813"/>
            <ac:spMk id="4" creationId="{8A8EDB1E-A9C5-85B9-B1D2-5C564A108B35}"/>
          </ac:spMkLst>
        </pc:spChg>
        <pc:spChg chg="mod">
          <ac:chgData name="Moreno Hidalgo, Ana Julia" userId="86045df5-2826-4e0a-a611-ac63bd869f36" providerId="ADAL" clId="{8A9577EC-938E-40A6-8C5F-F44CA8D3340E}" dt="2026-05-28T07:58:49.427" v="273" actId="14100"/>
          <ac:spMkLst>
            <pc:docMk/>
            <pc:sldMk cId="3773460875" sldId="2147482813"/>
            <ac:spMk id="5" creationId="{1C831ACD-6BAD-44D0-8C4D-35C1FF204699}"/>
          </ac:spMkLst>
        </pc:spChg>
        <pc:picChg chg="add mod ord">
          <ac:chgData name="Moreno Hidalgo, Ana Julia" userId="86045df5-2826-4e0a-a611-ac63bd869f36" providerId="ADAL" clId="{8A9577EC-938E-40A6-8C5F-F44CA8D3340E}" dt="2026-05-28T08:02:08.424" v="399" actId="962"/>
          <ac:picMkLst>
            <pc:docMk/>
            <pc:sldMk cId="3773460875" sldId="2147482813"/>
            <ac:picMk id="7" creationId="{204E2E62-2717-910E-D34E-72276A559863}"/>
          </ac:picMkLst>
        </pc:picChg>
      </pc:sldChg>
      <pc:sldChg chg="modSp add mod ord">
        <pc:chgData name="Moreno Hidalgo, Ana Julia" userId="86045df5-2826-4e0a-a611-ac63bd869f36" providerId="ADAL" clId="{8A9577EC-938E-40A6-8C5F-F44CA8D3340E}" dt="2026-06-02T08:47:06.530" v="927" actId="20577"/>
        <pc:sldMkLst>
          <pc:docMk/>
          <pc:sldMk cId="2689497488" sldId="2147482814"/>
        </pc:sldMkLst>
        <pc:spChg chg="mod">
          <ac:chgData name="Moreno Hidalgo, Ana Julia" userId="86045df5-2826-4e0a-a611-ac63bd869f36" providerId="ADAL" clId="{8A9577EC-938E-40A6-8C5F-F44CA8D3340E}" dt="2026-06-02T08:47:06.530" v="927" actId="20577"/>
          <ac:spMkLst>
            <pc:docMk/>
            <pc:sldMk cId="2689497488" sldId="2147482814"/>
            <ac:spMk id="3" creationId="{4CFC34A2-E0BF-9407-5849-2CDD48E6051A}"/>
          </ac:spMkLst>
        </pc:spChg>
      </pc:sldChg>
      <pc:sldChg chg="add">
        <pc:chgData name="Moreno Hidalgo, Ana Julia" userId="86045df5-2826-4e0a-a611-ac63bd869f36" providerId="ADAL" clId="{8A9577EC-938E-40A6-8C5F-F44CA8D3340E}" dt="2026-06-08T14:15:16.265" v="936"/>
        <pc:sldMkLst>
          <pc:docMk/>
          <pc:sldMk cId="3297584790" sldId="2147482815"/>
        </pc:sldMkLst>
      </pc:sldChg>
      <pc:sldMasterChg chg="delSldLayout">
        <pc:chgData name="Moreno Hidalgo, Ana Julia" userId="86045df5-2826-4e0a-a611-ac63bd869f36" providerId="ADAL" clId="{8A9577EC-938E-40A6-8C5F-F44CA8D3340E}" dt="2026-05-27T19:34:14.710" v="138" actId="47"/>
        <pc:sldMasterMkLst>
          <pc:docMk/>
          <pc:sldMasterMk cId="3965110603" sldId="2147483648"/>
        </pc:sldMasterMkLst>
      </pc:sldMasterChg>
    </pc:docChg>
  </pc:docChgLst>
  <pc:docChgLst>
    <pc:chgData name="Kerkmeijer, Sabine" userId="da67f59c-a5e7-4a03-b6ac-05ba48f259ea" providerId="ADAL" clId="{2218498C-578E-4B00-8159-84408F2402AB}"/>
    <pc:docChg chg="modSld">
      <pc:chgData name="Kerkmeijer, Sabine" userId="da67f59c-a5e7-4a03-b6ac-05ba48f259ea" providerId="ADAL" clId="{2218498C-578E-4B00-8159-84408F2402AB}" dt="2026-06-08T14:12:46.004" v="389" actId="6549"/>
      <pc:docMkLst>
        <pc:docMk/>
      </pc:docMkLst>
      <pc:sldChg chg="modNotesTx">
        <pc:chgData name="Kerkmeijer, Sabine" userId="da67f59c-a5e7-4a03-b6ac-05ba48f259ea" providerId="ADAL" clId="{2218498C-578E-4B00-8159-84408F2402AB}" dt="2026-06-08T09:36:12.280" v="0" actId="6549"/>
        <pc:sldMkLst>
          <pc:docMk/>
          <pc:sldMk cId="3976433649" sldId="257"/>
        </pc:sldMkLst>
      </pc:sldChg>
      <pc:sldChg chg="modSp mod modNotesTx">
        <pc:chgData name="Kerkmeijer, Sabine" userId="da67f59c-a5e7-4a03-b6ac-05ba48f259ea" providerId="ADAL" clId="{2218498C-578E-4B00-8159-84408F2402AB}" dt="2026-06-08T09:37:50.146" v="202" actId="20577"/>
        <pc:sldMkLst>
          <pc:docMk/>
          <pc:sldMk cId="2963097791" sldId="258"/>
        </pc:sldMkLst>
        <pc:spChg chg="mod">
          <ac:chgData name="Kerkmeijer, Sabine" userId="da67f59c-a5e7-4a03-b6ac-05ba48f259ea" providerId="ADAL" clId="{2218498C-578E-4B00-8159-84408F2402AB}" dt="2026-06-08T09:37:50.146" v="202" actId="20577"/>
          <ac:spMkLst>
            <pc:docMk/>
            <pc:sldMk cId="2963097791" sldId="258"/>
            <ac:spMk id="3" creationId="{A130C9D9-85C6-7B85-3019-0D94DC55882E}"/>
          </ac:spMkLst>
        </pc:spChg>
      </pc:sldChg>
      <pc:sldChg chg="modNotesTx">
        <pc:chgData name="Kerkmeijer, Sabine" userId="da67f59c-a5e7-4a03-b6ac-05ba48f259ea" providerId="ADAL" clId="{2218498C-578E-4B00-8159-84408F2402AB}" dt="2026-06-08T09:42:20.203" v="272" actId="6549"/>
        <pc:sldMkLst>
          <pc:docMk/>
          <pc:sldMk cId="2376198354" sldId="299"/>
        </pc:sldMkLst>
      </pc:sldChg>
      <pc:sldChg chg="modNotesTx">
        <pc:chgData name="Kerkmeijer, Sabine" userId="da67f59c-a5e7-4a03-b6ac-05ba48f259ea" providerId="ADAL" clId="{2218498C-578E-4B00-8159-84408F2402AB}" dt="2026-06-08T09:38:24" v="203" actId="6549"/>
        <pc:sldMkLst>
          <pc:docMk/>
          <pc:sldMk cId="2077394287" sldId="364"/>
        </pc:sldMkLst>
      </pc:sldChg>
      <pc:sldChg chg="modNotesTx">
        <pc:chgData name="Kerkmeijer, Sabine" userId="da67f59c-a5e7-4a03-b6ac-05ba48f259ea" providerId="ADAL" clId="{2218498C-578E-4B00-8159-84408F2402AB}" dt="2026-06-08T09:41:20.079" v="267" actId="20577"/>
        <pc:sldMkLst>
          <pc:docMk/>
          <pc:sldMk cId="4239520132" sldId="375"/>
        </pc:sldMkLst>
      </pc:sldChg>
      <pc:sldChg chg="modNotesTx">
        <pc:chgData name="Kerkmeijer, Sabine" userId="da67f59c-a5e7-4a03-b6ac-05ba48f259ea" providerId="ADAL" clId="{2218498C-578E-4B00-8159-84408F2402AB}" dt="2026-06-08T09:39:40.938" v="211" actId="6549"/>
        <pc:sldMkLst>
          <pc:docMk/>
          <pc:sldMk cId="2150249486" sldId="409"/>
        </pc:sldMkLst>
      </pc:sldChg>
      <pc:sldChg chg="modNotesTx">
        <pc:chgData name="Kerkmeijer, Sabine" userId="da67f59c-a5e7-4a03-b6ac-05ba48f259ea" providerId="ADAL" clId="{2218498C-578E-4B00-8159-84408F2402AB}" dt="2026-06-08T14:12:46.004" v="389" actId="6549"/>
        <pc:sldMkLst>
          <pc:docMk/>
          <pc:sldMk cId="2520024176" sldId="410"/>
        </pc:sldMkLst>
      </pc:sldChg>
      <pc:sldChg chg="modSp mod modNotesTx">
        <pc:chgData name="Kerkmeijer, Sabine" userId="da67f59c-a5e7-4a03-b6ac-05ba48f259ea" providerId="ADAL" clId="{2218498C-578E-4B00-8159-84408F2402AB}" dt="2026-06-08T09:43:47.967" v="310" actId="20577"/>
        <pc:sldMkLst>
          <pc:docMk/>
          <pc:sldMk cId="1423345977" sldId="414"/>
        </pc:sldMkLst>
        <pc:spChg chg="mod">
          <ac:chgData name="Kerkmeijer, Sabine" userId="da67f59c-a5e7-4a03-b6ac-05ba48f259ea" providerId="ADAL" clId="{2218498C-578E-4B00-8159-84408F2402AB}" dt="2026-06-08T09:43:47.967" v="310" actId="20577"/>
          <ac:spMkLst>
            <pc:docMk/>
            <pc:sldMk cId="1423345977" sldId="414"/>
            <ac:spMk id="2" creationId="{FD07C066-2777-7122-1E40-C65C006F8D8C}"/>
          </ac:spMkLst>
        </pc:spChg>
      </pc:sldChg>
      <pc:sldChg chg="modNotesTx">
        <pc:chgData name="Kerkmeijer, Sabine" userId="da67f59c-a5e7-4a03-b6ac-05ba48f259ea" providerId="ADAL" clId="{2218498C-578E-4B00-8159-84408F2402AB}" dt="2026-06-08T09:44:22.480" v="341" actId="20577"/>
        <pc:sldMkLst>
          <pc:docMk/>
          <pc:sldMk cId="3811290944" sldId="415"/>
        </pc:sldMkLst>
      </pc:sldChg>
      <pc:sldChg chg="modSp mod">
        <pc:chgData name="Kerkmeijer, Sabine" userId="da67f59c-a5e7-4a03-b6ac-05ba48f259ea" providerId="ADAL" clId="{2218498C-578E-4B00-8159-84408F2402AB}" dt="2026-06-08T09:44:50.809" v="366" actId="20577"/>
        <pc:sldMkLst>
          <pc:docMk/>
          <pc:sldMk cId="2496695933" sldId="416"/>
        </pc:sldMkLst>
        <pc:spChg chg="mod">
          <ac:chgData name="Kerkmeijer, Sabine" userId="da67f59c-a5e7-4a03-b6ac-05ba48f259ea" providerId="ADAL" clId="{2218498C-578E-4B00-8159-84408F2402AB}" dt="2026-06-08T09:44:38.232" v="355" actId="20577"/>
          <ac:spMkLst>
            <pc:docMk/>
            <pc:sldMk cId="2496695933" sldId="416"/>
            <ac:spMk id="2" creationId="{B0F423D2-84BF-1690-04B7-D87562EE6C3D}"/>
          </ac:spMkLst>
        </pc:spChg>
        <pc:spChg chg="mod">
          <ac:chgData name="Kerkmeijer, Sabine" userId="da67f59c-a5e7-4a03-b6ac-05ba48f259ea" providerId="ADAL" clId="{2218498C-578E-4B00-8159-84408F2402AB}" dt="2026-06-08T09:44:50.809" v="366" actId="20577"/>
          <ac:spMkLst>
            <pc:docMk/>
            <pc:sldMk cId="2496695933" sldId="416"/>
            <ac:spMk id="3" creationId="{A9D78B01-D7F8-87DB-10F2-BC6929348357}"/>
          </ac:spMkLst>
        </pc:spChg>
      </pc:sldChg>
      <pc:sldChg chg="modSp mod modNotesTx">
        <pc:chgData name="Kerkmeijer, Sabine" userId="da67f59c-a5e7-4a03-b6ac-05ba48f259ea" providerId="ADAL" clId="{2218498C-578E-4B00-8159-84408F2402AB}" dt="2026-06-08T09:45:37.537" v="369" actId="6549"/>
        <pc:sldMkLst>
          <pc:docMk/>
          <pc:sldMk cId="2444195380" sldId="422"/>
        </pc:sldMkLst>
        <pc:spChg chg="mod">
          <ac:chgData name="Kerkmeijer, Sabine" userId="da67f59c-a5e7-4a03-b6ac-05ba48f259ea" providerId="ADAL" clId="{2218498C-578E-4B00-8159-84408F2402AB}" dt="2026-06-08T09:45:21.001" v="367" actId="6549"/>
          <ac:spMkLst>
            <pc:docMk/>
            <pc:sldMk cId="2444195380" sldId="422"/>
            <ac:spMk id="3" creationId="{082168CF-6B59-22F2-6A53-BC536F9DD823}"/>
          </ac:spMkLst>
        </pc:spChg>
      </pc:sldChg>
      <pc:sldChg chg="modSp mod">
        <pc:chgData name="Kerkmeijer, Sabine" userId="da67f59c-a5e7-4a03-b6ac-05ba48f259ea" providerId="ADAL" clId="{2218498C-578E-4B00-8159-84408F2402AB}" dt="2026-06-08T09:46:05.532" v="388" actId="20577"/>
        <pc:sldMkLst>
          <pc:docMk/>
          <pc:sldMk cId="2719996046" sldId="424"/>
        </pc:sldMkLst>
        <pc:spChg chg="mod">
          <ac:chgData name="Kerkmeijer, Sabine" userId="da67f59c-a5e7-4a03-b6ac-05ba48f259ea" providerId="ADAL" clId="{2218498C-578E-4B00-8159-84408F2402AB}" dt="2026-06-08T09:46:05.532" v="388" actId="20577"/>
          <ac:spMkLst>
            <pc:docMk/>
            <pc:sldMk cId="2719996046" sldId="424"/>
            <ac:spMk id="2" creationId="{0D7A4A5D-49A1-97BE-4833-80BB8541674B}"/>
          </ac:spMkLst>
        </pc:spChg>
        <pc:spChg chg="mod">
          <ac:chgData name="Kerkmeijer, Sabine" userId="da67f59c-a5e7-4a03-b6ac-05ba48f259ea" providerId="ADAL" clId="{2218498C-578E-4B00-8159-84408F2402AB}" dt="2026-06-08T09:45:50.302" v="370" actId="6549"/>
          <ac:spMkLst>
            <pc:docMk/>
            <pc:sldMk cId="2719996046" sldId="424"/>
            <ac:spMk id="3" creationId="{94CE15B9-3DF5-1B41-F847-E7E785B3D2F1}"/>
          </ac:spMkLst>
        </pc:spChg>
      </pc:sldChg>
      <pc:sldChg chg="modNotesTx">
        <pc:chgData name="Kerkmeijer, Sabine" userId="da67f59c-a5e7-4a03-b6ac-05ba48f259ea" providerId="ADAL" clId="{2218498C-578E-4B00-8159-84408F2402AB}" dt="2026-06-08T09:42:52.731" v="273" actId="6549"/>
        <pc:sldMkLst>
          <pc:docMk/>
          <pc:sldMk cId="931884911" sldId="1305"/>
        </pc:sldMkLst>
      </pc:sldChg>
      <pc:sldChg chg="modNotesTx">
        <pc:chgData name="Kerkmeijer, Sabine" userId="da67f59c-a5e7-4a03-b6ac-05ba48f259ea" providerId="ADAL" clId="{2218498C-578E-4B00-8159-84408F2402AB}" dt="2026-06-08T09:43:05.819" v="274" actId="6549"/>
        <pc:sldMkLst>
          <pc:docMk/>
          <pc:sldMk cId="1506255842" sldId="1306"/>
        </pc:sldMkLst>
      </pc:sldChg>
      <pc:sldChg chg="modNotesTx">
        <pc:chgData name="Kerkmeijer, Sabine" userId="da67f59c-a5e7-4a03-b6ac-05ba48f259ea" providerId="ADAL" clId="{2218498C-578E-4B00-8159-84408F2402AB}" dt="2026-06-08T09:42:10.043" v="271" actId="6549"/>
        <pc:sldMkLst>
          <pc:docMk/>
          <pc:sldMk cId="2123876337" sldId="2147482811"/>
        </pc:sldMkLst>
      </pc:sldChg>
      <pc:sldChg chg="modSp mod">
        <pc:chgData name="Kerkmeijer, Sabine" userId="da67f59c-a5e7-4a03-b6ac-05ba48f259ea" providerId="ADAL" clId="{2218498C-578E-4B00-8159-84408F2402AB}" dt="2026-06-08T09:38:59.748" v="210" actId="20577"/>
        <pc:sldMkLst>
          <pc:docMk/>
          <pc:sldMk cId="3773460875" sldId="2147482813"/>
        </pc:sldMkLst>
        <pc:spChg chg="mod">
          <ac:chgData name="Kerkmeijer, Sabine" userId="da67f59c-a5e7-4a03-b6ac-05ba48f259ea" providerId="ADAL" clId="{2218498C-578E-4B00-8159-84408F2402AB}" dt="2026-06-08T09:38:59.748" v="210" actId="20577"/>
          <ac:spMkLst>
            <pc:docMk/>
            <pc:sldMk cId="3773460875" sldId="2147482813"/>
            <ac:spMk id="2" creationId="{A8D04D31-D445-1DCB-67D9-A9B5795F6BA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891AE4BC-C27D-4718-BE02-13E663D39A88}" type="datetimeFigureOut">
              <a:rPr lang="nl-NL" smtClean="0"/>
              <a:t>8-6-2026</a:t>
            </a:fld>
            <a:endParaRPr lang="nl-NL"/>
          </a:p>
        </p:txBody>
      </p:sp>
      <p:sp>
        <p:nvSpPr>
          <p:cNvPr id="4" name="Tijdelijke aanduiding voor dia-afbeelding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945DCDBF-DF07-42E1-A6C5-1ACF461A284A}" type="slidenum">
              <a:rPr lang="nl-NL" smtClean="0"/>
              <a:t>‹#›</a:t>
            </a:fld>
            <a:endParaRPr lang="nl-NL"/>
          </a:p>
        </p:txBody>
      </p:sp>
    </p:spTree>
    <p:extLst>
      <p:ext uri="{BB962C8B-B14F-4D97-AF65-F5344CB8AC3E}">
        <p14:creationId xmlns:p14="http://schemas.microsoft.com/office/powerpoint/2010/main" val="278655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nos.nl/artikel/2368311-klein-experiment-met-poststemmen-in-den-haag"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youtube.com/shorts/jFJd2EYC8XY"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a:t>
            </a:fld>
            <a:endParaRPr lang="nl-NL"/>
          </a:p>
        </p:txBody>
      </p:sp>
    </p:spTree>
    <p:extLst>
      <p:ext uri="{BB962C8B-B14F-4D97-AF65-F5344CB8AC3E}">
        <p14:creationId xmlns:p14="http://schemas.microsoft.com/office/powerpoint/2010/main" val="730940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a:t>
            </a:fld>
            <a:endParaRPr lang="nl-NL"/>
          </a:p>
        </p:txBody>
      </p:sp>
    </p:spTree>
    <p:extLst>
      <p:ext uri="{BB962C8B-B14F-4D97-AF65-F5344CB8AC3E}">
        <p14:creationId xmlns:p14="http://schemas.microsoft.com/office/powerpoint/2010/main" val="290370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Deel 1 is informatief: een ervaringsdeskundige aan het woord. </a:t>
            </a:r>
          </a:p>
          <a:p>
            <a:r>
              <a:rPr lang="nl-NL" sz="1200" b="0" i="0" kern="1200">
                <a:solidFill>
                  <a:schemeClr val="tx1"/>
                </a:solidFill>
                <a:effectLst/>
                <a:latin typeface="+mn-lt"/>
                <a:ea typeface="+mn-ea"/>
                <a:cs typeface="+mn-cs"/>
              </a:rPr>
              <a:t>De presentatie Introductie toegankelijkheid kan toegevoegd worden in dit deel. Deel 2 gaat in inclusief ontwerpen, tips &amp; tricks en een afsluiting. Geef aan hoe lang de sessie duurt en wanneer er eventueel pauze is.</a:t>
            </a:r>
            <a:endParaRPr lang="nl-NL" sz="1200" kern="1200">
              <a:solidFill>
                <a:schemeClr val="tx1"/>
              </a:solidFill>
              <a:effectLst/>
              <a:latin typeface="+mn-lt"/>
              <a:ea typeface="+mn-ea"/>
              <a:cs typeface="+mn-cs"/>
            </a:endParaRP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3</a:t>
            </a:fld>
            <a:endParaRPr lang="nl-NL"/>
          </a:p>
        </p:txBody>
      </p:sp>
    </p:spTree>
    <p:extLst>
      <p:ext uri="{BB962C8B-B14F-4D97-AF65-F5344CB8AC3E}">
        <p14:creationId xmlns:p14="http://schemas.microsoft.com/office/powerpoint/2010/main" val="247029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4</a:t>
            </a:fld>
            <a:endParaRPr lang="nl-NL"/>
          </a:p>
        </p:txBody>
      </p:sp>
    </p:spTree>
    <p:extLst>
      <p:ext uri="{BB962C8B-B14F-4D97-AF65-F5344CB8AC3E}">
        <p14:creationId xmlns:p14="http://schemas.microsoft.com/office/powerpoint/2010/main" val="6181363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lvl="0"/>
            <a:r>
              <a:rPr lang="nl-NL" sz="1200" kern="1200">
                <a:solidFill>
                  <a:schemeClr val="tx1"/>
                </a:solidFill>
                <a:effectLst/>
                <a:latin typeface="+mn-lt"/>
                <a:ea typeface="+mn-ea"/>
                <a:cs typeface="+mn-cs"/>
              </a:rPr>
              <a:t>Praktische demonstratie:</a:t>
            </a:r>
          </a:p>
          <a:p>
            <a:pPr lvl="1"/>
            <a:r>
              <a:rPr lang="nl-NL" sz="1200" b="1" kern="1200">
                <a:solidFill>
                  <a:schemeClr val="tx1"/>
                </a:solidFill>
                <a:effectLst/>
                <a:latin typeface="+mn-lt"/>
                <a:ea typeface="+mn-ea"/>
                <a:cs typeface="+mn-cs"/>
              </a:rPr>
              <a:t>Indien mogelijk: </a:t>
            </a:r>
            <a:r>
              <a:rPr lang="nl-NL" sz="1200" kern="1200">
                <a:solidFill>
                  <a:schemeClr val="tx1"/>
                </a:solidFill>
                <a:effectLst/>
                <a:latin typeface="+mn-lt"/>
                <a:ea typeface="+mn-ea"/>
                <a:cs typeface="+mn-cs"/>
              </a:rPr>
              <a:t>live demo met ervaringsdeskundige</a:t>
            </a:r>
          </a:p>
          <a:p>
            <a:pPr lvl="1"/>
            <a:r>
              <a:rPr lang="nl-NL" sz="1200" kern="1200">
                <a:solidFill>
                  <a:schemeClr val="tx1"/>
                </a:solidFill>
                <a:effectLst/>
                <a:latin typeface="+mn-lt"/>
                <a:ea typeface="+mn-ea"/>
                <a:cs typeface="+mn-cs"/>
              </a:rPr>
              <a:t>Laat iemand met een beperking laten zien hoe zij het web gebruiken</a:t>
            </a:r>
          </a:p>
          <a:p>
            <a:pPr lvl="1"/>
            <a:r>
              <a:rPr lang="nl-NL" sz="1200" b="1" kern="1200">
                <a:solidFill>
                  <a:schemeClr val="tx1"/>
                </a:solidFill>
                <a:effectLst/>
                <a:latin typeface="+mn-lt"/>
                <a:ea typeface="+mn-ea"/>
                <a:cs typeface="+mn-cs"/>
              </a:rPr>
              <a:t>Of: </a:t>
            </a:r>
            <a:r>
              <a:rPr lang="nl-NL" sz="1200" kern="1200">
                <a:solidFill>
                  <a:schemeClr val="tx1"/>
                </a:solidFill>
                <a:effectLst/>
                <a:latin typeface="+mn-lt"/>
                <a:ea typeface="+mn-ea"/>
                <a:cs typeface="+mn-cs"/>
              </a:rPr>
              <a:t>zelf demonstreren met hulpmiddelen (screenreader, toetsenbord, contrast-tools)</a:t>
            </a:r>
          </a:p>
          <a:p>
            <a:pPr lvl="0"/>
            <a:endParaRPr lang="nl-NL" sz="1200" kern="1200">
              <a:solidFill>
                <a:schemeClr val="tx1"/>
              </a:solidFill>
              <a:effectLst/>
              <a:latin typeface="+mn-lt"/>
              <a:ea typeface="+mn-ea"/>
              <a:cs typeface="+mn-cs"/>
            </a:endParaRPr>
          </a:p>
          <a:p>
            <a:pPr lvl="0"/>
            <a:r>
              <a:rPr lang="nl-NL" sz="1200" kern="1200">
                <a:solidFill>
                  <a:schemeClr val="tx1"/>
                </a:solidFill>
                <a:effectLst/>
                <a:latin typeface="+mn-lt"/>
                <a:ea typeface="+mn-ea"/>
                <a:cs typeface="+mn-cs"/>
              </a:rPr>
              <a:t>Mogelijke demo's:</a:t>
            </a:r>
          </a:p>
          <a:p>
            <a:pPr lvl="1"/>
            <a:r>
              <a:rPr lang="nl-NL" sz="1200" kern="1200">
                <a:solidFill>
                  <a:schemeClr val="tx1"/>
                </a:solidFill>
                <a:effectLst/>
                <a:latin typeface="+mn-lt"/>
                <a:ea typeface="+mn-ea"/>
                <a:cs typeface="+mn-cs"/>
              </a:rPr>
              <a:t>Navigeren met alleen toetsenbord</a:t>
            </a:r>
          </a:p>
          <a:p>
            <a:pPr lvl="1"/>
            <a:r>
              <a:rPr lang="nl-NL" sz="1200" kern="1200">
                <a:solidFill>
                  <a:schemeClr val="tx1"/>
                </a:solidFill>
                <a:effectLst/>
                <a:latin typeface="+mn-lt"/>
                <a:ea typeface="+mn-ea"/>
                <a:cs typeface="+mn-cs"/>
              </a:rPr>
              <a:t>Website gebruiken met screenreader</a:t>
            </a:r>
          </a:p>
          <a:p>
            <a:pPr lvl="1"/>
            <a:r>
              <a:rPr lang="nl-NL" sz="1200" kern="1200">
                <a:solidFill>
                  <a:schemeClr val="tx1"/>
                </a:solidFill>
                <a:effectLst/>
                <a:latin typeface="+mn-lt"/>
                <a:ea typeface="+mn-ea"/>
                <a:cs typeface="+mn-cs"/>
              </a:rPr>
              <a:t>Website bekijken met kleurenblindheidsimulatie</a:t>
            </a:r>
          </a:p>
          <a:p>
            <a:pPr lvl="1"/>
            <a:r>
              <a:rPr lang="nl-NL" sz="1200" kern="1200">
                <a:solidFill>
                  <a:schemeClr val="tx1"/>
                </a:solidFill>
                <a:effectLst/>
                <a:latin typeface="+mn-lt"/>
                <a:ea typeface="+mn-ea"/>
                <a:cs typeface="+mn-cs"/>
              </a:rPr>
              <a:t>Contrast-probleem demonstreren</a:t>
            </a:r>
          </a:p>
          <a:p>
            <a:pPr lvl="0"/>
            <a:r>
              <a:rPr lang="nl-NL" sz="1200" kern="1200">
                <a:solidFill>
                  <a:schemeClr val="tx1"/>
                </a:solidFill>
                <a:effectLst/>
                <a:latin typeface="+mn-lt"/>
                <a:ea typeface="+mn-ea"/>
                <a:cs typeface="+mn-cs"/>
              </a:rPr>
              <a:t>Impactvol: Praktische demonstratie maakt het concreet en tastbaar</a:t>
            </a:r>
          </a:p>
          <a:p>
            <a:pPr lvl="0"/>
            <a:endParaRPr lang="nl-NL" sz="1200" kern="1200">
              <a:solidFill>
                <a:schemeClr val="tx1"/>
              </a:solidFill>
              <a:effectLst/>
              <a:latin typeface="+mn-lt"/>
              <a:ea typeface="+mn-ea"/>
              <a:cs typeface="+mn-cs"/>
            </a:endParaRPr>
          </a:p>
          <a:p>
            <a:pPr lvl="0"/>
            <a:r>
              <a:rPr lang="nl-NL" sz="1200" b="1" kern="1200">
                <a:solidFill>
                  <a:schemeClr val="tx1"/>
                </a:solidFill>
                <a:effectLst/>
                <a:latin typeface="+mn-lt"/>
                <a:ea typeface="+mn-ea"/>
                <a:cs typeface="+mn-cs"/>
              </a:rPr>
              <a:t>Vul in:</a:t>
            </a:r>
            <a:r>
              <a:rPr lang="nl-NL" sz="1200" b="0" kern="1200">
                <a:solidFill>
                  <a:schemeClr val="tx1"/>
                </a:solidFill>
                <a:effectLst/>
                <a:latin typeface="+mn-lt"/>
                <a:ea typeface="+mn-ea"/>
                <a:cs typeface="+mn-cs"/>
              </a:rPr>
              <a:t> Naam en achtergrond van de ervaringsdeskundige indien aanwezig</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5</a:t>
            </a:fld>
            <a:endParaRPr lang="nl-NL"/>
          </a:p>
        </p:txBody>
      </p:sp>
    </p:spTree>
    <p:extLst>
      <p:ext uri="{BB962C8B-B14F-4D97-AF65-F5344CB8AC3E}">
        <p14:creationId xmlns:p14="http://schemas.microsoft.com/office/powerpoint/2010/main" val="1821476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Het </a:t>
            </a:r>
            <a:r>
              <a:rPr lang="nl-NL" b="1"/>
              <a:t>sociale model</a:t>
            </a:r>
            <a:r>
              <a:rPr lang="nl-NL"/>
              <a:t> en het </a:t>
            </a:r>
            <a:r>
              <a:rPr lang="nl-NL" b="1"/>
              <a:t>medische model</a:t>
            </a:r>
            <a:r>
              <a:rPr lang="nl-NL"/>
              <a:t> zijn twee verschillende manieren om naar </a:t>
            </a:r>
            <a:r>
              <a:rPr lang="nl-NL" b="1"/>
              <a:t>beperking</a:t>
            </a:r>
            <a:r>
              <a:rPr lang="nl-NL"/>
              <a:t> of </a:t>
            </a:r>
            <a:r>
              <a:rPr lang="nl-NL" b="1"/>
              <a:t>gezondheid</a:t>
            </a:r>
            <a:r>
              <a:rPr lang="nl-NL"/>
              <a:t> te kijken. </a:t>
            </a:r>
          </a:p>
          <a:p>
            <a:endParaRPr lang="nl-NL"/>
          </a:p>
          <a:p>
            <a:r>
              <a:rPr lang="nl-NL" b="1"/>
              <a:t>Het Medische Model</a:t>
            </a:r>
          </a:p>
          <a:p>
            <a:r>
              <a:rPr lang="nl-NL" b="1"/>
              <a:t>Kernidee:</a:t>
            </a:r>
            <a:r>
              <a:rPr lang="nl-NL"/>
              <a:t> De beperking of aandoening zit in het lichaam van de persoon zelf, en het probleem moet medisch of therapeutisch worden opgelost.</a:t>
            </a:r>
          </a:p>
          <a:p>
            <a:pPr>
              <a:buFont typeface="Arial" panose="020B0604020202020204" pitchFamily="34" charset="0"/>
              <a:buChar char="•"/>
            </a:pPr>
            <a:r>
              <a:rPr lang="nl-NL" b="1"/>
              <a:t>Focus:</a:t>
            </a:r>
            <a:r>
              <a:rPr lang="nl-NL"/>
              <a:t> Diagnose, behandeling, genezing.</a:t>
            </a:r>
          </a:p>
          <a:p>
            <a:pPr>
              <a:buFont typeface="Arial" panose="020B0604020202020204" pitchFamily="34" charset="0"/>
              <a:buChar char="•"/>
            </a:pPr>
            <a:r>
              <a:rPr lang="nl-NL" b="1"/>
              <a:t>Voorbeeld:</a:t>
            </a:r>
            <a:r>
              <a:rPr lang="nl-NL"/>
              <a:t> Iemand die niet kan lopen heeft een probleem met zijn benen; een arts of therapeut moet dit behandelen.</a:t>
            </a:r>
          </a:p>
          <a:p>
            <a:pPr>
              <a:buFont typeface="Arial" panose="020B0604020202020204" pitchFamily="34" charset="0"/>
              <a:buChar char="•"/>
            </a:pPr>
            <a:r>
              <a:rPr lang="nl-NL" b="1"/>
              <a:t>Doel:</a:t>
            </a:r>
            <a:r>
              <a:rPr lang="nl-NL"/>
              <a:t> Herstellen of compenseren van de "defecten" in het lichaam.</a:t>
            </a:r>
          </a:p>
          <a:p>
            <a:pPr>
              <a:buFont typeface="Arial" panose="020B0604020202020204" pitchFamily="34" charset="0"/>
              <a:buChar char="•"/>
            </a:pPr>
            <a:r>
              <a:rPr lang="nl-NL" b="1"/>
              <a:t>Kritiek:</a:t>
            </a:r>
            <a:r>
              <a:rPr lang="nl-NL"/>
              <a:t> Kan mensen reduceren tot hun aandoening. Minder aandacht voor omgeving, participatie en persoonlijke beleving.</a:t>
            </a:r>
          </a:p>
          <a:p>
            <a:endParaRPr lang="nl-NL" b="1"/>
          </a:p>
          <a:p>
            <a:r>
              <a:rPr lang="nl-NL" b="1"/>
              <a:t>Het Sociale Model</a:t>
            </a:r>
          </a:p>
          <a:p>
            <a:r>
              <a:rPr lang="nl-NL" b="1"/>
              <a:t>Kernidee:</a:t>
            </a:r>
            <a:r>
              <a:rPr lang="nl-NL"/>
              <a:t> De beperking zit niet (alleen) in het lichaam, maar in de manier waarop de maatschappij is ingericht.</a:t>
            </a:r>
          </a:p>
          <a:p>
            <a:pPr>
              <a:buFont typeface="Arial" panose="020B0604020202020204" pitchFamily="34" charset="0"/>
              <a:buChar char="•"/>
            </a:pPr>
            <a:r>
              <a:rPr lang="nl-NL" b="1"/>
              <a:t>Focus:</a:t>
            </a:r>
            <a:r>
              <a:rPr lang="nl-NL"/>
              <a:t> Drempels in de omgeving, houding van anderen, gebrek aan toegankelijkheid.</a:t>
            </a:r>
          </a:p>
          <a:p>
            <a:pPr>
              <a:buFont typeface="Arial" panose="020B0604020202020204" pitchFamily="34" charset="0"/>
              <a:buChar char="•"/>
            </a:pPr>
            <a:r>
              <a:rPr lang="nl-NL" b="1"/>
              <a:t>Voorbeeld:</a:t>
            </a:r>
            <a:r>
              <a:rPr lang="nl-NL"/>
              <a:t> Iemand in een rolstoel is niet beperkt door zijn benen, maar door gebouwen zonder lift of rolstoeltoegang.</a:t>
            </a:r>
          </a:p>
          <a:p>
            <a:pPr>
              <a:buFont typeface="Arial" panose="020B0604020202020204" pitchFamily="34" charset="0"/>
              <a:buChar char="•"/>
            </a:pPr>
            <a:r>
              <a:rPr lang="nl-NL" b="1"/>
              <a:t>Doel:</a:t>
            </a:r>
            <a:r>
              <a:rPr lang="nl-NL"/>
              <a:t> Drempels wegnemen, samenleving inclusief maken.</a:t>
            </a:r>
          </a:p>
          <a:p>
            <a:pPr>
              <a:buFont typeface="Arial" panose="020B0604020202020204" pitchFamily="34" charset="0"/>
              <a:buChar char="•"/>
            </a:pPr>
            <a:r>
              <a:rPr lang="nl-NL" b="1"/>
              <a:t>Kritiek:</a:t>
            </a:r>
            <a:r>
              <a:rPr lang="nl-NL"/>
              <a:t> Kan de medische kant van beperkingen soms te veel negeren.</a:t>
            </a:r>
          </a:p>
          <a:p>
            <a:pPr marL="0" marR="0" lvl="0" indent="0" defTabSz="914400" eaLnBrk="1" fontAlgn="auto" latinLnBrk="0" hangingPunct="1">
              <a:lnSpc>
                <a:spcPct val="100000"/>
              </a:lnSpc>
              <a:spcBef>
                <a:spcPts val="0"/>
              </a:spcBef>
              <a:spcAft>
                <a:spcPts val="0"/>
              </a:spcAft>
              <a:buClrTx/>
              <a:buSzTx/>
              <a:buFontTx/>
              <a:buNone/>
              <a:tabLst/>
              <a:defRPr/>
            </a:pPr>
            <a:endParaRPr lang="nl-NL" sz="1200"/>
          </a:p>
          <a:p>
            <a:endParaRPr lang="nl-NL"/>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6</a:t>
            </a:fld>
            <a:endParaRPr lang="nl-NL"/>
          </a:p>
        </p:txBody>
      </p:sp>
    </p:spTree>
    <p:extLst>
      <p:ext uri="{BB962C8B-B14F-4D97-AF65-F5344CB8AC3E}">
        <p14:creationId xmlns:p14="http://schemas.microsoft.com/office/powerpoint/2010/main" val="1551927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deelnemers laten zien dat inclusief ontwerpen geen alles-of-niets begrip is, maar een spectrum. Veel ontwerpen bevinden zich daarop, vaak onbewust.</a:t>
            </a:r>
          </a:p>
          <a:p>
            <a:r>
              <a:rPr lang="nl-NL" sz="1200" b="1" i="0" kern="1200">
                <a:solidFill>
                  <a:schemeClr val="tx1"/>
                </a:solidFill>
                <a:effectLst/>
                <a:latin typeface="+mn-lt"/>
                <a:ea typeface="+mn-ea"/>
                <a:cs typeface="+mn-cs"/>
              </a:rPr>
              <a:t>Exclusie</a:t>
            </a:r>
            <a:r>
              <a:rPr lang="nl-NL" sz="1200" b="0" i="0" kern="1200">
                <a:solidFill>
                  <a:schemeClr val="tx1"/>
                </a:solidFill>
                <a:effectLst/>
                <a:latin typeface="+mn-lt"/>
                <a:ea typeface="+mn-ea"/>
                <a:cs typeface="+mn-cs"/>
              </a:rPr>
              <a:t> betekent dat bepaalde mensen bewust of onbewust worden buitengesloten. Er is geen toegang, geen alternatief en geen rekening gehouden met hun bestaan als gebruiker. Voorbeeld: een website die alleen werkt met een muis, zonder enige toetsenbordondersteuning.</a:t>
            </a:r>
          </a:p>
          <a:p>
            <a:r>
              <a:rPr lang="nl-NL" sz="1200" b="1" i="0" kern="1200">
                <a:solidFill>
                  <a:schemeClr val="tx1"/>
                </a:solidFill>
                <a:effectLst/>
                <a:latin typeface="+mn-lt"/>
                <a:ea typeface="+mn-ea"/>
                <a:cs typeface="+mn-cs"/>
              </a:rPr>
              <a:t>Segregatie</a:t>
            </a:r>
            <a:r>
              <a:rPr lang="nl-NL" sz="1200" b="0" i="0" kern="1200">
                <a:solidFill>
                  <a:schemeClr val="tx1"/>
                </a:solidFill>
                <a:effectLst/>
                <a:latin typeface="+mn-lt"/>
                <a:ea typeface="+mn-ea"/>
                <a:cs typeface="+mn-cs"/>
              </a:rPr>
              <a:t> betekent dat er een aparte voorziening is voor mensen met een beperking. Het lijkt inclusief, maar bevestigt juist het verschil. Voorbeeld: een apart ingangetje aan de achterkant van een gebouw voor rolstoelgebruikers, terwijl iedereen anders via de hoofdingang naar binnen gaat.</a:t>
            </a:r>
          </a:p>
          <a:p>
            <a:r>
              <a:rPr lang="nl-NL" sz="1200" b="1" i="0" kern="1200">
                <a:solidFill>
                  <a:schemeClr val="tx1"/>
                </a:solidFill>
                <a:effectLst/>
                <a:latin typeface="+mn-lt"/>
                <a:ea typeface="+mn-ea"/>
                <a:cs typeface="+mn-cs"/>
              </a:rPr>
              <a:t>Integratie</a:t>
            </a:r>
            <a:r>
              <a:rPr lang="nl-NL" sz="1200" b="0" i="0" kern="1200">
                <a:solidFill>
                  <a:schemeClr val="tx1"/>
                </a:solidFill>
                <a:effectLst/>
                <a:latin typeface="+mn-lt"/>
                <a:ea typeface="+mn-ea"/>
                <a:cs typeface="+mn-cs"/>
              </a:rPr>
              <a:t> betekent dat mensen met een beperking meedoen in de reguliere omgeving, maar wel op de voorwaarden van de meerderheid. De omgeving past zich niet aan; de persoon moet zich aanpassen. Voorbeeld: een dove student mag gewoon college volgen, maar er zijn geen ondertitels of tolken beschikbaar.</a:t>
            </a:r>
          </a:p>
          <a:p>
            <a:r>
              <a:rPr lang="nl-NL" sz="1200" b="1" i="0" kern="1200">
                <a:solidFill>
                  <a:schemeClr val="tx1"/>
                </a:solidFill>
                <a:effectLst/>
                <a:latin typeface="+mn-lt"/>
                <a:ea typeface="+mn-ea"/>
                <a:cs typeface="+mn-cs"/>
              </a:rPr>
              <a:t>Inclusie</a:t>
            </a:r>
            <a:r>
              <a:rPr lang="nl-NL" sz="1200" b="0" i="0" kern="1200">
                <a:solidFill>
                  <a:schemeClr val="tx1"/>
                </a:solidFill>
                <a:effectLst/>
                <a:latin typeface="+mn-lt"/>
                <a:ea typeface="+mn-ea"/>
                <a:cs typeface="+mn-cs"/>
              </a:rPr>
              <a:t> betekent dat de omgeving zo is ontworpen dat iedereen op gelijke voet kan meedoen, zonder dat daar een aparte inspanning of aanpassing voor nodig is. Diversiteit is het uitgangspunt, niet de uitzondering. Voorbeeld: een website die standaard ondertitels, toetsenbordnavigatie en voldoende contrast biedt als standaard.</a:t>
            </a:r>
          </a:p>
          <a:p>
            <a:endParaRPr lang="nl-NL" sz="1200" b="0" i="0" kern="1200">
              <a:solidFill>
                <a:schemeClr val="tx1"/>
              </a:solidFill>
              <a:effectLst/>
              <a:latin typeface="+mn-lt"/>
              <a:ea typeface="+mn-ea"/>
              <a:cs typeface="+mn-cs"/>
            </a:endParaRP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7</a:t>
            </a:fld>
            <a:endParaRPr lang="nl-NL"/>
          </a:p>
        </p:txBody>
      </p:sp>
    </p:spTree>
    <p:extLst>
      <p:ext uri="{BB962C8B-B14F-4D97-AF65-F5344CB8AC3E}">
        <p14:creationId xmlns:p14="http://schemas.microsoft.com/office/powerpoint/2010/main" val="1067604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 cognitieve stap zetten van </a:t>
            </a:r>
            <a:r>
              <a:rPr lang="nl-NL" sz="1200" b="0" i="1" kern="1200">
                <a:solidFill>
                  <a:schemeClr val="tx1"/>
                </a:solidFill>
                <a:effectLst/>
                <a:latin typeface="+mn-lt"/>
                <a:ea typeface="+mn-ea"/>
                <a:cs typeface="+mn-cs"/>
              </a:rPr>
              <a:t>"inclusief ontwerpen is een goed idee"</a:t>
            </a:r>
            <a:r>
              <a:rPr lang="nl-NL" sz="1200" b="0" i="0" kern="1200">
                <a:solidFill>
                  <a:schemeClr val="tx1"/>
                </a:solidFill>
                <a:effectLst/>
                <a:latin typeface="+mn-lt"/>
                <a:ea typeface="+mn-ea"/>
                <a:cs typeface="+mn-cs"/>
              </a:rPr>
              <a:t> naar </a:t>
            </a:r>
            <a:r>
              <a:rPr lang="nl-NL" sz="1200" b="0" i="1" kern="1200">
                <a:solidFill>
                  <a:schemeClr val="tx1"/>
                </a:solidFill>
                <a:effectLst/>
                <a:latin typeface="+mn-lt"/>
                <a:ea typeface="+mn-ea"/>
                <a:cs typeface="+mn-cs"/>
              </a:rPr>
              <a:t>"inclusief ontwerpen vereist een bewuste keuze bij elk besluit."</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Het citaat is de spil van deze dia. Vraag dan: </a:t>
            </a:r>
            <a:r>
              <a:rPr lang="nl-NL" sz="1200" b="0" i="1" kern="1200">
                <a:solidFill>
                  <a:schemeClr val="tx1"/>
                </a:solidFill>
                <a:effectLst/>
                <a:latin typeface="+mn-lt"/>
                <a:ea typeface="+mn-ea"/>
                <a:cs typeface="+mn-cs"/>
              </a:rPr>
              <a:t>"Welke momenten in een ontwerpproces zijn er waarbij je bewust de keuze kunt maken om inclusiever te zijn?"</a:t>
            </a:r>
            <a:endParaRPr lang="nl-NL" sz="1200" b="0" i="0" kern="1200">
              <a:solidFill>
                <a:schemeClr val="tx1"/>
              </a:solidFill>
              <a:effectLst/>
              <a:latin typeface="+mn-lt"/>
              <a:ea typeface="+mn-ea"/>
              <a:cs typeface="+mn-cs"/>
            </a:endParaRP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8</a:t>
            </a:fld>
            <a:endParaRPr lang="nl-NL"/>
          </a:p>
        </p:txBody>
      </p:sp>
    </p:spTree>
    <p:extLst>
      <p:ext uri="{BB962C8B-B14F-4D97-AF65-F5344CB8AC3E}">
        <p14:creationId xmlns:p14="http://schemas.microsoft.com/office/powerpoint/2010/main" val="8326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a:solidFill>
                  <a:schemeClr val="tx1"/>
                </a:solidFill>
                <a:effectLst/>
                <a:latin typeface="+mn-lt"/>
                <a:ea typeface="+mn-ea"/>
                <a:cs typeface="+mn-cs"/>
              </a:rPr>
              <a:t>Kernboodschap: toegankelijkheid en gebruikerservaring zijn onlosmakelijk verbonden.</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Afbeeldingen van een “oplossing” die niet goed werkt</a:t>
            </a:r>
          </a:p>
          <a:p>
            <a:r>
              <a:rPr lang="nl-NL" sz="1200" b="1" i="0" kern="1200">
                <a:solidFill>
                  <a:schemeClr val="tx1"/>
                </a:solidFill>
                <a:effectLst/>
                <a:latin typeface="+mn-lt"/>
                <a:ea typeface="+mn-ea"/>
                <a:cs typeface="+mn-cs"/>
              </a:rPr>
              <a:t>Afbeelding 1 — Braillebord close-up:</a:t>
            </a:r>
            <a:r>
              <a:rPr lang="nl-NL" sz="1200" b="0" i="0" kern="1200">
                <a:solidFill>
                  <a:schemeClr val="tx1"/>
                </a:solidFill>
                <a:effectLst/>
                <a:latin typeface="+mn-lt"/>
                <a:ea typeface="+mn-ea"/>
                <a:cs typeface="+mn-cs"/>
              </a:rPr>
              <a:t> </a:t>
            </a:r>
            <a:r>
              <a:rPr lang="nl-NL"/>
              <a:t>Een braille-informatiebord met een beschrijving van een boom — op het eerste gezicht een prima toegankelijk ontwerp (op het eerste gezicht). </a:t>
            </a:r>
          </a:p>
          <a:p>
            <a:r>
              <a:rPr lang="nl-NL" sz="1200" b="1" i="0" kern="1200">
                <a:solidFill>
                  <a:schemeClr val="tx1"/>
                </a:solidFill>
                <a:effectLst/>
                <a:latin typeface="+mn-lt"/>
                <a:ea typeface="+mn-ea"/>
                <a:cs typeface="+mn-cs"/>
              </a:rPr>
              <a:t>Afbeelding 2 — Braillebord uitgezoomd:</a:t>
            </a:r>
            <a:r>
              <a:rPr lang="nl-NL" sz="1200" b="0" i="0" kern="1200">
                <a:solidFill>
                  <a:schemeClr val="tx1"/>
                </a:solidFill>
                <a:effectLst/>
                <a:latin typeface="+mn-lt"/>
                <a:ea typeface="+mn-ea"/>
                <a:cs typeface="+mn-cs"/>
              </a:rPr>
              <a:t> Staat midden in een veld, ver van het pad — een blinde bezoeker zou het nooit vinden.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a:solidFill>
                <a:schemeClr val="tx1"/>
              </a:solidFill>
              <a:effectLst/>
              <a:latin typeface="+mn-lt"/>
              <a:ea typeface="+mn-ea"/>
              <a:cs typeface="+mn-cs"/>
            </a:endParaRP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9</a:t>
            </a:fld>
            <a:endParaRPr lang="nl-NL"/>
          </a:p>
        </p:txBody>
      </p:sp>
    </p:spTree>
    <p:extLst>
      <p:ext uri="{BB962C8B-B14F-4D97-AF65-F5344CB8AC3E}">
        <p14:creationId xmlns:p14="http://schemas.microsoft.com/office/powerpoint/2010/main" val="15238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Bespreek de rollen die van belang zijn in een inclusief ontwerpproces.</a:t>
            </a:r>
          </a:p>
          <a:p>
            <a:endParaRPr lang="nl-NL"/>
          </a:p>
          <a:p>
            <a:r>
              <a:rPr lang="nl-NL"/>
              <a:t>De meeste producten en diensten zijn nog niet toegankelijk, bruikbaar, en begrijpelijk voor iedereen. Dat komt omdat in veel ontwerpprocessen nog niet de juiste mensen betrokken zijn. In een inclusief ontwerpproces zijn drie rollen essentieel: de opdrachtgever, de inhoudsdeskundige, en de ervaringsdeskundige.</a:t>
            </a:r>
          </a:p>
          <a:p>
            <a:endParaRPr lang="nl-NL"/>
          </a:p>
          <a:p>
            <a:r>
              <a:rPr lang="nl-NL"/>
              <a:t>De </a:t>
            </a:r>
            <a:r>
              <a:rPr lang="nl-NL" b="1"/>
              <a:t>opdrachtgever </a:t>
            </a:r>
            <a:r>
              <a:rPr lang="nl-NL"/>
              <a:t>geeft aan wat de behoefte en wensen van de organisatie zijn waarvoor jullie ontwerpen. Ze kennen het product of de dienst, kunnen aangeven wat mogelijk is, en kunnen aanpassingen doorvoeren. Zonder de opdrachtgever is er geen product of dienst om te ontwerpen.</a:t>
            </a:r>
          </a:p>
          <a:p>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De </a:t>
            </a:r>
            <a:r>
              <a:rPr lang="nl-NL" b="1"/>
              <a:t>inhoudsdeskundige</a:t>
            </a:r>
            <a:r>
              <a:rPr lang="nl-NL"/>
              <a:t> levert de expertise over toegankelijkheid en ontwerpen. Ze zijn bekend met de toegankelijkheidsrichtlijnen in de WCAG 2.2 en de NEN9120 en kunnen de behoefte en wensen van de opdrachtgever en ervaringsdeskundige duiden in een breder kader. Daarnaast kunnen ze andere specialiteiten meebrengen, zoals kennis over UX. Zonder de inhoudsdeskundige riskeer je dat het ontwerp niet geschikt is voor een brede groep eindgebruikers, omdat ontwerpkeuzes voor de ene doelgroep de basistoegankelijkheid in de weg zit voor een andere doelgroep.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a:p>
          <a:p>
            <a:pPr marL="0" marR="0" lvl="0" indent="0" algn="l" defTabSz="914400" rtl="0" eaLnBrk="1" fontAlgn="auto" latinLnBrk="0" hangingPunct="1">
              <a:lnSpc>
                <a:spcPct val="100000"/>
              </a:lnSpc>
              <a:spcBef>
                <a:spcPts val="0"/>
              </a:spcBef>
              <a:spcAft>
                <a:spcPts val="0"/>
              </a:spcAft>
              <a:buClrTx/>
              <a:buSzTx/>
              <a:buFontTx/>
              <a:buNone/>
              <a:tabLst/>
              <a:defRPr/>
            </a:pPr>
            <a:r>
              <a:rPr lang="nl-NL"/>
              <a:t>De </a:t>
            </a:r>
            <a:r>
              <a:rPr lang="nl-NL" b="1"/>
              <a:t>ervaringsdeskundige</a:t>
            </a:r>
            <a:r>
              <a:rPr lang="nl-NL"/>
              <a:t> is de eindgebruiker met een beperking en geeft aan wat diens benodigdheden en behoefte zijn. Ze leveren unieke inzichten vanuit hun eigen gebruikerservaring en de toegankelijkheidsobstakels waar zij dagelijks tegenaan lopen. Zonder de ervaringsdeskundige riskeer je dat een ontwerp technisch toegankelijk is, maar niet bruikbaar of begrijpelijk voor de eindgebruikers met een beperking.</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10</a:t>
            </a:fld>
            <a:endParaRPr lang="nl-NL"/>
          </a:p>
        </p:txBody>
      </p:sp>
    </p:spTree>
    <p:extLst>
      <p:ext uri="{BB962C8B-B14F-4D97-AF65-F5344CB8AC3E}">
        <p14:creationId xmlns:p14="http://schemas.microsoft.com/office/powerpoint/2010/main" val="482341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pPr lvl="0"/>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11</a:t>
            </a:fld>
            <a:endParaRPr lang="nl-NL"/>
          </a:p>
        </p:txBody>
      </p:sp>
    </p:spTree>
    <p:extLst>
      <p:ext uri="{BB962C8B-B14F-4D97-AF65-F5344CB8AC3E}">
        <p14:creationId xmlns:p14="http://schemas.microsoft.com/office/powerpoint/2010/main" val="3489654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Stel je voor dat je een pleister wilt die zo min mogelijk opvalt. Deze foto laat verschillende handen zien met pleisters in diverse huidtinten. Het maakt duidelijk dat er niet één “huidskleurpleister” kan zijn die voor iedereen werkt. De afbeelding laat zien hoe alledaagse producten inclusiever kunnen worden ontworpen wanneer er rekening wordt gehouden met verschillende groepen gebruikers.</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12</a:t>
            </a:fld>
            <a:endParaRPr lang="nl-NL"/>
          </a:p>
        </p:txBody>
      </p:sp>
    </p:spTree>
    <p:extLst>
      <p:ext uri="{BB962C8B-B14F-4D97-AF65-F5344CB8AC3E}">
        <p14:creationId xmlns:p14="http://schemas.microsoft.com/office/powerpoint/2010/main" val="1952278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a:t>Als je aan een project begint, heb je waarschijnlijk al een ontwerpproces; denk bijvoorbeeld aan het dubbele-diamantmodel, design thinking of </a:t>
            </a:r>
            <a:r>
              <a:rPr lang="nl-NL" err="1"/>
              <a:t>lean</a:t>
            </a:r>
            <a:r>
              <a:rPr lang="nl-NL"/>
              <a:t> UX. Ongeacht het proces dat je gebruikt, kun je de eindgebruiker altijd bij het proces betrekken. ​Betrek in ieder geval ervaringsdeskundigen bij het begin van je project, bij de eerste pilot, bij de eindevaluatie en wanneer je je product of dienst herontwerp (doorontwikkeling).</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13</a:t>
            </a:fld>
            <a:endParaRPr lang="nl-NL"/>
          </a:p>
        </p:txBody>
      </p:sp>
    </p:spTree>
    <p:extLst>
      <p:ext uri="{BB962C8B-B14F-4D97-AF65-F5344CB8AC3E}">
        <p14:creationId xmlns:p14="http://schemas.microsoft.com/office/powerpoint/2010/main" val="17711461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Bespreek elk voorbeeld:</a:t>
            </a:r>
          </a:p>
          <a:p>
            <a:br>
              <a:rPr lang="nl-NL" sz="1200" b="0" i="0" kern="1200">
                <a:solidFill>
                  <a:schemeClr val="tx1"/>
                </a:solidFill>
                <a:effectLst/>
                <a:latin typeface="+mn-lt"/>
                <a:ea typeface="+mn-ea"/>
                <a:cs typeface="+mn-cs"/>
              </a:rPr>
            </a:br>
            <a:r>
              <a:rPr lang="nl-NL" sz="1200" b="0" i="0" kern="1200">
                <a:solidFill>
                  <a:schemeClr val="tx1"/>
                </a:solidFill>
                <a:effectLst/>
                <a:latin typeface="+mn-lt"/>
                <a:ea typeface="+mn-ea"/>
                <a:cs typeface="+mn-cs"/>
              </a:rPr>
              <a:t>Foto 1: een hellingbaan die te steil is voor rolstoelen. De hellingbaan maakt het gebruik van de trap gevaarlijk én blokkeert de trap voor mensen die ondersteuning nodig hebben in de vorm van een vangrail, waardoor zij deze niet kunnen gebruiken.</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2: een prachtig uitzicht dat helaas achter een muur verborgen is voor mensen in een rolstoel, kinderen en iedereen onder een bepaalde hoogte.</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Foto 3: tijdens corona werd een oplossing bedacht zodat oudere mensen per post konden stemmen. Pas nadat alles was gedrukt en klaarstond voor gebruik, werd de uitvoering met gebruikers getest — en meer dan de helft van de stemmen bleek ongeldig.</a:t>
            </a:r>
          </a:p>
          <a:p>
            <a:r>
              <a:rPr lang="nl-NL"/>
              <a:t> </a:t>
            </a:r>
            <a:r>
              <a:rPr lang="nl-NL">
                <a:hlinkClick r:id="rId3"/>
              </a:rPr>
              <a:t>Klein experiment met poststemmen in Den Haag</a:t>
            </a:r>
            <a:r>
              <a:rPr lang="nl-NL"/>
              <a:t> </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14</a:t>
            </a:fld>
            <a:endParaRPr lang="nl-NL"/>
          </a:p>
        </p:txBody>
      </p:sp>
    </p:spTree>
    <p:extLst>
      <p:ext uri="{BB962C8B-B14F-4D97-AF65-F5344CB8AC3E}">
        <p14:creationId xmlns:p14="http://schemas.microsoft.com/office/powerpoint/2010/main" val="2339751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91B4C-45DC-1AED-2FEB-1ACDC49ACE9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9152585-B614-1E83-3B28-11766424D63F}"/>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389B66D0-D10C-6554-6300-01FFE32C0F55}"/>
              </a:ext>
            </a:extLst>
          </p:cNvPr>
          <p:cNvSpPr>
            <a:spLocks noGrp="1"/>
          </p:cNvSpPr>
          <p:nvPr>
            <p:ph type="body" idx="1"/>
          </p:nvPr>
        </p:nvSpPr>
        <p:spPr/>
        <p:txBody>
          <a:bodyPr/>
          <a:lstStyle/>
          <a:p>
            <a:endParaRPr lang="nl-NL" sz="1200" b="0" i="0" kern="120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6252654E-FE99-B2CA-0B36-1051C84C35F0}"/>
              </a:ext>
            </a:extLst>
          </p:cNvPr>
          <p:cNvSpPr>
            <a:spLocks noGrp="1"/>
          </p:cNvSpPr>
          <p:nvPr>
            <p:ph type="sldNum" sz="quarter" idx="5"/>
          </p:nvPr>
        </p:nvSpPr>
        <p:spPr/>
        <p:txBody>
          <a:bodyPr/>
          <a:lstStyle/>
          <a:p>
            <a:fld id="{945DCDBF-DF07-42E1-A6C5-1ACF461A284A}" type="slidenum">
              <a:rPr lang="nl-NL" smtClean="0"/>
              <a:t>15</a:t>
            </a:fld>
            <a:endParaRPr lang="nl-NL"/>
          </a:p>
        </p:txBody>
      </p:sp>
    </p:spTree>
    <p:extLst>
      <p:ext uri="{BB962C8B-B14F-4D97-AF65-F5344CB8AC3E}">
        <p14:creationId xmlns:p14="http://schemas.microsoft.com/office/powerpoint/2010/main" val="37945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223838" y="808038"/>
            <a:ext cx="7186613" cy="4043362"/>
          </a:xfrm>
        </p:spPr>
        <p:txBody>
          <a:bodyPr/>
          <a:lstStyle/>
          <a:p>
            <a:endParaRPr lang="nl-NL"/>
          </a:p>
        </p:txBody>
      </p:sp>
      <p:sp>
        <p:nvSpPr>
          <p:cNvPr id="3" name="Tijdelijke aanduiding voor notities 2"/>
          <p:cNvSpPr>
            <a:spLocks noGrp="1"/>
          </p:cNvSpPr>
          <p:nvPr>
            <p:ph type="body" idx="1"/>
          </p:nvPr>
        </p:nvSpPr>
        <p:spPr/>
        <p:txBody>
          <a:bodyPr/>
          <a:lstStyle/>
          <a:p>
            <a:r>
              <a:rPr lang="nl-NL"/>
              <a:t>Onbewust exclusief: een zeepdispenser die niet reageert op een donkere huidskleur</a:t>
            </a:r>
          </a:p>
          <a:p>
            <a:r>
              <a:rPr lang="nl-NL"/>
              <a:t>Bewust exclusief: De glijbaan die niet voor volwassenen is gemaakt maar voor kinderen</a:t>
            </a:r>
          </a:p>
          <a:p>
            <a:r>
              <a:rPr lang="nl-NL"/>
              <a:t>Onbewust inclusief: Toen de oprichter van OXO een productlijn voor mensen met artritis ging ontwikkelen, wist hij niet dat dat voor iedereen een fijne schiller zou worden. </a:t>
            </a:r>
          </a:p>
          <a:p>
            <a:r>
              <a:rPr lang="nl-NL"/>
              <a:t>Bewust inclusief: De Nest Speeltuin in de Efteling, hierbij kunnen kinderen met hun rolstoel van de glijbaan af</a:t>
            </a:r>
          </a:p>
          <a:p>
            <a:r>
              <a:rPr lang="nl-NL"/>
              <a:t> </a:t>
            </a:r>
          </a:p>
        </p:txBody>
      </p:sp>
      <p:sp>
        <p:nvSpPr>
          <p:cNvPr id="4" name="Tijdelijke aanduiding voor dianummer 3"/>
          <p:cNvSpPr>
            <a:spLocks noGrp="1"/>
          </p:cNvSpPr>
          <p:nvPr>
            <p:ph type="sldNum" sz="quarter" idx="4294967295"/>
          </p:nvPr>
        </p:nvSpPr>
        <p:spPr/>
        <p:txBody>
          <a:bodyPr/>
          <a:lstStyle/>
          <a:p>
            <a:fld id="{CB130F14-F0FE-496A-BDCA-9F7CBF5CF470}" type="slidenum">
              <a:rPr lang="nl-NL" smtClean="0"/>
              <a:t>16</a:t>
            </a:fld>
            <a:endParaRPr lang="nl-NL"/>
          </a:p>
        </p:txBody>
      </p:sp>
    </p:spTree>
    <p:extLst>
      <p:ext uri="{BB962C8B-B14F-4D97-AF65-F5344CB8AC3E}">
        <p14:creationId xmlns:p14="http://schemas.microsoft.com/office/powerpoint/2010/main" val="2836888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0D11-E198-FEF8-6196-F09FB0399CF4}"/>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D7FD4C9-DFFD-4FDE-74F8-0AED517214DC}"/>
              </a:ext>
            </a:extLst>
          </p:cNvPr>
          <p:cNvSpPr>
            <a:spLocks noGrp="1" noRot="1" noChangeAspect="1"/>
          </p:cNvSpPr>
          <p:nvPr>
            <p:ph type="sldImg"/>
          </p:nvPr>
        </p:nvSpPr>
        <p:spPr/>
        <p:txBody>
          <a:bodyPr/>
          <a:lstStyle/>
          <a:p>
            <a:endParaRPr lang="nl-NL"/>
          </a:p>
        </p:txBody>
      </p:sp>
      <p:sp>
        <p:nvSpPr>
          <p:cNvPr id="3" name="Tijdelijke aanduiding voor notities 2">
            <a:extLst>
              <a:ext uri="{FF2B5EF4-FFF2-40B4-BE49-F238E27FC236}">
                <a16:creationId xmlns:a16="http://schemas.microsoft.com/office/drawing/2014/main" id="{43BF8770-2AD1-17A5-6FB4-DB3FC6538C8E}"/>
              </a:ext>
            </a:extLst>
          </p:cNvPr>
          <p:cNvSpPr>
            <a:spLocks noGrp="1"/>
          </p:cNvSpPr>
          <p:nvPr>
            <p:ph type="body" idx="1"/>
          </p:nvPr>
        </p:nvSpPr>
        <p:spPr/>
        <p:txBody>
          <a:bodyPr/>
          <a:lstStyle/>
          <a:p>
            <a:endParaRPr lang="nl-NL" sz="1200" b="0" i="0" kern="1200">
              <a:solidFill>
                <a:schemeClr val="tx1"/>
              </a:solidFill>
              <a:effectLst/>
              <a:latin typeface="+mn-lt"/>
              <a:ea typeface="+mn-ea"/>
              <a:cs typeface="+mn-cs"/>
            </a:endParaRPr>
          </a:p>
        </p:txBody>
      </p:sp>
      <p:sp>
        <p:nvSpPr>
          <p:cNvPr id="4" name="Tijdelijke aanduiding voor dianummer 3">
            <a:extLst>
              <a:ext uri="{FF2B5EF4-FFF2-40B4-BE49-F238E27FC236}">
                <a16:creationId xmlns:a16="http://schemas.microsoft.com/office/drawing/2014/main" id="{78EDC7A5-185D-D692-CA71-E137E81AFDAC}"/>
              </a:ext>
            </a:extLst>
          </p:cNvPr>
          <p:cNvSpPr>
            <a:spLocks noGrp="1"/>
          </p:cNvSpPr>
          <p:nvPr>
            <p:ph type="sldNum" sz="quarter" idx="5"/>
          </p:nvPr>
        </p:nvSpPr>
        <p:spPr/>
        <p:txBody>
          <a:bodyPr/>
          <a:lstStyle/>
          <a:p>
            <a:fld id="{945DCDBF-DF07-42E1-A6C5-1ACF461A284A}" type="slidenum">
              <a:rPr lang="nl-NL" smtClean="0"/>
              <a:t>17</a:t>
            </a:fld>
            <a:endParaRPr lang="nl-NL"/>
          </a:p>
        </p:txBody>
      </p:sp>
    </p:spTree>
    <p:extLst>
      <p:ext uri="{BB962C8B-B14F-4D97-AF65-F5344CB8AC3E}">
        <p14:creationId xmlns:p14="http://schemas.microsoft.com/office/powerpoint/2010/main" val="3488553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a:t>Op welke manier ga je mensen mee laten denken in je project?</a:t>
            </a:r>
          </a:p>
          <a:p>
            <a:pPr marL="171450" indent="-171450">
              <a:buFontTx/>
              <a:buChar char="-"/>
            </a:pPr>
            <a:r>
              <a:rPr lang="nl-NL"/>
              <a:t>Mogen ze toehoren en verwacht je geen feedback tenzij er iemand tussen zit die dit expliciet doet?</a:t>
            </a:r>
          </a:p>
          <a:p>
            <a:pPr marL="171450" indent="-171450">
              <a:buFontTx/>
              <a:buChar char="-"/>
            </a:pPr>
            <a:r>
              <a:rPr lang="nl-NL"/>
              <a:t>Laat je ze meedenken, maar verwacht je geen advies van ze?</a:t>
            </a:r>
          </a:p>
          <a:p>
            <a:pPr marL="171450" indent="-171450">
              <a:buFontTx/>
              <a:buChar char="-"/>
            </a:pPr>
            <a:r>
              <a:rPr lang="nl-NL"/>
              <a:t>Vraag je ze om je te adviseren, zodat je hun advies goed kan opvolgen?</a:t>
            </a:r>
          </a:p>
          <a:p>
            <a:pPr marL="171450" indent="-171450">
              <a:buFontTx/>
              <a:buChar char="-"/>
            </a:pPr>
            <a:r>
              <a:rPr lang="nl-NL"/>
              <a:t>Zie je ze als gelijkwaardige partner, zodat jullie samen een probleemstuk oplossen?</a:t>
            </a:r>
          </a:p>
          <a:p>
            <a:pPr marL="171450" indent="-171450">
              <a:buFontTx/>
              <a:buChar char="-"/>
            </a:pPr>
            <a:r>
              <a:rPr lang="nl-NL"/>
              <a:t>Of zet jij ze juist in de regisseursrol en maak je ze verantwoordelijk voor de oplossing</a:t>
            </a:r>
          </a:p>
          <a:p>
            <a:pPr marL="0" indent="0">
              <a:buFont typeface="Symbol" panose="05050102010706020507" pitchFamily="18" charset="2"/>
              <a:buNone/>
            </a:pPr>
            <a:endParaRPr lang="nl-NL"/>
          </a:p>
          <a:p>
            <a:r>
              <a:rPr lang="en-GB" err="1"/>
              <a:t>Toehoorder</a:t>
            </a:r>
            <a:r>
              <a:rPr lang="en-GB"/>
              <a:t>: </a:t>
            </a:r>
            <a:r>
              <a:rPr lang="en-GB" err="1"/>
              <a:t>Communiceren</a:t>
            </a:r>
            <a:r>
              <a:rPr lang="en-GB"/>
              <a:t> over het </a:t>
            </a:r>
            <a:r>
              <a:rPr lang="en-GB" err="1"/>
              <a:t>ontwerp</a:t>
            </a:r>
            <a:r>
              <a:rPr lang="en-GB"/>
              <a:t> met de </a:t>
            </a:r>
            <a:r>
              <a:rPr lang="en-GB" err="1"/>
              <a:t>doelgroep</a:t>
            </a:r>
            <a:endParaRPr lang="en-GB"/>
          </a:p>
          <a:p>
            <a:r>
              <a:rPr lang="en-GB" err="1"/>
              <a:t>Meedenker</a:t>
            </a:r>
            <a:r>
              <a:rPr lang="en-GB"/>
              <a:t> – Usability test </a:t>
            </a:r>
            <a:r>
              <a:rPr lang="en-GB" err="1"/>
              <a:t>waar</a:t>
            </a:r>
            <a:r>
              <a:rPr lang="en-GB"/>
              <a:t> </a:t>
            </a:r>
            <a:r>
              <a:rPr lang="en-GB" err="1"/>
              <a:t>mensen</a:t>
            </a:r>
            <a:r>
              <a:rPr lang="en-GB"/>
              <a:t> met </a:t>
            </a:r>
            <a:r>
              <a:rPr lang="en-GB" err="1"/>
              <a:t>een</a:t>
            </a:r>
            <a:r>
              <a:rPr lang="en-GB"/>
              <a:t> </a:t>
            </a:r>
            <a:r>
              <a:rPr lang="en-GB" err="1"/>
              <a:t>beperking</a:t>
            </a:r>
            <a:r>
              <a:rPr lang="en-GB"/>
              <a:t> </a:t>
            </a:r>
            <a:r>
              <a:rPr lang="en-GB" err="1"/>
              <a:t>worden</a:t>
            </a:r>
            <a:r>
              <a:rPr lang="en-GB"/>
              <a:t> </a:t>
            </a:r>
            <a:r>
              <a:rPr lang="en-GB" err="1"/>
              <a:t>meegenomen</a:t>
            </a:r>
            <a:endParaRPr lang="en-GB"/>
          </a:p>
          <a:p>
            <a:r>
              <a:rPr lang="en-GB" err="1"/>
              <a:t>Adviseur</a:t>
            </a:r>
            <a:r>
              <a:rPr lang="en-GB"/>
              <a:t> - Co-</a:t>
            </a:r>
            <a:r>
              <a:rPr lang="en-GB" err="1"/>
              <a:t>creatie</a:t>
            </a:r>
            <a:r>
              <a:rPr lang="en-GB"/>
              <a:t> </a:t>
            </a:r>
            <a:r>
              <a:rPr lang="en-GB" err="1"/>
              <a:t>sessies</a:t>
            </a:r>
            <a:r>
              <a:rPr lang="en-GB"/>
              <a:t> </a:t>
            </a:r>
            <a:r>
              <a:rPr lang="en-GB" err="1"/>
              <a:t>houden</a:t>
            </a:r>
            <a:r>
              <a:rPr lang="en-GB"/>
              <a:t> met </a:t>
            </a:r>
            <a:r>
              <a:rPr lang="en-GB" err="1"/>
              <a:t>mensen</a:t>
            </a:r>
            <a:r>
              <a:rPr lang="en-GB"/>
              <a:t> met </a:t>
            </a:r>
            <a:r>
              <a:rPr lang="en-GB" err="1"/>
              <a:t>een</a:t>
            </a:r>
            <a:r>
              <a:rPr lang="en-GB"/>
              <a:t> </a:t>
            </a:r>
            <a:r>
              <a:rPr lang="en-GB" err="1"/>
              <a:t>beperking</a:t>
            </a:r>
            <a:r>
              <a:rPr lang="en-GB"/>
              <a:t> / </a:t>
            </a:r>
            <a:r>
              <a:rPr lang="en-GB" err="1"/>
              <a:t>Klankbordgroepen</a:t>
            </a:r>
            <a:r>
              <a:rPr lang="en-GB"/>
              <a:t> </a:t>
            </a:r>
            <a:r>
              <a:rPr lang="en-GB" err="1"/>
              <a:t>opzetten</a:t>
            </a:r>
            <a:r>
              <a:rPr lang="en-GB"/>
              <a:t> die </a:t>
            </a:r>
            <a:r>
              <a:rPr lang="en-GB" err="1"/>
              <a:t>meedenken</a:t>
            </a:r>
            <a:r>
              <a:rPr lang="en-GB"/>
              <a:t> over de </a:t>
            </a:r>
            <a:r>
              <a:rPr lang="en-GB" err="1"/>
              <a:t>richting</a:t>
            </a:r>
            <a:r>
              <a:rPr lang="en-GB"/>
              <a:t> van je </a:t>
            </a:r>
            <a:r>
              <a:rPr lang="en-GB" err="1"/>
              <a:t>onderzoek</a:t>
            </a:r>
            <a:endParaRPr lang="en-GB"/>
          </a:p>
          <a:p>
            <a:r>
              <a:rPr lang="en-GB"/>
              <a:t>Partner – Een </a:t>
            </a:r>
            <a:r>
              <a:rPr lang="en-GB" err="1"/>
              <a:t>persoon</a:t>
            </a:r>
            <a:r>
              <a:rPr lang="en-GB"/>
              <a:t> met </a:t>
            </a:r>
            <a:r>
              <a:rPr lang="en-GB" err="1"/>
              <a:t>een</a:t>
            </a:r>
            <a:r>
              <a:rPr lang="en-GB"/>
              <a:t> </a:t>
            </a:r>
            <a:r>
              <a:rPr lang="en-GB" err="1"/>
              <a:t>beperking</a:t>
            </a:r>
            <a:r>
              <a:rPr lang="en-GB"/>
              <a:t> die op </a:t>
            </a:r>
            <a:r>
              <a:rPr lang="en-GB" err="1"/>
              <a:t>gelijkwaardige</a:t>
            </a:r>
            <a:r>
              <a:rPr lang="en-GB"/>
              <a:t> </a:t>
            </a:r>
            <a:r>
              <a:rPr lang="en-GB" err="1"/>
              <a:t>manier</a:t>
            </a:r>
            <a:r>
              <a:rPr lang="en-GB"/>
              <a:t> </a:t>
            </a:r>
            <a:r>
              <a:rPr lang="en-GB" err="1"/>
              <a:t>meewerkt</a:t>
            </a:r>
            <a:r>
              <a:rPr lang="en-GB"/>
              <a:t> </a:t>
            </a:r>
          </a:p>
          <a:p>
            <a:r>
              <a:rPr lang="en-GB"/>
              <a:t>Regisseur – Een </a:t>
            </a:r>
            <a:r>
              <a:rPr lang="en-GB" err="1"/>
              <a:t>persoon</a:t>
            </a:r>
            <a:r>
              <a:rPr lang="en-GB"/>
              <a:t> met </a:t>
            </a:r>
            <a:r>
              <a:rPr lang="en-GB" err="1"/>
              <a:t>een</a:t>
            </a:r>
            <a:r>
              <a:rPr lang="en-GB"/>
              <a:t> </a:t>
            </a:r>
            <a:r>
              <a:rPr lang="en-GB" err="1"/>
              <a:t>beperking</a:t>
            </a:r>
            <a:r>
              <a:rPr lang="en-GB"/>
              <a:t> </a:t>
            </a:r>
            <a:r>
              <a:rPr lang="en-GB" err="1"/>
              <a:t>eindverantwoordelijk</a:t>
            </a:r>
            <a:r>
              <a:rPr lang="en-GB"/>
              <a:t> </a:t>
            </a:r>
            <a:r>
              <a:rPr lang="en-GB" err="1"/>
              <a:t>maken</a:t>
            </a:r>
            <a:r>
              <a:rPr lang="en-GB"/>
              <a:t> van het </a:t>
            </a:r>
            <a:r>
              <a:rPr lang="en-GB" err="1"/>
              <a:t>ontwerpproces</a:t>
            </a:r>
            <a:endParaRPr lang="en-GB"/>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18</a:t>
            </a:fld>
            <a:endParaRPr lang="nl-NL"/>
          </a:p>
        </p:txBody>
      </p:sp>
    </p:spTree>
    <p:extLst>
      <p:ext uri="{BB962C8B-B14F-4D97-AF65-F5344CB8AC3E}">
        <p14:creationId xmlns:p14="http://schemas.microsoft.com/office/powerpoint/2010/main" val="35778788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19</a:t>
            </a:fld>
            <a:endParaRPr lang="nl-NL"/>
          </a:p>
        </p:txBody>
      </p:sp>
    </p:spTree>
    <p:extLst>
      <p:ext uri="{BB962C8B-B14F-4D97-AF65-F5344CB8AC3E}">
        <p14:creationId xmlns:p14="http://schemas.microsoft.com/office/powerpoint/2010/main" val="2681224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deelnemers een concreet, gratis hulpmiddel meegeven waarmee ze na de sessie direct aan de slag kunnen. </a:t>
            </a:r>
          </a:p>
          <a:p>
            <a:r>
              <a:rPr lang="nl-NL" sz="1200" b="0" i="0" u="none" strike="noStrike" kern="1200">
                <a:solidFill>
                  <a:schemeClr val="tx1"/>
                </a:solidFill>
                <a:effectLst/>
                <a:latin typeface="+mn-lt"/>
                <a:ea typeface="+mn-ea"/>
                <a:cs typeface="+mn-cs"/>
              </a:rPr>
              <a:t>Om mensen te helpen met kwalitatief goed inclusief ontwerp heeft stichting Accessibility de Code Inclusief Digitaal Ontwerpen ontwikkeld, samen met diverse partijen uit het bedrijfsleven, overheid en maatschappelijke organisaties. In de code is praktijkervaring over het betrekken van mensen met een beperking in ontwerpprocessen en verbeterslagen gebundeld, doorontwikkeld en voor iedereen gratis beschikbaar gemaakt. </a:t>
            </a:r>
            <a:endParaRPr lang="nl-NL" sz="1200" b="0" i="0" kern="1200">
              <a:solidFill>
                <a:schemeClr val="tx1"/>
              </a:solidFill>
              <a:effectLst/>
              <a:latin typeface="+mn-lt"/>
              <a:ea typeface="+mn-ea"/>
              <a:cs typeface="+mn-cs"/>
            </a:endParaRP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Referentie: https://www.accessibility.nl/code-inclusief-digitaal-ontwerpen</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20</a:t>
            </a:fld>
            <a:endParaRPr lang="nl-NL"/>
          </a:p>
        </p:txBody>
      </p:sp>
    </p:spTree>
    <p:extLst>
      <p:ext uri="{BB962C8B-B14F-4D97-AF65-F5344CB8AC3E}">
        <p14:creationId xmlns:p14="http://schemas.microsoft.com/office/powerpoint/2010/main" val="1734971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deelnemers laten nadenken over wie ze uitnodigen voor inclusief onderzoek — en waarom die keuze er toe doet.</a:t>
            </a:r>
            <a:endParaRPr lang="nl-NL"/>
          </a:p>
          <a:p>
            <a:r>
              <a:rPr lang="nl-NL" sz="1200" b="0" i="0" kern="1200">
                <a:solidFill>
                  <a:schemeClr val="tx1"/>
                </a:solidFill>
                <a:effectLst/>
                <a:latin typeface="+mn-lt"/>
                <a:ea typeface="+mn-ea"/>
                <a:cs typeface="+mn-cs"/>
              </a:rPr>
              <a:t>Gebruik de </a:t>
            </a:r>
            <a:r>
              <a:rPr lang="nl-NL" sz="1200" b="0" i="0" kern="1200" err="1">
                <a:solidFill>
                  <a:schemeClr val="tx1"/>
                </a:solidFill>
                <a:effectLst/>
                <a:latin typeface="+mn-lt"/>
                <a:ea typeface="+mn-ea"/>
                <a:cs typeface="+mn-cs"/>
              </a:rPr>
              <a:t>bulletpoints</a:t>
            </a:r>
            <a:r>
              <a:rPr lang="nl-NL" sz="1200" b="0" i="0" kern="1200">
                <a:solidFill>
                  <a:schemeClr val="tx1"/>
                </a:solidFill>
                <a:effectLst/>
                <a:latin typeface="+mn-lt"/>
                <a:ea typeface="+mn-ea"/>
                <a:cs typeface="+mn-cs"/>
              </a:rPr>
              <a:t> als aanleiding voor een korte discussie: </a:t>
            </a:r>
            <a:r>
              <a:rPr lang="nl-NL" sz="1200" b="0" i="1" kern="1200">
                <a:solidFill>
                  <a:schemeClr val="tx1"/>
                </a:solidFill>
                <a:effectLst/>
                <a:latin typeface="+mn-lt"/>
                <a:ea typeface="+mn-ea"/>
                <a:cs typeface="+mn-cs"/>
              </a:rPr>
              <a:t>"Stel je ontwerpt een app voor ouderen bijvoorbeeld. Wie nodig je uit voor gebruikerstests? Hoeveel mensen? En zijn dat altijd dezelfde mensen?"</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De kernboodschap is dat diversiteit binnen een doelgroep net zo belangrijk is als diversiteit tussen doelgroepen. Iemand met een visuele beperking is niet representatief voor alle mensen met een visuele beperking — net zoals één student niet representatief is voor alle studenten.</a:t>
            </a:r>
          </a:p>
          <a:p>
            <a:endParaRPr lang="nl-NL"/>
          </a:p>
          <a:p>
            <a:r>
              <a:rPr lang="nl-NL"/>
              <a:t>Referentie:</a:t>
            </a:r>
          </a:p>
          <a:p>
            <a:r>
              <a:rPr lang="en-US">
                <a:hlinkClick r:id="rId3"/>
              </a:rPr>
              <a:t>Blindness is not all or nothing…it is a spectrum! #blind #vision #awareness - YouTube</a:t>
            </a:r>
            <a:endParaRPr lang="nl-NL"/>
          </a:p>
          <a:p>
            <a:endParaRPr lang="nl-NL" b="1"/>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21</a:t>
            </a:fld>
            <a:endParaRPr lang="nl-NL"/>
          </a:p>
        </p:txBody>
      </p:sp>
    </p:spTree>
    <p:extLst>
      <p:ext uri="{BB962C8B-B14F-4D97-AF65-F5344CB8AC3E}">
        <p14:creationId xmlns:p14="http://schemas.microsoft.com/office/powerpoint/2010/main" val="4077275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Open uitnodigingen kunnen veel reacties opleveren, maar ook weinig. </a:t>
            </a:r>
          </a:p>
          <a:p>
            <a:r>
              <a:rPr lang="nl-NL" sz="1200" b="0" i="0" kern="1200">
                <a:solidFill>
                  <a:schemeClr val="tx1"/>
                </a:solidFill>
                <a:effectLst/>
                <a:latin typeface="+mn-lt"/>
                <a:ea typeface="+mn-ea"/>
                <a:cs typeface="+mn-cs"/>
              </a:rPr>
              <a:t>Via organisaties kan je ook mensen vinden, het kan zijn dat ze hier een vergoeding voor willen hebben.</a:t>
            </a:r>
          </a:p>
          <a:p>
            <a:r>
              <a:rPr lang="nl-NL" sz="1200" b="0" i="0" kern="1200">
                <a:solidFill>
                  <a:schemeClr val="tx1"/>
                </a:solidFill>
                <a:effectLst/>
                <a:latin typeface="+mn-lt"/>
                <a:ea typeface="+mn-ea"/>
                <a:cs typeface="+mn-cs"/>
              </a:rPr>
              <a:t>Buiten is tijdsintensief, maar kan heel effectief zijn om buiten je bubbel reacties te verzamelen. </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22</a:t>
            </a:fld>
            <a:endParaRPr lang="nl-NL"/>
          </a:p>
        </p:txBody>
      </p:sp>
    </p:spTree>
    <p:extLst>
      <p:ext uri="{BB962C8B-B14F-4D97-AF65-F5344CB8AC3E}">
        <p14:creationId xmlns:p14="http://schemas.microsoft.com/office/powerpoint/2010/main" val="15519489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deelnemers bewust maken van praktische drempels die ze zelf creëren — vaak onbedoeld — door de </a:t>
            </a:r>
            <a:r>
              <a:rPr lang="nl-NL" sz="1200" b="0" i="0" kern="1200" err="1">
                <a:solidFill>
                  <a:schemeClr val="tx1"/>
                </a:solidFill>
                <a:effectLst/>
                <a:latin typeface="+mn-lt"/>
                <a:ea typeface="+mn-ea"/>
                <a:cs typeface="+mn-cs"/>
              </a:rPr>
              <a:t>onderzoeksomgeving</a:t>
            </a:r>
            <a:r>
              <a:rPr lang="nl-NL" sz="1200" b="0" i="0" kern="1200">
                <a:solidFill>
                  <a:schemeClr val="tx1"/>
                </a:solidFill>
                <a:effectLst/>
                <a:latin typeface="+mn-lt"/>
                <a:ea typeface="+mn-ea"/>
                <a:cs typeface="+mn-cs"/>
              </a:rPr>
              <a:t> niet goed voor te bereiden. De omgeving is niet neutraal. </a:t>
            </a:r>
          </a:p>
          <a:p>
            <a:r>
              <a:rPr lang="nl-NL" sz="1200" b="0" i="0" kern="1200">
                <a:solidFill>
                  <a:schemeClr val="tx1"/>
                </a:solidFill>
                <a:effectLst/>
                <a:latin typeface="+mn-lt"/>
                <a:ea typeface="+mn-ea"/>
                <a:cs typeface="+mn-cs"/>
              </a:rPr>
              <a:t>Laat deelnemers zelf nadenken: </a:t>
            </a:r>
            <a:r>
              <a:rPr lang="nl-NL" sz="1200" b="0" i="1" kern="1200">
                <a:solidFill>
                  <a:schemeClr val="tx1"/>
                </a:solidFill>
                <a:effectLst/>
                <a:latin typeface="+mn-lt"/>
                <a:ea typeface="+mn-ea"/>
                <a:cs typeface="+mn-cs"/>
              </a:rPr>
              <a:t>"Wat zou er mis kunnen gaan als je hier niet bij stilstaat?"</a:t>
            </a:r>
            <a:r>
              <a:rPr lang="nl-NL" sz="1200" b="0" i="0" kern="1200">
                <a:solidFill>
                  <a:schemeClr val="tx1"/>
                </a:solidFill>
                <a:effectLst/>
                <a:latin typeface="+mn-lt"/>
                <a:ea typeface="+mn-ea"/>
                <a:cs typeface="+mn-cs"/>
              </a:rPr>
              <a:t> </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Is de locatie van het onderzoek goed te bereiken? Kan iemand met een rolstoel er naar binnen komen?</a:t>
            </a:r>
          </a:p>
          <a:p>
            <a:r>
              <a:rPr lang="nl-NL" sz="1200" b="0" i="0" kern="1200">
                <a:solidFill>
                  <a:schemeClr val="tx1"/>
                </a:solidFill>
                <a:effectLst/>
                <a:latin typeface="+mn-lt"/>
                <a:ea typeface="+mn-ea"/>
                <a:cs typeface="+mn-cs"/>
              </a:rPr>
              <a:t>Waar ga je het onderzoek doen? In een onderzoeksruimte of bij de persoon thuis? </a:t>
            </a:r>
            <a:br>
              <a:rPr lang="nl-NL" sz="1200" b="0" i="0" kern="1200">
                <a:solidFill>
                  <a:schemeClr val="tx1"/>
                </a:solidFill>
                <a:effectLst/>
                <a:latin typeface="+mn-lt"/>
                <a:ea typeface="+mn-ea"/>
                <a:cs typeface="+mn-cs"/>
              </a:rPr>
            </a:br>
            <a:r>
              <a:rPr lang="nl-NL" sz="1200" b="0" i="0" kern="1200">
                <a:solidFill>
                  <a:schemeClr val="tx1"/>
                </a:solidFill>
                <a:effectLst/>
                <a:latin typeface="+mn-lt"/>
                <a:ea typeface="+mn-ea"/>
                <a:cs typeface="+mn-cs"/>
              </a:rPr>
              <a:t>Is de onderzoeksruimte prettig? Hoor je veel geluiden van buiten in de onderzoeksruimte? </a:t>
            </a:r>
          </a:p>
          <a:p>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Door een keer het onderzoek te testen met iemand met een beperking voorkom je dat je onverwacht tegen problemen aanloopt waar je zelf niet aan had gedacht. </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23</a:t>
            </a:fld>
            <a:endParaRPr lang="nl-NL"/>
          </a:p>
        </p:txBody>
      </p:sp>
    </p:spTree>
    <p:extLst>
      <p:ext uri="{BB962C8B-B14F-4D97-AF65-F5344CB8AC3E}">
        <p14:creationId xmlns:p14="http://schemas.microsoft.com/office/powerpoint/2010/main" val="27842646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Communicatie rondom een onderzoek is al een vorm van inclusief ontwerpen.  Fouten in communicatie kunnen deelnemers uitsluiten nog voordat ze aan tafel zitten.</a:t>
            </a:r>
          </a:p>
          <a:p>
            <a:r>
              <a:rPr lang="nl-NL" sz="1200" b="0" i="0" kern="1200">
                <a:solidFill>
                  <a:schemeClr val="tx1"/>
                </a:solidFill>
                <a:effectLst/>
                <a:latin typeface="+mn-lt"/>
                <a:ea typeface="+mn-ea"/>
                <a:cs typeface="+mn-cs"/>
              </a:rPr>
              <a:t>Voorbeeld vraag voor studenten </a:t>
            </a:r>
            <a:r>
              <a:rPr lang="nl-NL" sz="1200" b="0" i="1" kern="1200">
                <a:solidFill>
                  <a:schemeClr val="tx1"/>
                </a:solidFill>
                <a:effectLst/>
                <a:latin typeface="+mn-lt"/>
                <a:ea typeface="+mn-ea"/>
                <a:cs typeface="+mn-cs"/>
              </a:rPr>
              <a:t>"Wat zou er gebeuren als je geen routebeschrijving stuurt naar iemand die slecht ziet of moeite heeft met kaartlezen?"</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Benadruk het punt over feedback achteraf: deelnemers die meewerken investeren tijd en energie. Ze verdienen het om te weten wat er met hun input is gedaan — en dat vergroot de kans dat ze volgende keer weer meedoen.</a:t>
            </a:r>
          </a:p>
          <a:p>
            <a:r>
              <a:rPr lang="nl-NL" sz="1200" b="0" i="0" kern="1200">
                <a:solidFill>
                  <a:schemeClr val="tx1"/>
                </a:solidFill>
                <a:effectLst/>
                <a:latin typeface="+mn-lt"/>
                <a:ea typeface="+mn-ea"/>
                <a:cs typeface="+mn-cs"/>
              </a:rPr>
              <a:t>Inclusieve communicatie begint bij de uitnodiging en eindigt pas als deelnemers weten wat er met hun bijdrage is gedaan.</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24</a:t>
            </a:fld>
            <a:endParaRPr lang="nl-NL"/>
          </a:p>
        </p:txBody>
      </p:sp>
    </p:spTree>
    <p:extLst>
      <p:ext uri="{BB962C8B-B14F-4D97-AF65-F5344CB8AC3E}">
        <p14:creationId xmlns:p14="http://schemas.microsoft.com/office/powerpoint/2010/main" val="995329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Inclusief onderzoek stopt niet bij de voorbereiding, ook tijdens de uitvoering zijn er keuzes die iemand kunnen uitsluiten of juist welkom laten voelen.</a:t>
            </a:r>
          </a:p>
          <a:p>
            <a:r>
              <a:rPr lang="nl-NL" sz="1200" b="0" i="0" kern="1200">
                <a:solidFill>
                  <a:schemeClr val="tx1"/>
                </a:solidFill>
                <a:effectLst/>
                <a:latin typeface="+mn-lt"/>
                <a:ea typeface="+mn-ea"/>
                <a:cs typeface="+mn-cs"/>
              </a:rPr>
              <a:t>Voorbeeld vraag voor studenten: </a:t>
            </a:r>
            <a:r>
              <a:rPr lang="nl-NL" sz="1200" b="0" i="1" kern="1200">
                <a:solidFill>
                  <a:schemeClr val="tx1"/>
                </a:solidFill>
                <a:effectLst/>
                <a:latin typeface="+mn-lt"/>
                <a:ea typeface="+mn-ea"/>
                <a:cs typeface="+mn-cs"/>
              </a:rPr>
              <a:t>"Welke van deze punten hadden jullie niet als eerste bedacht?"</a:t>
            </a:r>
            <a:r>
              <a:rPr lang="nl-NL" sz="1200" b="0" i="0" kern="1200">
                <a:solidFill>
                  <a:schemeClr val="tx1"/>
                </a:solidFill>
                <a:effectLst/>
                <a:latin typeface="+mn-lt"/>
                <a:ea typeface="+mn-ea"/>
                <a:cs typeface="+mn-cs"/>
              </a:rPr>
              <a:t> Bijna altijd noemen mensen niet spontaan vergoeding of ophalen/wegbrengen, terwijl dat voor veel deelnemers een voorwaarde is om überhaupt te kunnen deelnemen.</a:t>
            </a:r>
          </a:p>
          <a:p>
            <a:pPr marL="0" indent="0">
              <a:buFont typeface="Wingdings" panose="05000000000000000000" pitchFamily="2" charset="2"/>
              <a:buNone/>
            </a:pPr>
            <a:endParaRPr lang="nl-NL" sz="1200" b="0" i="0" kern="1200">
              <a:solidFill>
                <a:schemeClr val="tx1"/>
              </a:solidFill>
              <a:effectLst/>
              <a:latin typeface="+mn-lt"/>
              <a:ea typeface="+mn-ea"/>
              <a:cs typeface="+mn-cs"/>
            </a:endParaRPr>
          </a:p>
          <a:p>
            <a:pPr marL="171450" indent="-171450">
              <a:buFontTx/>
              <a:buChar char="-"/>
            </a:pPr>
            <a:r>
              <a:rPr lang="nl-NL" sz="1200" b="0" i="0" kern="1200">
                <a:solidFill>
                  <a:schemeClr val="tx1"/>
                </a:solidFill>
                <a:effectLst/>
                <a:latin typeface="+mn-lt"/>
                <a:ea typeface="+mn-ea"/>
                <a:cs typeface="+mn-cs"/>
              </a:rPr>
              <a:t>Neem de tijd: Want het kost meer tijd (en energie) om te testen met bepaalde doelgroepen. </a:t>
            </a:r>
          </a:p>
          <a:p>
            <a:pPr marL="171450" indent="-171450">
              <a:buFontTx/>
              <a:buChar char="-"/>
            </a:pPr>
            <a:r>
              <a:rPr lang="nl-NL" sz="1200" b="0" i="0" kern="1200">
                <a:solidFill>
                  <a:schemeClr val="tx1"/>
                </a:solidFill>
                <a:effectLst/>
                <a:latin typeface="+mn-lt"/>
                <a:ea typeface="+mn-ea"/>
                <a:cs typeface="+mn-cs"/>
              </a:rPr>
              <a:t>Zorg dat je aanbiedt dat je iemand kan ophalen of wegbrengen als je het op een </a:t>
            </a:r>
            <a:r>
              <a:rPr lang="nl-NL" sz="1200" b="0" i="0" kern="1200" err="1">
                <a:solidFill>
                  <a:schemeClr val="tx1"/>
                </a:solidFill>
                <a:effectLst/>
                <a:latin typeface="+mn-lt"/>
                <a:ea typeface="+mn-ea"/>
                <a:cs typeface="+mn-cs"/>
              </a:rPr>
              <a:t>onderzoekslocatie</a:t>
            </a:r>
            <a:r>
              <a:rPr lang="nl-NL" sz="1200" b="0" i="0" kern="1200">
                <a:solidFill>
                  <a:schemeClr val="tx1"/>
                </a:solidFill>
                <a:effectLst/>
                <a:latin typeface="+mn-lt"/>
                <a:ea typeface="+mn-ea"/>
                <a:cs typeface="+mn-cs"/>
              </a:rPr>
              <a:t> doet</a:t>
            </a:r>
          </a:p>
          <a:p>
            <a:pPr marL="171450" indent="-171450">
              <a:buFontTx/>
              <a:buChar char="-"/>
            </a:pPr>
            <a:r>
              <a:rPr lang="nl-NL" sz="1200" b="0" i="0" kern="1200">
                <a:solidFill>
                  <a:schemeClr val="tx1"/>
                </a:solidFill>
                <a:effectLst/>
                <a:latin typeface="+mn-lt"/>
                <a:ea typeface="+mn-ea"/>
                <a:cs typeface="+mn-cs"/>
              </a:rPr>
              <a:t>Wees helder en duidelijk in je communicatie, gebruik duidelijke taal en voorkom beeldspraak.</a:t>
            </a:r>
          </a:p>
          <a:p>
            <a:pPr marL="171450" indent="-171450">
              <a:buFontTx/>
              <a:buChar char="-"/>
            </a:pPr>
            <a:r>
              <a:rPr lang="nl-NL" sz="1200" b="0" i="0" kern="1200">
                <a:solidFill>
                  <a:schemeClr val="tx1"/>
                </a:solidFill>
                <a:effectLst/>
                <a:latin typeface="+mn-lt"/>
                <a:ea typeface="+mn-ea"/>
                <a:cs typeface="+mn-cs"/>
              </a:rPr>
              <a:t>Vraag bij mensen die een auditieve beperking hebben of zij een tolk nodig hebben.</a:t>
            </a:r>
          </a:p>
          <a:p>
            <a:pPr marL="171450" indent="-171450">
              <a:buFontTx/>
              <a:buChar char="-"/>
            </a:pPr>
            <a:r>
              <a:rPr lang="nl-NL" sz="1200" b="0" i="0" kern="1200">
                <a:solidFill>
                  <a:schemeClr val="tx1"/>
                </a:solidFill>
                <a:effectLst/>
                <a:latin typeface="+mn-lt"/>
                <a:ea typeface="+mn-ea"/>
                <a:cs typeface="+mn-cs"/>
              </a:rPr>
              <a:t>Let er op dat mensen met een beperking soms specifieke software en hardware hebben. Test dus niet , zonder afstemming, op een ander apparaat</a:t>
            </a:r>
          </a:p>
          <a:p>
            <a:pPr marL="171450" indent="-171450">
              <a:buFontTx/>
              <a:buChar char="-"/>
            </a:pPr>
            <a:r>
              <a:rPr lang="nl-NL" sz="1200" b="0" i="0" kern="1200">
                <a:solidFill>
                  <a:schemeClr val="tx1"/>
                </a:solidFill>
                <a:effectLst/>
                <a:latin typeface="+mn-lt"/>
                <a:ea typeface="+mn-ea"/>
                <a:cs typeface="+mn-cs"/>
              </a:rPr>
              <a:t>Zorg dat de mensen die meedoen een vergoeding krijgen voor hun deelname. Ze maken immers tijd (en energie) voor je. </a:t>
            </a:r>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25</a:t>
            </a:fld>
            <a:endParaRPr lang="nl-NL"/>
          </a:p>
        </p:txBody>
      </p:sp>
    </p:spTree>
    <p:extLst>
      <p:ext uri="{BB962C8B-B14F-4D97-AF65-F5344CB8AC3E}">
        <p14:creationId xmlns:p14="http://schemas.microsoft.com/office/powerpoint/2010/main" val="2110459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Dit is bewust de laatste dia voor de samenvatting. Het doel is de technische en methodische inhoud afsluiten met een fundamenteel principe: mensen zijn meer dan hun beperking.</a:t>
            </a:r>
          </a:p>
          <a:p>
            <a:r>
              <a:rPr lang="nl-NL" sz="1200" b="0" i="0" kern="1200">
                <a:solidFill>
                  <a:schemeClr val="tx1"/>
                </a:solidFill>
                <a:effectLst/>
                <a:latin typeface="+mn-lt"/>
                <a:ea typeface="+mn-ea"/>
                <a:cs typeface="+mn-cs"/>
              </a:rPr>
              <a:t>Mogelijke vraag voor studenten: </a:t>
            </a:r>
            <a:r>
              <a:rPr lang="nl-NL" sz="1200" b="0" i="1" kern="1200">
                <a:solidFill>
                  <a:schemeClr val="tx1"/>
                </a:solidFill>
                <a:effectLst/>
                <a:latin typeface="+mn-lt"/>
                <a:ea typeface="+mn-ea"/>
                <a:cs typeface="+mn-cs"/>
              </a:rPr>
              <a:t>"Wat betekent dit concreet in de praktijk? Hoe ziet dit er anders uit als je het wél of niet doet?"</a:t>
            </a:r>
            <a:endParaRPr lang="nl-NL" sz="1200" b="0" i="0" kern="1200">
              <a:solidFill>
                <a:schemeClr val="tx1"/>
              </a:solidFill>
              <a:effectLst/>
              <a:latin typeface="+mn-lt"/>
              <a:ea typeface="+mn-ea"/>
              <a:cs typeface="+mn-cs"/>
            </a:endParaRPr>
          </a:p>
          <a:p>
            <a:r>
              <a:rPr lang="nl-NL" sz="1200" b="0" i="0" kern="1200">
                <a:solidFill>
                  <a:schemeClr val="tx1"/>
                </a:solidFill>
                <a:effectLst/>
                <a:latin typeface="+mn-lt"/>
                <a:ea typeface="+mn-ea"/>
                <a:cs typeface="+mn-cs"/>
              </a:rPr>
              <a:t>Verdieping: het gaat niet alleen om hoe je communiceert tijdens onderzoek, maar ook om hoe je over doelgroepen praat in je team. Zeg je </a:t>
            </a:r>
            <a:r>
              <a:rPr lang="nl-NL" sz="1200" b="0" i="1" kern="1200">
                <a:solidFill>
                  <a:schemeClr val="tx1"/>
                </a:solidFill>
                <a:effectLst/>
                <a:latin typeface="+mn-lt"/>
                <a:ea typeface="+mn-ea"/>
                <a:cs typeface="+mn-cs"/>
              </a:rPr>
              <a:t>"de slechtzienden"</a:t>
            </a:r>
            <a:r>
              <a:rPr lang="nl-NL" sz="1200" b="0" i="0" kern="1200">
                <a:solidFill>
                  <a:schemeClr val="tx1"/>
                </a:solidFill>
                <a:effectLst/>
                <a:latin typeface="+mn-lt"/>
                <a:ea typeface="+mn-ea"/>
                <a:cs typeface="+mn-cs"/>
              </a:rPr>
              <a:t> of </a:t>
            </a:r>
            <a:r>
              <a:rPr lang="nl-NL" sz="1200" b="0" i="1" kern="1200">
                <a:solidFill>
                  <a:schemeClr val="tx1"/>
                </a:solidFill>
                <a:effectLst/>
                <a:latin typeface="+mn-lt"/>
                <a:ea typeface="+mn-ea"/>
                <a:cs typeface="+mn-cs"/>
              </a:rPr>
              <a:t>"mensen met een visuele beperking"</a:t>
            </a:r>
            <a:r>
              <a:rPr lang="nl-NL" sz="1200" b="0" i="0" kern="1200">
                <a:solidFill>
                  <a:schemeClr val="tx1"/>
                </a:solidFill>
                <a:effectLst/>
                <a:latin typeface="+mn-lt"/>
                <a:ea typeface="+mn-ea"/>
                <a:cs typeface="+mn-cs"/>
              </a:rPr>
              <a:t>? Praat je over beperkingen als een eigenschap van de persoon, of als een eigenschap van de omgeving?</a:t>
            </a:r>
          </a:p>
          <a:p>
            <a:r>
              <a:rPr lang="nl-NL" sz="1200" b="0" i="0" kern="1200">
                <a:solidFill>
                  <a:schemeClr val="tx1"/>
                </a:solidFill>
                <a:effectLst/>
                <a:latin typeface="+mn-lt"/>
                <a:ea typeface="+mn-ea"/>
                <a:cs typeface="+mn-cs"/>
              </a:rPr>
              <a:t>Inclusief ontwerpen begint niet met een checklist, maar met een houding — nieuwsgierigheid, respect en de bereidheid om te vragen in plaats van aan te nemen.</a:t>
            </a: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26</a:t>
            </a:fld>
            <a:endParaRPr lang="nl-NL"/>
          </a:p>
        </p:txBody>
      </p:sp>
    </p:spTree>
    <p:extLst>
      <p:ext uri="{BB962C8B-B14F-4D97-AF65-F5344CB8AC3E}">
        <p14:creationId xmlns:p14="http://schemas.microsoft.com/office/powerpoint/2010/main" val="28370751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Het doel van deze dia is de sessie afsluiten met de rode draad zichtbaar.</a:t>
            </a:r>
          </a:p>
          <a:p>
            <a:r>
              <a:rPr lang="nl-NL" sz="1200" b="0" i="0" kern="1200">
                <a:solidFill>
                  <a:schemeClr val="tx1"/>
                </a:solidFill>
                <a:effectLst/>
                <a:latin typeface="+mn-lt"/>
                <a:ea typeface="+mn-ea"/>
                <a:cs typeface="+mn-cs"/>
              </a:rPr>
              <a:t>De vijf punten zijn één samenhangend verhaal over gelijke kansen, bewuste keuzes en de gebruiker als uitgangspunt.</a:t>
            </a:r>
          </a:p>
          <a:p>
            <a:r>
              <a:rPr lang="nl-NL" sz="1200" b="0" i="0" kern="1200">
                <a:solidFill>
                  <a:schemeClr val="tx1"/>
                </a:solidFill>
                <a:effectLst/>
                <a:latin typeface="+mn-lt"/>
                <a:ea typeface="+mn-ea"/>
                <a:cs typeface="+mn-cs"/>
              </a:rPr>
              <a:t>Loop de punten niet mechanisch door. Gebruik ze als kapstok voor een korte reflectie: </a:t>
            </a:r>
            <a:r>
              <a:rPr lang="nl-NL" sz="1200" b="0" i="1" kern="1200">
                <a:solidFill>
                  <a:schemeClr val="tx1"/>
                </a:solidFill>
                <a:effectLst/>
                <a:latin typeface="+mn-lt"/>
                <a:ea typeface="+mn-ea"/>
                <a:cs typeface="+mn-cs"/>
              </a:rPr>
              <a:t>"Welk punt raakte jullie het meest? Wat nemen jullie mee?"</a:t>
            </a:r>
            <a:endParaRPr lang="nl-NL" sz="1200" b="0" i="0" kern="1200">
              <a:solidFill>
                <a:schemeClr val="tx1"/>
              </a:solidFill>
              <a:effectLst/>
              <a:latin typeface="+mn-lt"/>
              <a:ea typeface="+mn-ea"/>
              <a:cs typeface="+mn-cs"/>
            </a:endParaRPr>
          </a:p>
          <a:p>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27</a:t>
            </a:fld>
            <a:endParaRPr lang="nl-NL"/>
          </a:p>
        </p:txBody>
      </p:sp>
    </p:spTree>
    <p:extLst>
      <p:ext uri="{BB962C8B-B14F-4D97-AF65-F5344CB8AC3E}">
        <p14:creationId xmlns:p14="http://schemas.microsoft.com/office/powerpoint/2010/main" val="2423175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Nodig deelnemers uit om vragen te stellen. </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28</a:t>
            </a:fld>
            <a:endParaRPr lang="nl-NL"/>
          </a:p>
        </p:txBody>
      </p:sp>
    </p:spTree>
    <p:extLst>
      <p:ext uri="{BB962C8B-B14F-4D97-AF65-F5344CB8AC3E}">
        <p14:creationId xmlns:p14="http://schemas.microsoft.com/office/powerpoint/2010/main" val="3928488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r>
              <a:rPr lang="nl-NL" sz="1200" b="0" i="0" kern="1200">
                <a:solidFill>
                  <a:schemeClr val="tx1"/>
                </a:solidFill>
                <a:effectLst/>
                <a:latin typeface="+mn-lt"/>
                <a:ea typeface="+mn-ea"/>
                <a:cs typeface="+mn-cs"/>
              </a:rPr>
              <a:t>Verwijs deelnemers naar de bronnen voor verdere verdieping.</a:t>
            </a:r>
            <a:endParaRPr lang="nl-NL"/>
          </a:p>
        </p:txBody>
      </p:sp>
      <p:sp>
        <p:nvSpPr>
          <p:cNvPr id="4" name="Tijdelijke aanduiding voor dianummer 3"/>
          <p:cNvSpPr>
            <a:spLocks noGrp="1"/>
          </p:cNvSpPr>
          <p:nvPr>
            <p:ph type="sldNum" sz="quarter" idx="5"/>
          </p:nvPr>
        </p:nvSpPr>
        <p:spPr/>
        <p:txBody>
          <a:bodyPr/>
          <a:lstStyle/>
          <a:p>
            <a:fld id="{945DCDBF-DF07-42E1-A6C5-1ACF461A284A}" type="slidenum">
              <a:rPr lang="nl-NL" smtClean="0"/>
              <a:t>29</a:t>
            </a:fld>
            <a:endParaRPr lang="nl-NL"/>
          </a:p>
        </p:txBody>
      </p:sp>
    </p:spTree>
    <p:extLst>
      <p:ext uri="{BB962C8B-B14F-4D97-AF65-F5344CB8AC3E}">
        <p14:creationId xmlns:p14="http://schemas.microsoft.com/office/powerpoint/2010/main" val="869175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Uitleg bij sjabloon">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2B6A7F-0A45-D1D3-7DD6-5A2F916049DF}"/>
              </a:ext>
            </a:extLst>
          </p:cNvPr>
          <p:cNvSpPr>
            <a:spLocks noGrp="1"/>
          </p:cNvSpPr>
          <p:nvPr>
            <p:ph type="title" hasCustomPrompt="1"/>
          </p:nvPr>
        </p:nvSpPr>
        <p:spPr>
          <a:xfrm>
            <a:off x="344466" y="56368"/>
            <a:ext cx="11505156" cy="237994"/>
          </a:xfrm>
        </p:spPr>
        <p:txBody>
          <a:bodyPr/>
          <a:lstStyle>
            <a:lvl1pPr>
              <a:defRPr sz="1600"/>
            </a:lvl1pPr>
          </a:lstStyle>
          <a:p>
            <a:r>
              <a:rPr lang="nl-NL"/>
              <a:t>Uitleg bij PowerPoint-sjabloon</a:t>
            </a:r>
          </a:p>
        </p:txBody>
      </p:sp>
      <p:sp>
        <p:nvSpPr>
          <p:cNvPr id="7" name="Tijdelijke aanduiding voor tekst 6">
            <a:extLst>
              <a:ext uri="{FF2B5EF4-FFF2-40B4-BE49-F238E27FC236}">
                <a16:creationId xmlns:a16="http://schemas.microsoft.com/office/drawing/2014/main" id="{5A5571EE-E33F-6538-1A35-8293725ADC33}"/>
              </a:ext>
            </a:extLst>
          </p:cNvPr>
          <p:cNvSpPr>
            <a:spLocks noGrp="1"/>
          </p:cNvSpPr>
          <p:nvPr>
            <p:ph type="body" sz="quarter" idx="13" hasCustomPrompt="1"/>
          </p:nvPr>
        </p:nvSpPr>
        <p:spPr>
          <a:xfrm>
            <a:off x="342378" y="413359"/>
            <a:ext cx="11505156" cy="566195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lang="nl-NL" sz="1200" smtClean="0">
                <a:effectLst/>
              </a:defRPr>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sz="1100" kern="100">
                <a:effectLst/>
                <a:latin typeface="Aptos" panose="020B0004020202020204" pitchFamily="34" charset="0"/>
                <a:ea typeface="Aptos" panose="020B0004020202020204" pitchFamily="34" charset="0"/>
                <a:cs typeface="Times New Roman" panose="02020603050405020304" pitchFamily="18" charset="0"/>
              </a:rPr>
              <a:t>Alle slides in huisstijl zijn te vinden onder ‘dia’s’ en dan ‘nieuwe dia’s’. De eerste zes tekstslides geven een toelichting op deze PowerPoint-sjabloon, zoals huisstijl, afbeeldingen, tabellen en grafieken. Raadpleeg deze instructie!</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Wat is er veranderd, veelal door ontoegankelijkheid of door technische problemen?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De slides met blauwe balk en ons beeldmerk zijn komen te vervallen.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Ons beeldmerk als opsommingsteken is vervangen door het standaardteken.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is nu nog geen </a:t>
            </a:r>
            <a:r>
              <a:rPr lang="nl-NL" sz="1100" err="1">
                <a:effectLst/>
                <a:latin typeface="Aptos" panose="020B0004020202020204" pitchFamily="34" charset="0"/>
                <a:ea typeface="Aptos" panose="020B0004020202020204" pitchFamily="34" charset="0"/>
                <a:cs typeface="Times New Roman" panose="02020603050405020304" pitchFamily="18" charset="0"/>
              </a:rPr>
              <a:t>SmartArt</a:t>
            </a:r>
            <a:r>
              <a:rPr lang="nl-NL" sz="1100">
                <a:effectLst/>
                <a:latin typeface="Aptos" panose="020B0004020202020204" pitchFamily="34" charset="0"/>
                <a:ea typeface="Aptos" panose="020B0004020202020204" pitchFamily="34" charset="0"/>
                <a:cs typeface="Times New Roman" panose="02020603050405020304" pitchFamily="18" charset="0"/>
              </a:rPr>
              <a:t> opgenomen.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De drie halve bollen zijn vervangen voor de drie domeinbollen.</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Er zijn meerdere slides toegevoegd om meer variatie mogelijk te maken gebaseerd op presentaties van verschillende teams. En de slides met afbeeldingen voor de pauze-slide worden nog gemaakt. Gebruik voorlopig even een slide met een afbeelding rechts voor de pauze.</a:t>
            </a:r>
            <a:br>
              <a:rPr lang="nl-NL" sz="1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Zelf invoegen in verband met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Op de slide met onze adresgegevens moet je zelf het adres intypen. Alleen dan is de tekst beschikbaar voor een screenreader. Dat geldt ook voor het logo op het voorblad en op de </a:t>
            </a:r>
            <a:r>
              <a:rPr lang="nl-NL" sz="1100" kern="100" err="1">
                <a:effectLst/>
                <a:latin typeface="Aptos" panose="020B0004020202020204" pitchFamily="34" charset="0"/>
                <a:ea typeface="Aptos" panose="020B0004020202020204" pitchFamily="34" charset="0"/>
                <a:cs typeface="Times New Roman" panose="02020603050405020304" pitchFamily="18" charset="0"/>
              </a:rPr>
              <a:t>sectiescheidingslide</a:t>
            </a:r>
            <a:r>
              <a:rPr lang="nl-NL" sz="1100" kern="100">
                <a:effectLst/>
                <a:latin typeface="Aptos" panose="020B0004020202020204" pitchFamily="34" charset="0"/>
                <a:ea typeface="Aptos" panose="020B0004020202020204" pitchFamily="34" charset="0"/>
                <a:cs typeface="Times New Roman" panose="02020603050405020304" pitchFamily="18" charset="0"/>
              </a:rPr>
              <a:t>. Die moet je er zelf in zetten met alt-tekst. Op de “Accessibility Game” slide moet ook de hele tekst worden geplaatst omdat het anders niet toegankelijk is.</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Koppen: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Ook de slides met afbeeldingen hebben een titel. Koppen zijn verplicht dus ook op de slide met 1 grote afbeelding. Gebruik een van de twee varianten die voor je klaar staan.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Oude presentaties omzetten: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Kopieer alleen de inhoud naar de nieuwe PowerPoint. Voeg geen slides toe uit oude presentaties. Dat draagt niet bij aan de toegankelijkheid.</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kern="100">
                <a:effectLst/>
                <a:latin typeface="Aptos" panose="020B0004020202020204" pitchFamily="34" charset="0"/>
                <a:ea typeface="Aptos" panose="020B0004020202020204" pitchFamily="34" charset="0"/>
                <a:cs typeface="Times New Roman" panose="02020603050405020304" pitchFamily="18" charset="0"/>
              </a:rPr>
              <a:t>Aanvullende wensen:</a:t>
            </a:r>
            <a:br>
              <a:rPr lang="nl-NL" sz="1100" kern="100">
                <a:effectLst/>
                <a:latin typeface="Aptos" panose="020B0004020202020204" pitchFamily="34" charset="0"/>
                <a:ea typeface="Aptos" panose="020B0004020202020204" pitchFamily="34" charset="0"/>
                <a:cs typeface="Times New Roman" panose="02020603050405020304" pitchFamily="18" charset="0"/>
              </a:rPr>
            </a:br>
            <a:r>
              <a:rPr lang="nl-NL" sz="1100">
                <a:effectLst/>
                <a:latin typeface="Aptos" panose="020B0004020202020204" pitchFamily="34" charset="0"/>
                <a:ea typeface="Aptos" panose="020B0004020202020204" pitchFamily="34" charset="0"/>
                <a:cs typeface="Times New Roman" panose="02020603050405020304" pitchFamily="18" charset="0"/>
              </a:rPr>
              <a:t>Mis je een bepaalde opmaak of zie je onvolkomenheden? Klop dan aan bij Catherine Reijers of Joke Hoogeduin.</a:t>
            </a:r>
            <a:endParaRPr lang="nl-NL"/>
          </a:p>
        </p:txBody>
      </p:sp>
      <p:sp>
        <p:nvSpPr>
          <p:cNvPr id="3" name="Tekstvak 2">
            <a:extLst>
              <a:ext uri="{FF2B5EF4-FFF2-40B4-BE49-F238E27FC236}">
                <a16:creationId xmlns:a16="http://schemas.microsoft.com/office/drawing/2014/main" id="{5520EC8A-D349-5618-7B23-DE6E72E900C9}"/>
              </a:ext>
            </a:extLst>
          </p:cNvPr>
          <p:cNvSpPr txBox="1"/>
          <p:nvPr userDrawn="1"/>
        </p:nvSpPr>
        <p:spPr>
          <a:xfrm>
            <a:off x="342378" y="6075309"/>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96093129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Uitleg bij de slide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152637"/>
            <a:ext cx="11505156" cy="216023"/>
          </a:xfrm>
        </p:spPr>
        <p:txBody>
          <a:bodyPr/>
          <a:lstStyle>
            <a:lvl1pPr>
              <a:defRPr sz="1400"/>
            </a:lvl1pPr>
          </a:lstStyle>
          <a:p>
            <a:r>
              <a:rPr lang="nl-NL"/>
              <a:t>Uitleg bij de huisstijl</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512677"/>
            <a:ext cx="11505156" cy="5526324"/>
          </a:xfrm>
        </p:spPr>
        <p:txBody>
          <a:bodyPr/>
          <a:lstStyle>
            <a:lvl1pPr marL="0" indent="0">
              <a:buNone/>
              <a:defRPr sz="1200"/>
            </a:lvl1pPr>
          </a:lstStyle>
          <a:p>
            <a:pPr lvl="0"/>
            <a:r>
              <a:rPr lang="nl-NL"/>
              <a:t>De huisstijl bestaat uit kleuren, afbeeldingen en lay-out.</a:t>
            </a:r>
            <a:br>
              <a:rPr lang="nl-NL"/>
            </a:br>
            <a:r>
              <a:rPr lang="nl-NL"/>
              <a:t>Kleuren en lettertype niet wijzigen. De kleur van de tekst is donkerblauw.</a:t>
            </a:r>
            <a:br>
              <a:rPr lang="nl-NL"/>
            </a:br>
            <a:r>
              <a:rPr lang="nl-NL"/>
              <a:t>Je start met een voorblad. Elk team heeft zijn eigen exemplaar, indien gewenst.</a:t>
            </a:r>
            <a:br>
              <a:rPr lang="nl-NL"/>
            </a:br>
            <a:r>
              <a:rPr lang="nl-NL"/>
              <a:t>We gebruiken geen vetgedrukte tekst voor koppen.</a:t>
            </a:r>
            <a:br>
              <a:rPr lang="nl-NL"/>
            </a:br>
            <a:r>
              <a:rPr lang="nl-NL"/>
              <a:t>Tekst groter of kleiner maken doe je door de tekst te selecteren en dan Ctrl-Shift met het plus- of minteken. Of via tabblad Start, in het onderdeel Lettertype met A^ of Aˇ. Je hele tekst wordt groter of kleiner met behoud van verschillen tussen niveaus.</a:t>
            </a:r>
            <a:br>
              <a:rPr lang="nl-NL"/>
            </a:br>
            <a:r>
              <a:rPr lang="nl-NL"/>
              <a:t>Het opsommingsteken is een bolletje, niet meer ons eigen beeldmerk.</a:t>
            </a:r>
            <a:br>
              <a:rPr lang="nl-NL"/>
            </a:br>
            <a:r>
              <a:rPr lang="nl-NL"/>
              <a:t>Ga niet schuiven met de onderdelen op de slides. De vorm en indeling is ook huisstijl.</a:t>
            </a:r>
            <a:br>
              <a:rPr lang="nl-NL"/>
            </a:br>
            <a:r>
              <a:rPr lang="nl-NL"/>
              <a:t>De accentkleuren zijn aangepast aan het gebruik in grafieken en diagrammen.</a:t>
            </a:r>
            <a:br>
              <a:rPr lang="nl-NL"/>
            </a:br>
            <a:r>
              <a:rPr lang="nl-NL"/>
              <a:t>Een nieuw hoofdstuk kun je aangeven door een sectieslide in te voegen. Gebruik hier geen andere slides voor!</a:t>
            </a:r>
            <a:br>
              <a:rPr lang="nl-NL"/>
            </a:br>
            <a:r>
              <a:rPr lang="nl-NL"/>
              <a:t>Ondertitels mag je weglaten, titels nooit!</a:t>
            </a:r>
            <a:br>
              <a:rPr lang="nl-NL"/>
            </a:br>
            <a:r>
              <a:rPr lang="nl-NL"/>
              <a:t>Titels worden door PowerPoint automatisch omgezet naar Kop1 of Kop 2. De sectieslides zijn Kop1, net zoals het voorblad. De rest is Kop2. Voor het gemak staat dat al op de slide als voorbeeldtekst zodat je weet hoe slides passen in de koppenstructuur.</a:t>
            </a:r>
            <a:br>
              <a:rPr lang="nl-NL"/>
            </a:br>
            <a:r>
              <a:rPr lang="nl-NL"/>
              <a:t>Slides die zijn opgemaakt in de huisstijl kunnen vervolgens gemakkelijk in een andere presentatie die ook is opgemaakt in de huisstijl geschoven worden.</a:t>
            </a:r>
          </a:p>
        </p:txBody>
      </p:sp>
      <p:sp>
        <p:nvSpPr>
          <p:cNvPr id="3" name="Tekstvak 2">
            <a:extLst>
              <a:ext uri="{FF2B5EF4-FFF2-40B4-BE49-F238E27FC236}">
                <a16:creationId xmlns:a16="http://schemas.microsoft.com/office/drawing/2014/main" id="{8377EDD3-7779-E8E7-944F-4B62C5A2C8AE}"/>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49690036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oegankelijkheid controleren in PowerPoi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891276-E6C9-705F-ABB8-3D87DBCC41D8}"/>
              </a:ext>
            </a:extLst>
          </p:cNvPr>
          <p:cNvSpPr>
            <a:spLocks noGrp="1"/>
          </p:cNvSpPr>
          <p:nvPr>
            <p:ph type="title" hasCustomPrompt="1"/>
          </p:nvPr>
        </p:nvSpPr>
        <p:spPr>
          <a:xfrm>
            <a:off x="344466" y="244259"/>
            <a:ext cx="11505156" cy="275571"/>
          </a:xfrm>
        </p:spPr>
        <p:txBody>
          <a:bodyPr/>
          <a:lstStyle>
            <a:lvl1pPr>
              <a:defRPr sz="1400"/>
            </a:lvl1pPr>
          </a:lstStyle>
          <a:p>
            <a:r>
              <a:rPr lang="nl-NL"/>
              <a:t>Toelichting toegankelijkheid controleren</a:t>
            </a:r>
          </a:p>
        </p:txBody>
      </p:sp>
      <p:sp>
        <p:nvSpPr>
          <p:cNvPr id="7" name="Tijdelijke aanduiding voor tekst 6">
            <a:extLst>
              <a:ext uri="{FF2B5EF4-FFF2-40B4-BE49-F238E27FC236}">
                <a16:creationId xmlns:a16="http://schemas.microsoft.com/office/drawing/2014/main" id="{5C411832-7941-5084-6855-2647D7C82236}"/>
              </a:ext>
            </a:extLst>
          </p:cNvPr>
          <p:cNvSpPr>
            <a:spLocks noGrp="1"/>
          </p:cNvSpPr>
          <p:nvPr>
            <p:ph type="body" sz="quarter" idx="13" hasCustomPrompt="1"/>
          </p:nvPr>
        </p:nvSpPr>
        <p:spPr>
          <a:xfrm>
            <a:off x="344466" y="732773"/>
            <a:ext cx="11505156" cy="5306227"/>
          </a:xfrm>
        </p:spPr>
        <p:txBody>
          <a:bodyPr/>
          <a:lstStyle>
            <a:lvl1pPr marL="0" indent="0">
              <a:buNone/>
              <a:defRPr sz="1200"/>
            </a:lvl1pPr>
          </a:lstStyle>
          <a:p>
            <a:pPr lvl="0"/>
            <a:br>
              <a:rPr lang="nl-NL"/>
            </a:br>
            <a:r>
              <a:rPr lang="nl-NL"/>
              <a:t>Ga naar tabblad Controleren en klik op Toegankelijkheid controleren. Klik vervolgens op de eerste in de lijst, Toegankelijkheid controleren. Je krijgt aan de rechterkant van je scherm een lijst met wat er goed of fout is.</a:t>
            </a:r>
            <a:br>
              <a:rPr lang="nl-NL"/>
            </a:br>
            <a:r>
              <a:rPr lang="nl-NL"/>
              <a:t>Daarin staat ook een onderdeel in met alle alt-teksten, die je dan gemakkelijk kunt invullen. Je kunt dit dus ook gebruiken om pas achteraf in één keer al die alt-teksten in te vullen.</a:t>
            </a:r>
            <a:br>
              <a:rPr lang="nl-NL"/>
            </a:br>
            <a:r>
              <a:rPr lang="nl-NL"/>
              <a:t>Let op! De alt-teksten van grafieken of video’s komen niet in die controle naar voren. Deze moet je zelf invullen en controleren. Zie de toelichting op de andere slides.</a:t>
            </a:r>
          </a:p>
        </p:txBody>
      </p:sp>
      <p:sp>
        <p:nvSpPr>
          <p:cNvPr id="3" name="Tekstvak 2">
            <a:extLst>
              <a:ext uri="{FF2B5EF4-FFF2-40B4-BE49-F238E27FC236}">
                <a16:creationId xmlns:a16="http://schemas.microsoft.com/office/drawing/2014/main" id="{DAC360CE-E611-4B17-5C8C-EDE2EE8894F1}"/>
              </a:ext>
            </a:extLst>
          </p:cNvPr>
          <p:cNvSpPr txBox="1"/>
          <p:nvPr userDrawn="1"/>
        </p:nvSpPr>
        <p:spPr>
          <a:xfrm>
            <a:off x="587388" y="6237312"/>
            <a:ext cx="5400600"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41926499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Uitleg afbeelding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152636"/>
            <a:ext cx="11523945" cy="216024"/>
          </a:xfrm>
        </p:spPr>
        <p:txBody>
          <a:bodyPr/>
          <a:lstStyle>
            <a:lvl1pPr>
              <a:defRPr sz="1400"/>
            </a:lvl1pPr>
          </a:lstStyle>
          <a:p>
            <a:r>
              <a:rPr lang="nl-NL"/>
              <a:t>Toelichting afbeeldingen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717481"/>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Je klikt op het icoontje van de afbeelding, zodat je vanuit je map de afbeelding kunt plaatsen. Of je plakt of schuift iets in dat vak vanuit de map.</a:t>
            </a:r>
            <a:br>
              <a:rPr lang="nl-NL"/>
            </a:br>
            <a:r>
              <a:rPr lang="nl-NL"/>
              <a:t>Als het een vak is voor alleen afbeeldingen, dus met maar één icoon van een afbeelding, dan voegt de afbeelding zich naar dat vak, zodat het hele vak gevuld is.</a:t>
            </a:r>
            <a:br>
              <a:rPr lang="nl-NL"/>
            </a:br>
            <a:r>
              <a:rPr lang="nl-NL"/>
              <a:t>Ziet je afbeelding er dan raar uit doordat bijvoorbeeld een kleine afbeelding wordt uitvergroot?</a:t>
            </a:r>
            <a:br>
              <a:rPr lang="nl-NL"/>
            </a:br>
            <a:r>
              <a:rPr lang="nl-NL"/>
              <a:t>Ga dan op die afbeelding staan en ga daarna naar het tabblad “Grafische indeling” of “Afbeeldingsindeling”. Klik daar op “Bijsnijden”.</a:t>
            </a:r>
            <a:br>
              <a:rPr lang="nl-NL"/>
            </a:br>
            <a:r>
              <a:rPr lang="nl-NL"/>
              <a:t>Je ziet onderin het lijstje staan: “Aanpassen”.</a:t>
            </a:r>
            <a:br>
              <a:rPr lang="nl-NL"/>
            </a:br>
            <a:r>
              <a:rPr lang="nl-NL"/>
              <a:t>Daarmee wordt de hoogte van de afbeelding aangepast, terwijl de breedte gelijk wordt aan het vak waarin hij komt te staan.</a:t>
            </a:r>
            <a:br>
              <a:rPr lang="nl-NL"/>
            </a:br>
            <a:r>
              <a:rPr lang="nl-NL"/>
              <a:t>Wil je de afbeelding wel groot, maar wil je een ander gedeelte laten zien? Ga naar het onderdeel “Grootte” in de bovenbalk en klap dat uit met het pijltje rechts onder. Kies voor het laatste tabblad “Afbeelding” en dan in de lijst voor “Bijsnijden”. Gebruik de x-as en y-as om de afbeelding een beetje op te schuiven totdat je datgene ziet wat je wilde tonen.</a:t>
            </a:r>
            <a:br>
              <a:rPr lang="nl-NL"/>
            </a:br>
            <a:r>
              <a:rPr lang="nl-NL"/>
              <a:t>Je hoeft niet alle vakjes te vullen met een afbeelding. De lege vakjes worden witruimtes.</a:t>
            </a:r>
            <a:br>
              <a:rPr lang="nl-NL"/>
            </a:br>
            <a:r>
              <a:rPr lang="nl-NL"/>
              <a:t>Zet tekst in de tekst en niet in een afbeelding. Je kunt er natuurlijk een alt-tekst bij zetten, maar er zijn ook gebruikers met visuele beperkingen die tekst en achtergrond aanpassen, zowel het formaat als de kleuren om het te kunnen zien. Dat lukt niet met een afbeelding. Daarom is een tekst in een afbeelding vaak slecht toegankelijk of zelfs ontoegankelijk.</a:t>
            </a:r>
            <a:br>
              <a:rPr lang="nl-NL"/>
            </a:br>
            <a:r>
              <a:rPr lang="nl-NL"/>
              <a:t>Het logo</a:t>
            </a:r>
            <a:br>
              <a:rPr lang="nl-NL"/>
            </a:br>
            <a:r>
              <a:rPr lang="nl-NL"/>
              <a:t>Op de slides met een logo moet deze in de presentatie zelf worden ingevoegd. Als we het logo in het sjabloon in het </a:t>
            </a:r>
            <a:r>
              <a:rPr lang="nl-NL" err="1"/>
              <a:t>diamodel</a:t>
            </a:r>
            <a:r>
              <a:rPr lang="nl-NL"/>
              <a:t> zetten, dan wordt het door PowerPoint altijd als decoratief gemarkeerd, ook binnen een slide en dan is het logo en daarmee ook de alt-tekst niet beschikbaar voor gebruikers van een screenreader binnen de presentatie (voor je collega’s) of binnen de PDF als hand-out. Er staat een vakje klaar speciaal voor dat logo. Het logo voegt zich naar dat vakje en je hoeft er alleen nog maar een alt-tekst bij te zetten. Gebruik de tekst: Logo Accessibility, onderdeel van Bartiméus, oftewel de hele tekst van het logo.</a:t>
            </a:r>
            <a:br>
              <a:rPr lang="nl-NL"/>
            </a:br>
            <a:r>
              <a:rPr lang="nl-NL"/>
              <a:t>Het logo staat in de Word-sjablonen-2025 map in de sub-map PowerPoint-sjablonen &gt; Afbeeldingen alleen voor PowerPoint. Gebruik deze versie en niet die van de brief. De PowerPoint-versie van het logo is bijgesneden om goed in dat vakje te passen.</a:t>
            </a:r>
          </a:p>
        </p:txBody>
      </p:sp>
      <p:sp>
        <p:nvSpPr>
          <p:cNvPr id="3" name="Tekstvak 2">
            <a:extLst>
              <a:ext uri="{FF2B5EF4-FFF2-40B4-BE49-F238E27FC236}">
                <a16:creationId xmlns:a16="http://schemas.microsoft.com/office/drawing/2014/main" id="{C354A5C4-DC3F-E7FB-65B4-34332FD53A8C}"/>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9505452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Uitleg grafiek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grafieken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0"/>
            <a:ext cx="11536797" cy="5681477"/>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Er staan meerdere iconen in een vak. Klik op het grafiekicoon.</a:t>
            </a:r>
            <a:br>
              <a:rPr lang="nl-NL"/>
            </a:br>
            <a:r>
              <a:rPr lang="nl-NL"/>
              <a:t>De grafiek vormt zich binnen dat vak, wat even kan duren en past zich aan in grootte. Je kunt achteraf het hele vak aanpassen om de grootte aan te passen.</a:t>
            </a:r>
            <a:br>
              <a:rPr lang="nl-NL"/>
            </a:br>
            <a:r>
              <a:rPr lang="nl-NL"/>
              <a:t>De grafiek verschijnt in huisstijlkleuren. Ze hebben voldoende contrast op een witte achtergrond, maar niet ten opzichte van elkaar. Gebruik daarom altijd witruimte tussen de kleuren. PowerPoint regelt dit zelf, maar niet het liggende staafdiagram. Gebruik die dus niet.</a:t>
            </a:r>
            <a:br>
              <a:rPr lang="nl-NL"/>
            </a:br>
            <a:r>
              <a:rPr lang="nl-NL"/>
              <a:t>Grafieken en diagrammen zijn niet vanzelf toegankelijk. Geef ze een goede beschrijving in de titel van de slide, de titel van de grafiek en zo nodig ook in tekst die erbij staat.</a:t>
            </a:r>
            <a:br>
              <a:rPr lang="nl-NL"/>
            </a:br>
            <a:r>
              <a:rPr lang="nl-NL"/>
              <a:t>Geef de grafiek een alt-tekst door met je rechtermuisknop op het vak te klikken waar hij in staat. In een PDF wordt de hele grafiek één afbeelding met die alt-tekst. In de presentatie zelf is de grafiek wel als grafiek beschikbaar voor je collega’s met een visuele beperking.</a:t>
            </a:r>
            <a:br>
              <a:rPr lang="nl-NL"/>
            </a:br>
            <a:r>
              <a:rPr lang="nl-NL"/>
              <a:t>Pas de grafiek daarna aan met de opmaak voor grafieken. Maak alle tekst donkerblauw. PowerPoint (en Word) geven die tekst namelijk uit zichzelf een lichtere tint dan de tekstkleur, blauw in ons geval en dat is slechter leesbaar. Pas waar nodig de grootte van die tekst ook aan.</a:t>
            </a:r>
            <a:br>
              <a:rPr lang="nl-NL"/>
            </a:br>
            <a:r>
              <a:rPr lang="nl-NL"/>
              <a:t>Overweeg om de aantallen ook binnen de grafiek of het diagram te zetten. Een legenda is voor sommige gebruikers lastig te lezen. Probeer je grafiek of diagram zo in te richten dat de legenda of het zien van kleuren niet nodig is om alles te begrijpen.</a:t>
            </a:r>
            <a:br>
              <a:rPr lang="nl-NL"/>
            </a:br>
            <a:br>
              <a:rPr lang="nl-NL"/>
            </a:br>
            <a:r>
              <a:rPr lang="nl-NL"/>
              <a:t>Een grafiek of diagram heeft meestal niet genoeg aan een alt-tekst als enige uitleg. Lange alt-teksten zijn niet goed bruikbaar en er zijn ook gebruikers met een visuele beperking die geen screenreader gebruiken. Naast andere gebruikers die een grafiek niet goed kunnen overzien, maar een tabel en uitleg wel.</a:t>
            </a:r>
            <a:br>
              <a:rPr lang="nl-NL"/>
            </a:br>
            <a:r>
              <a:rPr lang="nl-NL"/>
              <a:t>Maak daarom een extra slide aan, met daarin de tabel waarop de grafiek of het diagram gebaseerd is. Daarvoor zul je een nieuwe tabel moeten maken, want de tabel die je bij de grafiek kunt aanvinken om hem zichtbaar te maken wordt net zoals de grafiek een afbeelding in een PDF. Zet de gegevens dus over naar een gewone, eenvoudige tabel.</a:t>
            </a:r>
            <a:br>
              <a:rPr lang="nl-NL"/>
            </a:br>
            <a:r>
              <a:rPr lang="nl-NL"/>
              <a:t>En geef in tekst bij die tabel de trend en dergelijke aan. Die is namelijk heel duidelijk zichtbaar in een grafiek of diagram, maar nooit hoorbaar in een tabel. Dus vertel je collega of klant op die extra slide even wat er te zien is. Dat is wel zo toegankelijk.</a:t>
            </a:r>
          </a:p>
        </p:txBody>
      </p:sp>
      <p:sp>
        <p:nvSpPr>
          <p:cNvPr id="3" name="Tekstvak 2">
            <a:extLst>
              <a:ext uri="{FF2B5EF4-FFF2-40B4-BE49-F238E27FC236}">
                <a16:creationId xmlns:a16="http://schemas.microsoft.com/office/drawing/2014/main" id="{EF2EAE01-0772-E1F0-B9DD-6056E47703B9}"/>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264457898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Uitleg tabellen  plaats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0AACE4-3DB1-0456-8561-C02BE3B559BC}"/>
              </a:ext>
            </a:extLst>
          </p:cNvPr>
          <p:cNvSpPr>
            <a:spLocks noGrp="1"/>
          </p:cNvSpPr>
          <p:nvPr>
            <p:ph type="title" hasCustomPrompt="1"/>
          </p:nvPr>
        </p:nvSpPr>
        <p:spPr>
          <a:xfrm>
            <a:off x="331940" y="244260"/>
            <a:ext cx="11523945" cy="198160"/>
          </a:xfrm>
        </p:spPr>
        <p:txBody>
          <a:bodyPr/>
          <a:lstStyle>
            <a:lvl1pPr>
              <a:defRPr sz="1400"/>
            </a:lvl1pPr>
          </a:lstStyle>
          <a:p>
            <a:r>
              <a:rPr lang="nl-NL"/>
              <a:t>Toelichting tabellen plaatsen</a:t>
            </a:r>
          </a:p>
        </p:txBody>
      </p:sp>
      <p:sp>
        <p:nvSpPr>
          <p:cNvPr id="7" name="Tijdelijke aanduiding voor tekst 6">
            <a:extLst>
              <a:ext uri="{FF2B5EF4-FFF2-40B4-BE49-F238E27FC236}">
                <a16:creationId xmlns:a16="http://schemas.microsoft.com/office/drawing/2014/main" id="{AEF807CC-8A89-CBFB-A2C8-FA271A6F1B17}"/>
              </a:ext>
            </a:extLst>
          </p:cNvPr>
          <p:cNvSpPr>
            <a:spLocks noGrp="1"/>
          </p:cNvSpPr>
          <p:nvPr>
            <p:ph type="body" sz="quarter" idx="13" hasCustomPrompt="1"/>
          </p:nvPr>
        </p:nvSpPr>
        <p:spPr>
          <a:xfrm>
            <a:off x="319087" y="519831"/>
            <a:ext cx="11536797" cy="5519170"/>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Toegankelijke tabellen zijn kort, in de breedte én lengte.</a:t>
            </a:r>
            <a:br>
              <a:rPr lang="nl-NL"/>
            </a:br>
            <a:r>
              <a:rPr lang="nl-NL"/>
              <a:t>Een lange of brede tabel of eentje met speciale onderdelen zoals samengevoegde cellen of tussenkopjes moet altijd </a:t>
            </a:r>
            <a:r>
              <a:rPr lang="nl-NL" err="1"/>
              <a:t>nabewerkt</a:t>
            </a:r>
            <a:r>
              <a:rPr lang="nl-NL"/>
              <a:t> worden in Acrobat Pro om toegankelijk te worden.</a:t>
            </a:r>
            <a:br>
              <a:rPr lang="nl-NL"/>
            </a:br>
            <a:r>
              <a:rPr lang="nl-NL"/>
              <a:t>Houd niet alleen de klant en PDF in gedachten, maar ook jouw collega’s met een visuele beperking die de PowerPoint of PDF lezen.</a:t>
            </a:r>
            <a:br>
              <a:rPr lang="nl-NL"/>
            </a:br>
            <a:br>
              <a:rPr lang="nl-NL"/>
            </a:br>
            <a:r>
              <a:rPr lang="nl-NL"/>
              <a:t>N.B. Acrobat leest in combinatie met de screenreader NVDA wel de kolomkoppen voor bij de cellen in een PDF, maar nooit de rijkopen. Andere PDF-readers of andere screenreaders lezen die kolom- of rijkoppen helemaal niet voor bij de cellen.</a:t>
            </a:r>
          </a:p>
        </p:txBody>
      </p:sp>
      <p:sp>
        <p:nvSpPr>
          <p:cNvPr id="3" name="Tekstvak 2">
            <a:extLst>
              <a:ext uri="{FF2B5EF4-FFF2-40B4-BE49-F238E27FC236}">
                <a16:creationId xmlns:a16="http://schemas.microsoft.com/office/drawing/2014/main" id="{3D18A7F4-25E8-3F4E-8C92-D4D28B7A897E}"/>
              </a:ext>
            </a:extLst>
          </p:cNvPr>
          <p:cNvSpPr txBox="1"/>
          <p:nvPr userDrawn="1"/>
        </p:nvSpPr>
        <p:spPr>
          <a:xfrm>
            <a:off x="587388" y="6237312"/>
            <a:ext cx="5508612" cy="369332"/>
          </a:xfrm>
          <a:prstGeom prst="rect">
            <a:avLst/>
          </a:prstGeom>
          <a:noFill/>
        </p:spPr>
        <p:txBody>
          <a:bodyPr wrap="square" rtlCol="0">
            <a:spAutoFit/>
          </a:bodyPr>
          <a:lstStyle/>
          <a:p>
            <a:r>
              <a:rPr lang="nl-NL">
                <a:solidFill>
                  <a:srgbClr val="C00000"/>
                </a:solidFill>
              </a:rPr>
              <a:t>Deze slide niet gebruiken in een presentatie!</a:t>
            </a:r>
          </a:p>
        </p:txBody>
      </p:sp>
    </p:spTree>
    <p:extLst>
      <p:ext uri="{BB962C8B-B14F-4D97-AF65-F5344CB8AC3E}">
        <p14:creationId xmlns:p14="http://schemas.microsoft.com/office/powerpoint/2010/main" val="357442374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dia Algemeen">
    <p:spTree>
      <p:nvGrpSpPr>
        <p:cNvPr id="1" name=""/>
        <p:cNvGrpSpPr/>
        <p:nvPr/>
      </p:nvGrpSpPr>
      <p:grpSpPr>
        <a:xfrm>
          <a:off x="0" y="0"/>
          <a:ext cx="0" cy="0"/>
          <a:chOff x="0" y="0"/>
          <a:chExt cx="0" cy="0"/>
        </a:xfrm>
      </p:grpSpPr>
      <p:pic>
        <p:nvPicPr>
          <p:cNvPr id="10" name="Afbeelding 9">
            <a:extLst>
              <a:ext uri="{FF2B5EF4-FFF2-40B4-BE49-F238E27FC236}">
                <a16:creationId xmlns:a16="http://schemas.microsoft.com/office/drawing/2014/main" id="{3B2CB31A-E57E-F7AC-88ED-478B577F5E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3638" y="368300"/>
            <a:ext cx="7562950" cy="990600"/>
          </a:xfrm>
        </p:spPr>
        <p:txBody>
          <a:bodyPr anchor="b"/>
          <a:lstStyle>
            <a:lvl1pPr algn="l">
              <a:defRPr sz="3600"/>
            </a:lvl1pPr>
          </a:lstStyle>
          <a:p>
            <a:r>
              <a:rPr lang="nl-NL"/>
              <a:t>Kop1 van presentatie Algemeen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27" name="Tijdelijke aanduiding voor afbeelding 26" descr="Logo Accessibility, onderdeel van Bartiméus">
            <a:extLst>
              <a:ext uri="{FF2B5EF4-FFF2-40B4-BE49-F238E27FC236}">
                <a16:creationId xmlns:a16="http://schemas.microsoft.com/office/drawing/2014/main" id="{9A87C549-E12E-6182-3C56-75ECE4C3523B}"/>
              </a:ext>
            </a:extLst>
          </p:cNvPr>
          <p:cNvSpPr>
            <a:spLocks noGrp="1"/>
          </p:cNvSpPr>
          <p:nvPr>
            <p:ph type="pic" sz="quarter" idx="10" hasCustomPrompt="1"/>
          </p:nvPr>
        </p:nvSpPr>
        <p:spPr>
          <a:xfrm>
            <a:off x="8940801" y="6092825"/>
            <a:ext cx="2914650" cy="649287"/>
          </a:xfrm>
        </p:spPr>
        <p:txBody>
          <a:bodyPr/>
          <a:lstStyle>
            <a:lvl1pPr marL="0" indent="0">
              <a:lnSpc>
                <a:spcPct val="100000"/>
              </a:lnSpc>
              <a:spcBef>
                <a:spcPts val="600"/>
              </a:spcBef>
              <a:spcAft>
                <a:spcPts val="1800"/>
              </a:spcAft>
              <a:buNone/>
              <a:defRPr sz="1300"/>
            </a:lvl1pPr>
          </a:lstStyle>
          <a:p>
            <a:r>
              <a:rPr lang="nl-NL"/>
              <a:t>Logo. Alt=hele tekst: Accessibility,</a:t>
            </a:r>
            <a:br>
              <a:rPr lang="nl-NL"/>
            </a:br>
            <a:r>
              <a:rPr lang="nl-NL"/>
              <a:t>onderdeel van Bartiméus</a:t>
            </a:r>
          </a:p>
        </p:txBody>
      </p:sp>
    </p:spTree>
    <p:extLst>
      <p:ext uri="{BB962C8B-B14F-4D97-AF65-F5344CB8AC3E}">
        <p14:creationId xmlns:p14="http://schemas.microsoft.com/office/powerpoint/2010/main" val="3820841176"/>
      </p:ext>
    </p:extLst>
  </p:cSld>
  <p:clrMapOvr>
    <a:masterClrMapping/>
  </p:clrMapOvr>
  <p:extLst>
    <p:ext uri="{DCECCB84-F9BA-43D5-87BE-67443E8EF086}">
      <p15:sldGuideLst xmlns:p15="http://schemas.microsoft.com/office/powerpoint/2012/main">
        <p15:guide id="4" pos="5201" userDrawn="1">
          <p15:clr>
            <a:srgbClr val="FBAE40"/>
          </p15:clr>
        </p15:guide>
        <p15:guide id="6" orient="horz" pos="856" userDrawn="1">
          <p15:clr>
            <a:srgbClr val="FBAE40"/>
          </p15:clr>
        </p15:guide>
        <p15:guide id="7" pos="438" userDrawn="1">
          <p15:clr>
            <a:srgbClr val="FBAE40"/>
          </p15:clr>
        </p15:guide>
        <p15:guide id="8" pos="4294" userDrawn="1">
          <p15:clr>
            <a:srgbClr val="FBAE40"/>
          </p15:clr>
        </p15:guide>
        <p15:guide id="9" orient="horz" pos="1480" userDrawn="1">
          <p15:clr>
            <a:srgbClr val="FBAE40"/>
          </p15:clr>
        </p15:guide>
        <p15:guide id="10" orient="horz" pos="232" userDrawn="1">
          <p15:clr>
            <a:srgbClr val="FBAE40"/>
          </p15:clr>
        </p15:guide>
        <p15:guide id="11" orient="horz" pos="1026" userDrawn="1">
          <p15:clr>
            <a:srgbClr val="FBAE40"/>
          </p15:clr>
        </p15:guide>
        <p15:guide id="14" orient="horz" pos="3861" userDrawn="1">
          <p15:clr>
            <a:srgbClr val="FBAE40"/>
          </p15:clr>
        </p15:guide>
        <p15:guide id="15" pos="7468" userDrawn="1">
          <p15:clr>
            <a:srgbClr val="FBAE40"/>
          </p15:clr>
        </p15:guide>
        <p15:guide id="16" orient="horz" pos="4201" userDrawn="1">
          <p15:clr>
            <a:srgbClr val="FBAE40"/>
          </p15:clr>
        </p15:guide>
        <p15:guide id="17" orient="horz" pos="3838" userDrawn="1">
          <p15:clr>
            <a:srgbClr val="FBAE40"/>
          </p15:clr>
        </p15:guide>
        <p15:guide id="18" orient="horz" pos="4247" userDrawn="1">
          <p15:clr>
            <a:srgbClr val="FBAE40"/>
          </p15:clr>
        </p15:guide>
        <p15:guide id="19" pos="563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dia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BE52F01F-570A-4570-6C9D-1B30604D34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Digitaal</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4" y="1628775"/>
            <a:ext cx="6121401"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97FAB55E-AE20-8069-DCA9-BB7440D7514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722123482"/>
      </p:ext>
    </p:extLst>
  </p:cSld>
  <p:clrMapOvr>
    <a:masterClrMapping/>
  </p:clrMapOvr>
  <p:extLst>
    <p:ext uri="{DCECCB84-F9BA-43D5-87BE-67443E8EF086}">
      <p15:sldGuideLst xmlns:p15="http://schemas.microsoft.com/office/powerpoint/2012/main">
        <p15:guide id="1" orient="horz" pos="232" userDrawn="1">
          <p15:clr>
            <a:srgbClr val="FBAE40"/>
          </p15:clr>
        </p15:guide>
        <p15:guide id="2" pos="3840"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632" userDrawn="1">
          <p15:clr>
            <a:srgbClr val="FBAE40"/>
          </p15:clr>
        </p15:guide>
        <p15:guide id="9" pos="4294" userDrawn="1">
          <p15:clr>
            <a:srgbClr val="FBAE40"/>
          </p15:clr>
        </p15:guide>
        <p15:guide id="10" pos="7468" userDrawn="1">
          <p15:clr>
            <a:srgbClr val="FBAE40"/>
          </p15:clr>
        </p15:guide>
        <p15:guide id="11" orient="horz" pos="3861" userDrawn="1">
          <p15:clr>
            <a:srgbClr val="FBAE40"/>
          </p15:clr>
        </p15:guide>
        <p15:guide id="12" pos="5201" userDrawn="1">
          <p15:clr>
            <a:srgbClr val="FBAE40"/>
          </p15:clr>
        </p15:guide>
        <p15:guide id="13" orient="horz" pos="3838" userDrawn="1">
          <p15:clr>
            <a:srgbClr val="FBAE40"/>
          </p15:clr>
        </p15:guide>
        <p15:guide id="14" orient="horz" pos="4247" userDrawn="1">
          <p15:clr>
            <a:srgbClr val="FBAE40"/>
          </p15:clr>
        </p15:guide>
        <p15:guide id="15" orient="horz" pos="420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dia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AFB4E14-FE25-F9CB-9062-AA5531A406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Fysiek binnen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5" name="Tijdelijke aanduiding voor afbeelding 4">
            <a:extLst>
              <a:ext uri="{FF2B5EF4-FFF2-40B4-BE49-F238E27FC236}">
                <a16:creationId xmlns:a16="http://schemas.microsoft.com/office/drawing/2014/main" id="{DF63249B-9916-B30C-2BCE-8B118A46867B}"/>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698311428"/>
      </p:ext>
    </p:extLst>
  </p:cSld>
  <p:clrMapOvr>
    <a:masterClrMapping/>
  </p:clrMapOvr>
  <p:extLst>
    <p:ext uri="{DCECCB84-F9BA-43D5-87BE-67443E8EF086}">
      <p15:sldGuideLst xmlns:p15="http://schemas.microsoft.com/office/powerpoint/2012/main">
        <p15:guide id="1" orient="horz" pos="3861" userDrawn="1">
          <p15:clr>
            <a:srgbClr val="FBAE40"/>
          </p15:clr>
        </p15:guide>
        <p15:guide id="3" pos="438" userDrawn="1">
          <p15:clr>
            <a:srgbClr val="FBAE40"/>
          </p15:clr>
        </p15:guide>
        <p15:guide id="4" pos="7468"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pos="5201" userDrawn="1">
          <p15:clr>
            <a:srgbClr val="FBAE40"/>
          </p15:clr>
        </p15:guide>
        <p15:guide id="12" orient="horz" pos="3838" userDrawn="1">
          <p15:clr>
            <a:srgbClr val="FBAE40"/>
          </p15:clr>
        </p15:guide>
        <p15:guide id="13" orient="horz" pos="4201" userDrawn="1">
          <p15:clr>
            <a:srgbClr val="FBAE40"/>
          </p15:clr>
        </p15:guide>
        <p15:guide id="14" orient="horz" pos="4247"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eldia Fsy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44C7A7A0-BF74-BB48-B83A-E7227CC81F2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599"/>
          </a:xfrm>
        </p:spPr>
        <p:txBody>
          <a:bodyPr anchor="b"/>
          <a:lstStyle>
            <a:lvl1pPr algn="l">
              <a:defRPr sz="3600"/>
            </a:lvl1pPr>
          </a:lstStyle>
          <a:p>
            <a:r>
              <a:rPr lang="nl-NL"/>
              <a:t>Kop1 van presentatie Fysiek buiten</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5" y="1628775"/>
            <a:ext cx="6121400" cy="720725"/>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6" name="Tijdelijke aanduiding voor afbeelding 5">
            <a:extLst>
              <a:ext uri="{FF2B5EF4-FFF2-40B4-BE49-F238E27FC236}">
                <a16:creationId xmlns:a16="http://schemas.microsoft.com/office/drawing/2014/main" id="{C85554F9-6964-2DBC-97FA-A3BC2C598488}"/>
              </a:ext>
            </a:extLst>
          </p:cNvPr>
          <p:cNvSpPr>
            <a:spLocks noGrp="1"/>
          </p:cNvSpPr>
          <p:nvPr>
            <p:ph type="pic" sz="quarter" idx="10" hasCustomPrompt="1"/>
          </p:nvPr>
        </p:nvSpPr>
        <p:spPr>
          <a:xfrm>
            <a:off x="8940800" y="6092825"/>
            <a:ext cx="2916238"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1894435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7469" userDrawn="1">
          <p15:clr>
            <a:srgbClr val="FBAE40"/>
          </p15:clr>
        </p15:guide>
        <p15:guide id="11" pos="5632" userDrawn="1">
          <p15:clr>
            <a:srgbClr val="FBAE40"/>
          </p15:clr>
        </p15:guide>
        <p15:guide id="12"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eldia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7DA28379-E2A1-8B3F-D31A-2ACD3E3E91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51AAA0E3-C0B1-F575-52C3-CC351CC8781E}"/>
              </a:ext>
            </a:extLst>
          </p:cNvPr>
          <p:cNvSpPr>
            <a:spLocks noGrp="1"/>
          </p:cNvSpPr>
          <p:nvPr>
            <p:ph type="ctrTitle" hasCustomPrompt="1"/>
          </p:nvPr>
        </p:nvSpPr>
        <p:spPr>
          <a:xfrm>
            <a:off x="695325" y="368300"/>
            <a:ext cx="7561263" cy="990600"/>
          </a:xfrm>
        </p:spPr>
        <p:txBody>
          <a:bodyPr anchor="b"/>
          <a:lstStyle>
            <a:lvl1pPr algn="l">
              <a:defRPr sz="3600"/>
            </a:lvl1pPr>
          </a:lstStyle>
          <a:p>
            <a:r>
              <a:rPr lang="nl-NL"/>
              <a:t>Kop1 van presentatie Gebruikersonderzoek</a:t>
            </a:r>
          </a:p>
        </p:txBody>
      </p:sp>
      <p:sp>
        <p:nvSpPr>
          <p:cNvPr id="3" name="Ondertitel 2">
            <a:extLst>
              <a:ext uri="{FF2B5EF4-FFF2-40B4-BE49-F238E27FC236}">
                <a16:creationId xmlns:a16="http://schemas.microsoft.com/office/drawing/2014/main" id="{92233963-B419-93BB-C257-65F8E92AF9CB}"/>
              </a:ext>
            </a:extLst>
          </p:cNvPr>
          <p:cNvSpPr>
            <a:spLocks noGrp="1"/>
          </p:cNvSpPr>
          <p:nvPr>
            <p:ph type="subTitle" idx="1" hasCustomPrompt="1"/>
          </p:nvPr>
        </p:nvSpPr>
        <p:spPr>
          <a:xfrm>
            <a:off x="695326" y="1628776"/>
            <a:ext cx="6121400" cy="720724"/>
          </a:xfrm>
        </p:spPr>
        <p:txBody>
          <a:bodyPr/>
          <a:lstStyle>
            <a:lvl1pPr marL="0" indent="0" algn="l">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Ondertitel</a:t>
            </a:r>
          </a:p>
        </p:txBody>
      </p:sp>
      <p:sp>
        <p:nvSpPr>
          <p:cNvPr id="8" name="Tijdelijke aanduiding voor afbeelding 7">
            <a:extLst>
              <a:ext uri="{FF2B5EF4-FFF2-40B4-BE49-F238E27FC236}">
                <a16:creationId xmlns:a16="http://schemas.microsoft.com/office/drawing/2014/main" id="{D1D03FAC-98EF-0379-4367-0251FDEC732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2983385745"/>
      </p:ext>
    </p:extLst>
  </p:cSld>
  <p:clrMapOvr>
    <a:masterClrMapping/>
  </p:clrMapOvr>
  <p:extLst>
    <p:ext uri="{DCECCB84-F9BA-43D5-87BE-67443E8EF086}">
      <p15:sldGuideLst xmlns:p15="http://schemas.microsoft.com/office/powerpoint/2012/main">
        <p15:guide id="2" pos="7468"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1480" userDrawn="1">
          <p15:clr>
            <a:srgbClr val="FBAE40"/>
          </p15:clr>
        </p15:guide>
        <p15:guide id="7" pos="438" userDrawn="1">
          <p15:clr>
            <a:srgbClr val="FBAE40"/>
          </p15:clr>
        </p15:guide>
        <p15:guide id="8" pos="5201" userDrawn="1">
          <p15:clr>
            <a:srgbClr val="FBAE40"/>
          </p15:clr>
        </p15:guide>
        <p15:guide id="9" pos="4294" userDrawn="1">
          <p15:clr>
            <a:srgbClr val="FBAE40"/>
          </p15:clr>
        </p15:guide>
        <p15:guide id="11" orient="horz" pos="3861" userDrawn="1">
          <p15:clr>
            <a:srgbClr val="FBAE40"/>
          </p15:clr>
        </p15:guide>
        <p15:guide id="12" pos="5632" userDrawn="1">
          <p15:clr>
            <a:srgbClr val="FBAE40"/>
          </p15:clr>
        </p15:guide>
        <p15:guide id="13" orient="horz" pos="3838" userDrawn="1">
          <p15:clr>
            <a:srgbClr val="FBAE40"/>
          </p15:clr>
        </p15:guide>
        <p15:guide id="14" orient="horz" pos="4201" userDrawn="1">
          <p15:clr>
            <a:srgbClr val="FBAE40"/>
          </p15:clr>
        </p15:guide>
        <p15:guide id="15" orient="horz" pos="4247"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ersoonsgegeven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F50209-2C36-F038-7520-FAD53C2EB817}"/>
              </a:ext>
            </a:extLst>
          </p:cNvPr>
          <p:cNvSpPr>
            <a:spLocks noGrp="1"/>
          </p:cNvSpPr>
          <p:nvPr>
            <p:ph type="title" hasCustomPrompt="1"/>
          </p:nvPr>
        </p:nvSpPr>
        <p:spPr>
          <a:xfrm>
            <a:off x="882035" y="1808163"/>
            <a:ext cx="7019925" cy="720726"/>
          </a:xfrm>
        </p:spPr>
        <p:txBody>
          <a:bodyPr/>
          <a:lstStyle>
            <a:lvl1pPr>
              <a:defRPr sz="2800"/>
            </a:lvl1pPr>
          </a:lstStyle>
          <a:p>
            <a:r>
              <a:rPr lang="nl-NL"/>
              <a:t>Naam medewerker (=Kop2)</a:t>
            </a:r>
          </a:p>
        </p:txBody>
      </p:sp>
      <p:sp>
        <p:nvSpPr>
          <p:cNvPr id="7" name="Tijdelijke aanduiding voor tekst 6">
            <a:extLst>
              <a:ext uri="{FF2B5EF4-FFF2-40B4-BE49-F238E27FC236}">
                <a16:creationId xmlns:a16="http://schemas.microsoft.com/office/drawing/2014/main" id="{145A1715-629E-2621-6761-BEBBFC892E08}"/>
              </a:ext>
            </a:extLst>
          </p:cNvPr>
          <p:cNvSpPr>
            <a:spLocks noGrp="1"/>
          </p:cNvSpPr>
          <p:nvPr>
            <p:ph type="body" sz="quarter" idx="13" hasCustomPrompt="1"/>
          </p:nvPr>
        </p:nvSpPr>
        <p:spPr>
          <a:xfrm>
            <a:off x="876300" y="2708275"/>
            <a:ext cx="7019925" cy="720725"/>
          </a:xfrm>
        </p:spPr>
        <p:txBody>
          <a:bodyPr anchor="ctr"/>
          <a:lstStyle>
            <a:lvl1pPr marL="0" indent="0">
              <a:buNone/>
              <a:defRPr/>
            </a:lvl1pPr>
            <a:lvl2pPr marL="239400" indent="0">
              <a:buNone/>
              <a:defRPr/>
            </a:lvl2pPr>
            <a:lvl3pPr marL="491400" indent="0">
              <a:buNone/>
              <a:defRPr/>
            </a:lvl3pPr>
            <a:lvl4pPr marL="743400" indent="0">
              <a:buNone/>
              <a:defRPr/>
            </a:lvl4pPr>
            <a:lvl5pPr marL="995400" indent="0">
              <a:buNone/>
              <a:defRPr/>
            </a:lvl5pPr>
          </a:lstStyle>
          <a:p>
            <a:pPr lvl="0"/>
            <a:r>
              <a:rPr lang="nl-NL"/>
              <a:t>Functie</a:t>
            </a:r>
          </a:p>
        </p:txBody>
      </p:sp>
      <p:sp>
        <p:nvSpPr>
          <p:cNvPr id="9" name="Tijdelijke aanduiding voor tekst 8">
            <a:extLst>
              <a:ext uri="{FF2B5EF4-FFF2-40B4-BE49-F238E27FC236}">
                <a16:creationId xmlns:a16="http://schemas.microsoft.com/office/drawing/2014/main" id="{5616F459-8A07-ED67-34B8-805FF49C7C32}"/>
              </a:ext>
            </a:extLst>
          </p:cNvPr>
          <p:cNvSpPr>
            <a:spLocks noGrp="1"/>
          </p:cNvSpPr>
          <p:nvPr>
            <p:ph type="body" sz="quarter" idx="14" hasCustomPrompt="1"/>
          </p:nvPr>
        </p:nvSpPr>
        <p:spPr>
          <a:xfrm>
            <a:off x="884646" y="3608388"/>
            <a:ext cx="7019925" cy="360362"/>
          </a:xfrm>
        </p:spPr>
        <p:txBody>
          <a:bodyPr anchor="ctr"/>
          <a:lstStyle>
            <a:lvl1pPr marL="0" indent="0">
              <a:buNone/>
              <a:defRPr/>
            </a:lvl1pPr>
          </a:lstStyle>
          <a:p>
            <a:pPr lvl="0"/>
            <a:r>
              <a:rPr lang="nl-NL"/>
              <a:t>E-mail</a:t>
            </a:r>
          </a:p>
        </p:txBody>
      </p:sp>
      <p:sp>
        <p:nvSpPr>
          <p:cNvPr id="15" name="Tijdelijke aanduiding voor afbeelding 14">
            <a:extLst>
              <a:ext uri="{FF2B5EF4-FFF2-40B4-BE49-F238E27FC236}">
                <a16:creationId xmlns:a16="http://schemas.microsoft.com/office/drawing/2014/main" id="{BBB7DDF7-1AC2-FAC9-59EE-82B6DBBD11EF}"/>
              </a:ext>
            </a:extLst>
          </p:cNvPr>
          <p:cNvSpPr>
            <a:spLocks noGrp="1"/>
          </p:cNvSpPr>
          <p:nvPr>
            <p:ph type="pic" sz="quarter" idx="16" hasCustomPrompt="1"/>
          </p:nvPr>
        </p:nvSpPr>
        <p:spPr>
          <a:xfrm>
            <a:off x="8796338" y="1628774"/>
            <a:ext cx="2519362" cy="2520951"/>
          </a:xfrm>
          <a:prstGeom prst="rect">
            <a:avLst/>
          </a:prstGeom>
        </p:spPr>
        <p:txBody>
          <a:bodyPr/>
          <a:lstStyle>
            <a:lvl1pPr marL="0" indent="0">
              <a:buNone/>
              <a:defRPr sz="1400"/>
            </a:lvl1pPr>
          </a:lstStyle>
          <a:p>
            <a:r>
              <a:rPr lang="nl-NL"/>
              <a:t>Foto van medewerker</a:t>
            </a:r>
            <a:br>
              <a:rPr lang="nl-NL"/>
            </a:br>
            <a:r>
              <a:rPr lang="nl-NL"/>
              <a:t>Denk om de alt-tekst, de naam hiernaast is niet voldoende</a:t>
            </a:r>
          </a:p>
        </p:txBody>
      </p:sp>
      <p:sp>
        <p:nvSpPr>
          <p:cNvPr id="5" name="Tijdelijke aanduiding voor tekst 4">
            <a:extLst>
              <a:ext uri="{FF2B5EF4-FFF2-40B4-BE49-F238E27FC236}">
                <a16:creationId xmlns:a16="http://schemas.microsoft.com/office/drawing/2014/main" id="{F2B1DFD1-2B3E-7DF6-6338-33ABB1235EDB}"/>
              </a:ext>
            </a:extLst>
          </p:cNvPr>
          <p:cNvSpPr>
            <a:spLocks noGrp="1"/>
          </p:cNvSpPr>
          <p:nvPr>
            <p:ph type="body" sz="quarter" idx="17" hasCustomPrompt="1"/>
          </p:nvPr>
        </p:nvSpPr>
        <p:spPr>
          <a:xfrm>
            <a:off x="884238" y="4913313"/>
            <a:ext cx="7011987" cy="1035050"/>
          </a:xfrm>
        </p:spPr>
        <p:txBody>
          <a:bodyPr/>
          <a:lstStyle>
            <a:lvl1pPr marL="0" indent="0">
              <a:buNone/>
              <a:defRPr/>
            </a:lvl1pPr>
          </a:lstStyle>
          <a:p>
            <a:pPr lvl="0"/>
            <a:r>
              <a:rPr lang="nl-NL" sz="2400"/>
              <a:t>Zelf invullen, want anders niet toegankelijk, Christiaan Krammlaan 2, 3571 AX Utrecht</a:t>
            </a:r>
          </a:p>
          <a:p>
            <a:pPr lvl="0"/>
            <a:endParaRPr lang="nl-NL"/>
          </a:p>
        </p:txBody>
      </p:sp>
      <p:pic>
        <p:nvPicPr>
          <p:cNvPr id="4" name="Graphic 3">
            <a:extLst>
              <a:ext uri="{FF2B5EF4-FFF2-40B4-BE49-F238E27FC236}">
                <a16:creationId xmlns:a16="http://schemas.microsoft.com/office/drawing/2014/main" id="{FB97A4AC-EA1F-40C8-E224-A1B4B94F0B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3373" y="314482"/>
            <a:ext cx="3592151" cy="810261"/>
          </a:xfrm>
          <a:prstGeom prst="rect">
            <a:avLst/>
          </a:prstGeom>
        </p:spPr>
      </p:pic>
    </p:spTree>
    <p:extLst>
      <p:ext uri="{BB962C8B-B14F-4D97-AF65-F5344CB8AC3E}">
        <p14:creationId xmlns:p14="http://schemas.microsoft.com/office/powerpoint/2010/main" val="2757306763"/>
      </p:ext>
    </p:extLst>
  </p:cSld>
  <p:clrMapOvr>
    <a:masterClrMapping/>
  </p:clrMapOvr>
  <p:extLst>
    <p:ext uri="{DCECCB84-F9BA-43D5-87BE-67443E8EF086}">
      <p15:sldGuideLst xmlns:p15="http://schemas.microsoft.com/office/powerpoint/2012/main">
        <p15:guide id="1" orient="horz" pos="2160" userDrawn="1">
          <p15:clr>
            <a:srgbClr val="FBAE40"/>
          </p15:clr>
        </p15:guide>
        <p15:guide id="3" pos="438" userDrawn="1">
          <p15:clr>
            <a:srgbClr val="FBAE40"/>
          </p15:clr>
        </p15:guide>
        <p15:guide id="4" pos="7242" userDrawn="1">
          <p15:clr>
            <a:srgbClr val="FBAE40"/>
          </p15:clr>
        </p15:guide>
        <p15:guide id="5" pos="5541" userDrawn="1">
          <p15:clr>
            <a:srgbClr val="FBAE40"/>
          </p15:clr>
        </p15:guide>
        <p15:guide id="6" pos="7128" userDrawn="1">
          <p15:clr>
            <a:srgbClr val="FBAE40"/>
          </p15:clr>
        </p15:guide>
        <p15:guide id="7" pos="552" userDrawn="1">
          <p15:clr>
            <a:srgbClr val="FBAE40"/>
          </p15:clr>
        </p15:guide>
        <p15:guide id="8" orient="horz" pos="1026" userDrawn="1">
          <p15:clr>
            <a:srgbClr val="FBAE40"/>
          </p15:clr>
        </p15:guide>
        <p15:guide id="9" orient="horz" pos="4201" userDrawn="1">
          <p15:clr>
            <a:srgbClr val="FBAE40"/>
          </p15:clr>
        </p15:guide>
        <p15:guide id="10" orient="horz" pos="3747" userDrawn="1">
          <p15:clr>
            <a:srgbClr val="FBAE40"/>
          </p15:clr>
        </p15:guide>
        <p15:guide id="11" orient="horz" pos="3861" userDrawn="1">
          <p15:clr>
            <a:srgbClr val="FBAE40"/>
          </p15:clr>
        </p15:guide>
        <p15:guide id="12" orient="horz" pos="1593" userDrawn="1">
          <p15:clr>
            <a:srgbClr val="FBAE40"/>
          </p15:clr>
        </p15:guide>
        <p15:guide id="13" pos="4974" userDrawn="1">
          <p15:clr>
            <a:srgbClr val="FBAE40"/>
          </p15:clr>
        </p15:guide>
        <p15:guide id="14" orient="horz" pos="1706" userDrawn="1">
          <p15:clr>
            <a:srgbClr val="FBAE40"/>
          </p15:clr>
        </p15:guide>
        <p15:guide id="16" orient="horz" pos="2614" userDrawn="1">
          <p15:clr>
            <a:srgbClr val="FBAE40"/>
          </p15:clr>
        </p15:guide>
        <p15:guide id="17" orient="horz" pos="3095" userDrawn="1">
          <p15:clr>
            <a:srgbClr val="FBAE40"/>
          </p15:clr>
        </p15:guide>
        <p15:guide id="19" orient="horz" pos="1139" userDrawn="1">
          <p15:clr>
            <a:srgbClr val="FBAE40"/>
          </p15:clr>
        </p15:guide>
        <p15:guide id="20" orient="horz" pos="2500" userDrawn="1">
          <p15:clr>
            <a:srgbClr val="FBAE40"/>
          </p15:clr>
        </p15:guide>
        <p15:guide id="22" orient="horz" pos="232" userDrawn="1">
          <p15:clr>
            <a:srgbClr val="FBAE40"/>
          </p15:clr>
        </p15:guide>
        <p15:guide id="23" orient="horz" pos="57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en tekst, grafiek of tabel  volle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5" y="368300"/>
            <a:ext cx="10801350" cy="990600"/>
          </a:xfrm>
        </p:spPr>
        <p:txBody>
          <a:bodyPr/>
          <a:lstStyle>
            <a:lvl1pPr>
              <a:defRPr/>
            </a:lvl1pPr>
          </a:lstStyle>
          <a:p>
            <a:r>
              <a:rPr lang="nl-NL"/>
              <a:t>Kop2 boven tekst of bijvoorbeeld een grafiek over de volle breedte</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a:lstStyle>
            <a:lvl1pPr marL="230400" indent="-230400">
              <a:buFont typeface="Arial" panose="020B0604020202020204" pitchFamily="34" charset="0"/>
              <a:buChar char="•"/>
              <a:defRPr/>
            </a:lvl1pPr>
            <a:lvl2pPr>
              <a:defRPr/>
            </a:lvl2pPr>
            <a:lvl3pPr>
              <a:defRPr/>
            </a:lvl3pPr>
          </a:lstStyle>
          <a:p>
            <a:pPr lvl="0"/>
            <a:r>
              <a:rPr lang="nl-NL"/>
              <a:t>Tekst kleiner of groter maken? Selecteer alle tekst en klik Ctrl-Shift plus of min. Of ga naar tabblad Start, klik in Lettertype op A^ of Aˇ. Je hele tekst wordt groter of kleiner met behoud van verschillen tussen niveaus.</a:t>
            </a:r>
            <a:br>
              <a:rPr lang="nl-NL"/>
            </a:br>
            <a:r>
              <a:rPr lang="nl-NL"/>
              <a:t>Grafiek of tabel invoegen? Klik op het icoon van de grafiek of tabel. De kleuren van de grafiek zijn al toegankelijk en in de huisstijl. Zie uitlegslide.</a:t>
            </a:r>
          </a:p>
          <a:p>
            <a:pPr lvl="1"/>
            <a:r>
              <a:rPr lang="nl-NL"/>
              <a:t>Tweede niveau</a:t>
            </a:r>
          </a:p>
          <a:p>
            <a:pPr lvl="2"/>
            <a:r>
              <a:rPr lang="nl-NL"/>
              <a:t>Derde niveau</a:t>
            </a:r>
          </a:p>
          <a:p>
            <a:pPr lvl="0"/>
            <a:endParaRPr lang="nl-NL"/>
          </a:p>
        </p:txBody>
      </p:sp>
    </p:spTree>
    <p:extLst>
      <p:ext uri="{BB962C8B-B14F-4D97-AF65-F5344CB8AC3E}">
        <p14:creationId xmlns:p14="http://schemas.microsoft.com/office/powerpoint/2010/main" val="26341499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67" userDrawn="1">
          <p15:clr>
            <a:srgbClr val="FBAE40"/>
          </p15:clr>
        </p15:guide>
        <p15:guide id="10" orient="horz" pos="4201" userDrawn="1">
          <p15:clr>
            <a:srgbClr val="FBAE40"/>
          </p15:clr>
        </p15:guide>
        <p15:guide id="11" orient="horz" pos="3747" userDrawn="1">
          <p15:clr>
            <a:srgbClr val="FBAE40"/>
          </p15:clr>
        </p15:guide>
        <p15:guide id="12" orient="horz" pos="102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tekst 2/3 breed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over twee derde van de volle breedte</a:t>
            </a:r>
          </a:p>
        </p:txBody>
      </p:sp>
      <p:sp>
        <p:nvSpPr>
          <p:cNvPr id="3" name="Tijdelijke aanduiding voor inhoud 2">
            <a:extLst>
              <a:ext uri="{FF2B5EF4-FFF2-40B4-BE49-F238E27FC236}">
                <a16:creationId xmlns:a16="http://schemas.microsoft.com/office/drawing/2014/main" id="{578513C4-F7CF-A967-502E-A5575764B62F}"/>
              </a:ext>
              <a:ext uri="{C183D7F6-B498-43B3-948B-1728B52AA6E4}">
                <adec:decorative xmlns:adec="http://schemas.microsoft.com/office/drawing/2017/decorative" val="0"/>
              </a:ext>
            </a:extLst>
          </p:cNvPr>
          <p:cNvSpPr>
            <a:spLocks noGrp="1"/>
          </p:cNvSpPr>
          <p:nvPr>
            <p:ph idx="1" hasCustomPrompt="1"/>
          </p:nvPr>
        </p:nvSpPr>
        <p:spPr>
          <a:xfrm>
            <a:off x="876299" y="1628775"/>
            <a:ext cx="7199313" cy="4319588"/>
          </a:xfrm>
        </p:spPr>
        <p:txBody>
          <a:bodyPr/>
          <a:lstStyle>
            <a:lvl1pPr>
              <a:defRPr/>
            </a:lvl1pPr>
            <a:lvl3pPr marL="491400" indent="0">
              <a:buNone/>
              <a:defRPr/>
            </a:lvl3pPr>
          </a:lstStyle>
          <a:p>
            <a:pPr lvl="0"/>
            <a:r>
              <a:rPr lang="nl-NL"/>
              <a:t>Tekst kleiner of groter maken? Selecteer alle tekst en klik Ctrl-Shift plus of min. Of ga naar tabblad Start, klik in Lettertype op A^ of Aˇ. Je hele tekst wordt groter of kleiner met behoud van verschillen tussen niveaus. Grafiek of tabel invoegen? Klik op het icoon van de grafiek of tabel. De kleuren van de grafiek zijn al toegankelijk en in de huisstijl. Zie uitlegslide</a:t>
            </a:r>
          </a:p>
          <a:p>
            <a:pPr lvl="1"/>
            <a:r>
              <a:rPr lang="nl-NL"/>
              <a:t>Tweede niveau</a:t>
            </a:r>
          </a:p>
        </p:txBody>
      </p:sp>
    </p:spTree>
    <p:extLst>
      <p:ext uri="{BB962C8B-B14F-4D97-AF65-F5344CB8AC3E}">
        <p14:creationId xmlns:p14="http://schemas.microsoft.com/office/powerpoint/2010/main" val="3064923961"/>
      </p:ext>
    </p:extLst>
  </p:cSld>
  <p:clrMapOvr>
    <a:masterClrMapping/>
  </p:clrMapOvr>
  <p:extLst>
    <p:ext uri="{DCECCB84-F9BA-43D5-87BE-67443E8EF086}">
      <p15:sldGuideLst xmlns:p15="http://schemas.microsoft.com/office/powerpoint/2012/main">
        <p15:guide id="3" pos="438" userDrawn="1">
          <p15:clr>
            <a:srgbClr val="FBAE40"/>
          </p15:clr>
        </p15:guide>
        <p15:guide id="4" pos="7242" userDrawn="1">
          <p15:clr>
            <a:srgbClr val="FBAE40"/>
          </p15:clr>
        </p15:guide>
        <p15:guide id="5" pos="552" userDrawn="1">
          <p15:clr>
            <a:srgbClr val="FBAE40"/>
          </p15:clr>
        </p15:guide>
        <p15:guide id="6" pos="7128" userDrawn="1">
          <p15:clr>
            <a:srgbClr val="FBAE40"/>
          </p15:clr>
        </p15:guide>
        <p15:guide id="7" orient="horz" pos="232" userDrawn="1">
          <p15:clr>
            <a:srgbClr val="FBAE40"/>
          </p15:clr>
        </p15:guide>
        <p15:guide id="8" orient="horz" pos="856" userDrawn="1">
          <p15:clr>
            <a:srgbClr val="FBAE40"/>
          </p15:clr>
        </p15:guide>
        <p15:guide id="10" orient="horz" pos="4201" userDrawn="1">
          <p15:clr>
            <a:srgbClr val="FBAE40"/>
          </p15:clr>
        </p15:guide>
        <p15:guide id="11" orient="horz" pos="3861" userDrawn="1">
          <p15:clr>
            <a:srgbClr val="FBAE40"/>
          </p15:clr>
        </p15:guide>
        <p15:guide id="12" orient="horz" pos="3747" userDrawn="1">
          <p15:clr>
            <a:srgbClr val="FBAE40"/>
          </p15:clr>
        </p15:guide>
        <p15:guide id="13" pos="5087" userDrawn="1">
          <p15:clr>
            <a:srgbClr val="FBAE40"/>
          </p15:clr>
        </p15:guide>
        <p15:guide id="14" orient="horz" pos="1026"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tekst 2 kolomm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735FF-B7B0-477D-AAD8-4DA8663358E9}"/>
              </a:ext>
            </a:extLst>
          </p:cNvPr>
          <p:cNvSpPr>
            <a:spLocks noGrp="1"/>
          </p:cNvSpPr>
          <p:nvPr>
            <p:ph type="title" hasCustomPrompt="1"/>
          </p:nvPr>
        </p:nvSpPr>
        <p:spPr>
          <a:xfrm>
            <a:off x="695324" y="368300"/>
            <a:ext cx="10801351" cy="990600"/>
          </a:xfrm>
        </p:spPr>
        <p:txBody>
          <a:bodyPr/>
          <a:lstStyle>
            <a:lvl1pPr>
              <a:defRPr/>
            </a:lvl1pPr>
          </a:lstStyle>
          <a:p>
            <a:r>
              <a:rPr lang="nl-NL"/>
              <a:t>Kop2 boven tekst in 2 doorlopende kolommen</a:t>
            </a:r>
          </a:p>
        </p:txBody>
      </p:sp>
      <p:sp>
        <p:nvSpPr>
          <p:cNvPr id="3" name="Tijdelijke aanduiding voor inhoud 2">
            <a:extLst>
              <a:ext uri="{FF2B5EF4-FFF2-40B4-BE49-F238E27FC236}">
                <a16:creationId xmlns:a16="http://schemas.microsoft.com/office/drawing/2014/main" id="{578513C4-F7CF-A967-502E-A5575764B62F}"/>
              </a:ext>
            </a:extLst>
          </p:cNvPr>
          <p:cNvSpPr>
            <a:spLocks noGrp="1"/>
          </p:cNvSpPr>
          <p:nvPr>
            <p:ph idx="1" hasCustomPrompt="1"/>
          </p:nvPr>
        </p:nvSpPr>
        <p:spPr>
          <a:xfrm>
            <a:off x="876300" y="1628775"/>
            <a:ext cx="10439400" cy="4319588"/>
          </a:xfrm>
        </p:spPr>
        <p:txBody>
          <a:bodyPr numCol="2" spcCol="540000"/>
          <a:lstStyle>
            <a:lvl1pPr marL="230400" indent="-230400">
              <a:buFont typeface="Arial" panose="020B0604020202020204" pitchFamily="34" charset="0"/>
              <a:buChar char="•"/>
              <a:defRPr/>
            </a:lvl1pPr>
            <a:lvl2pPr marL="582300" indent="-342900">
              <a:buFont typeface="Arial" panose="020B0604020202020204" pitchFamily="34" charset="0"/>
              <a:buChar char="•"/>
              <a:defRPr/>
            </a:lvl2pPr>
            <a:lvl3pPr marL="491400" indent="0">
              <a:buNone/>
              <a:defRPr/>
            </a:lvl3pPr>
            <a:lvl4pPr marL="743400" indent="0">
              <a:buNone/>
              <a:defRPr/>
            </a:lvl4pPr>
            <a:lvl5pPr marL="995400" indent="0">
              <a:buNone/>
              <a:defRPr/>
            </a:lvl5pPr>
          </a:lstStyle>
          <a:p>
            <a:pPr lvl="0"/>
            <a:r>
              <a:rPr lang="nl-NL"/>
              <a:t>Tekst kleiner of groter maken? Selecteer alle tekst en klik Ctrl-Shift plus of min.</a:t>
            </a:r>
            <a:br>
              <a:rPr lang="nl-NL"/>
            </a:br>
            <a:r>
              <a:rPr lang="nl-NL"/>
              <a:t>Of ga naar tabblad Start, klik in Lettertype op A^ of Aˇ.</a:t>
            </a:r>
            <a:br>
              <a:rPr lang="nl-NL"/>
            </a:br>
            <a:r>
              <a:rPr lang="nl-NL"/>
              <a:t>Je hele tekst wordt groter of kleiner met behoud van verschillen tussen niveaus.</a:t>
            </a:r>
          </a:p>
          <a:p>
            <a:pPr lvl="1"/>
            <a:r>
              <a:rPr lang="nl-NL"/>
              <a:t>Tweede niveau</a:t>
            </a:r>
          </a:p>
          <a:p>
            <a:pPr lvl="0"/>
            <a:br>
              <a:rPr lang="nl-NL"/>
            </a:br>
            <a:endParaRPr lang="nl-NL"/>
          </a:p>
        </p:txBody>
      </p:sp>
    </p:spTree>
    <p:extLst>
      <p:ext uri="{BB962C8B-B14F-4D97-AF65-F5344CB8AC3E}">
        <p14:creationId xmlns:p14="http://schemas.microsoft.com/office/powerpoint/2010/main" val="39539161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232" userDrawn="1">
          <p15:clr>
            <a:srgbClr val="FBAE40"/>
          </p15:clr>
        </p15:guide>
        <p15:guide id="11" orient="horz" pos="4201" userDrawn="1">
          <p15:clr>
            <a:srgbClr val="FBAE40"/>
          </p15:clr>
        </p15:guide>
        <p15:guide id="12" orient="horz" pos="3861" userDrawn="1">
          <p15:clr>
            <a:srgbClr val="FBAE40"/>
          </p15:clr>
        </p15:guide>
        <p15:guide id="13" orient="horz" pos="3747" userDrawn="1">
          <p15:clr>
            <a:srgbClr val="FBAE40"/>
          </p15:clr>
        </p15:guide>
        <p15:guide id="14" orient="horz" pos="856" userDrawn="1">
          <p15:clr>
            <a:srgbClr val="FBAE40"/>
          </p15:clr>
        </p15:guide>
        <p15:guide id="15" orient="horz" pos="102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717F5A-83E8-4C21-C775-6B3C7ED1D337}"/>
              </a:ext>
            </a:extLst>
          </p:cNvPr>
          <p:cNvSpPr>
            <a:spLocks noGrp="1"/>
          </p:cNvSpPr>
          <p:nvPr>
            <p:ph type="title" hasCustomPrompt="1"/>
          </p:nvPr>
        </p:nvSpPr>
        <p:spPr>
          <a:xfrm>
            <a:off x="695325" y="279400"/>
            <a:ext cx="10801350" cy="1079500"/>
          </a:xfrm>
        </p:spPr>
        <p:txBody>
          <a:bodyPr/>
          <a:lstStyle>
            <a:lvl1pPr>
              <a:defRPr/>
            </a:lvl1pPr>
          </a:lstStyle>
          <a:p>
            <a:r>
              <a:rPr lang="nl-NL"/>
              <a:t>Kop2 boven twee losse kolommen of onderdelen</a:t>
            </a:r>
          </a:p>
        </p:txBody>
      </p:sp>
      <p:sp>
        <p:nvSpPr>
          <p:cNvPr id="3" name="Tijdelijke aanduiding voor inhoud 2">
            <a:extLst>
              <a:ext uri="{FF2B5EF4-FFF2-40B4-BE49-F238E27FC236}">
                <a16:creationId xmlns:a16="http://schemas.microsoft.com/office/drawing/2014/main" id="{9436AAF4-AAFB-E104-5517-3A7A1289C162}"/>
              </a:ext>
            </a:extLst>
          </p:cNvPr>
          <p:cNvSpPr>
            <a:spLocks noGrp="1"/>
          </p:cNvSpPr>
          <p:nvPr>
            <p:ph sz="half" idx="1" hasCustomPrompt="1"/>
          </p:nvPr>
        </p:nvSpPr>
        <p:spPr>
          <a:xfrm>
            <a:off x="876300" y="1628775"/>
            <a:ext cx="4949825" cy="4319588"/>
          </a:xfrm>
        </p:spPr>
        <p:txBody>
          <a:bodyPr/>
          <a:lstStyle>
            <a:lvl1pPr>
              <a:defRPr/>
            </a:lvl1pPr>
          </a:lstStyle>
          <a:p>
            <a:pPr lvl="0"/>
            <a:r>
              <a:rPr lang="nl-NL"/>
              <a:t>Tekst kleiner of groter maken? Selecteer alle tekst en klik Ctrl-Shift plus of min. Of ga naar tabblad Start, klik in Lettertype op A^ of Aˇ.</a:t>
            </a:r>
            <a:br>
              <a:rPr lang="nl-NL"/>
            </a:br>
            <a:br>
              <a:rPr lang="nl-NL"/>
            </a:br>
            <a:r>
              <a:rPr lang="nl-NL"/>
              <a:t>Je hele tekst wordt groter of kleiner met behoud van verschillen tussen niveaus.</a:t>
            </a:r>
            <a:br>
              <a:rPr lang="nl-NL"/>
            </a:br>
            <a:endParaRPr lang="nl-NL"/>
          </a:p>
        </p:txBody>
      </p:sp>
      <p:sp>
        <p:nvSpPr>
          <p:cNvPr id="4" name="Tijdelijke aanduiding voor inhoud 3">
            <a:extLst>
              <a:ext uri="{FF2B5EF4-FFF2-40B4-BE49-F238E27FC236}">
                <a16:creationId xmlns:a16="http://schemas.microsoft.com/office/drawing/2014/main" id="{0CDCE9E4-0276-A0A4-5991-3F4C8C3F97BE}"/>
              </a:ext>
            </a:extLst>
          </p:cNvPr>
          <p:cNvSpPr>
            <a:spLocks noGrp="1"/>
          </p:cNvSpPr>
          <p:nvPr>
            <p:ph sz="half" idx="2" hasCustomPrompt="1"/>
          </p:nvPr>
        </p:nvSpPr>
        <p:spPr>
          <a:xfrm>
            <a:off x="6365875" y="1628775"/>
            <a:ext cx="4949826" cy="4319588"/>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Gebruik voor afbeeldingen of video’s in de huisstijl een andere slide, die met twee helften met de titel en eventueel tekst in de ene helft.</a:t>
            </a:r>
            <a:br>
              <a:rPr lang="nl-NL"/>
            </a:br>
            <a:r>
              <a:rPr lang="nl-NL"/>
              <a:t>Grafieken en diagrammen zijn niet vanzelf toegankelijk.</a:t>
            </a:r>
            <a:br>
              <a:rPr lang="nl-NL"/>
            </a:br>
            <a:r>
              <a:rPr lang="nl-NL"/>
              <a:t>Zie uitlegslide.</a:t>
            </a:r>
          </a:p>
        </p:txBody>
      </p:sp>
    </p:spTree>
    <p:extLst>
      <p:ext uri="{BB962C8B-B14F-4D97-AF65-F5344CB8AC3E}">
        <p14:creationId xmlns:p14="http://schemas.microsoft.com/office/powerpoint/2010/main" val="3373136719"/>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52" userDrawn="1">
          <p15:clr>
            <a:srgbClr val="FBAE40"/>
          </p15:clr>
        </p15:guide>
        <p15:guide id="5" pos="7242" userDrawn="1">
          <p15:clr>
            <a:srgbClr val="FBAE40"/>
          </p15:clr>
        </p15:guide>
        <p15:guide id="6" pos="7128" userDrawn="1">
          <p15:clr>
            <a:srgbClr val="FBAE40"/>
          </p15:clr>
        </p15:guide>
        <p15:guide id="7" pos="3670" userDrawn="1">
          <p15:clr>
            <a:srgbClr val="FBAE40"/>
          </p15:clr>
        </p15:guide>
        <p15:guide id="8" pos="4010" userDrawn="1">
          <p15:clr>
            <a:srgbClr val="FBAE40"/>
          </p15:clr>
        </p15:guide>
        <p15:guide id="9" orient="horz" pos="176" userDrawn="1">
          <p15:clr>
            <a:srgbClr val="FBAE40"/>
          </p15:clr>
        </p15:guide>
        <p15:guide id="10"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6" orient="horz" pos="102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boven een vergelijking van twee teksten, grafieken of afbeeldingen</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Ondertitel of tekst</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br>
              <a:rPr lang="nl-NL"/>
            </a:br>
            <a:r>
              <a:rPr lang="nl-NL"/>
              <a:t>Grafiek of tabel invoegen?</a:t>
            </a:r>
            <a:br>
              <a:rPr lang="nl-NL"/>
            </a:br>
            <a:r>
              <a:rPr lang="nl-NL"/>
              <a:t>Klik op het icoon van de grafiek of tabel. De kleuren zijn al toegankelijk en in de huisstijl. Zie uitlegslides.</a:t>
            </a:r>
          </a:p>
        </p:txBody>
      </p:sp>
      <p:sp>
        <p:nvSpPr>
          <p:cNvPr id="6" name="Tijdelijke aanduiding voor inhoud 5">
            <a:extLst>
              <a:ext uri="{FF2B5EF4-FFF2-40B4-BE49-F238E27FC236}">
                <a16:creationId xmlns:a16="http://schemas.microsoft.com/office/drawing/2014/main" id="{F10CF5E5-14B5-328B-6718-51ADB060E40F}"/>
              </a:ext>
            </a:extLst>
          </p:cNvPr>
          <p:cNvSpPr>
            <a:spLocks noGrp="1"/>
          </p:cNvSpPr>
          <p:nvPr>
            <p:ph sz="quarter" idx="4" hasCustomPrompt="1"/>
          </p:nvPr>
        </p:nvSpPr>
        <p:spPr>
          <a:xfrm>
            <a:off x="6275389" y="2438400"/>
            <a:ext cx="5040312" cy="3509963"/>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Tabellen zijn toegankelijk als ze eenvoudig zijn. Dus 1 onderwerp, weinig rijen en kolommen met een </a:t>
            </a:r>
            <a:r>
              <a:rPr lang="nl-NL" err="1"/>
              <a:t>koprij</a:t>
            </a:r>
            <a:r>
              <a:rPr lang="nl-NL"/>
              <a:t> en/of kopkolom.</a:t>
            </a:r>
            <a:br>
              <a:rPr lang="nl-NL"/>
            </a:br>
            <a:br>
              <a:rPr lang="nl-NL"/>
            </a:br>
            <a:r>
              <a:rPr lang="nl-NL"/>
              <a:t>Grafieken en diagrammen zijn niet vanzelf toegankelijk.</a:t>
            </a:r>
            <a:br>
              <a:rPr lang="nl-NL"/>
            </a:br>
            <a:r>
              <a:rPr lang="nl-NL"/>
              <a:t>Zie uitlegslides.</a:t>
            </a:r>
          </a:p>
        </p:txBody>
      </p:sp>
    </p:spTree>
    <p:extLst>
      <p:ext uri="{BB962C8B-B14F-4D97-AF65-F5344CB8AC3E}">
        <p14:creationId xmlns:p14="http://schemas.microsoft.com/office/powerpoint/2010/main" val="2367309680"/>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ekop Algemeen">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55BC459B-2C8D-9B05-D0BC-2D88D0769B8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Algemeen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F31344A7-423C-8954-71DB-213185C547E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59877415"/>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ekop Digitaal">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E9DA5FA6-CDF6-D7AE-367A-F016198476E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Digitaal</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9" name="Tijdelijke aanduiding voor afbeelding 8">
            <a:extLst>
              <a:ext uri="{FF2B5EF4-FFF2-40B4-BE49-F238E27FC236}">
                <a16:creationId xmlns:a16="http://schemas.microsoft.com/office/drawing/2014/main" id="{4ADBEC4F-D666-FBCE-3C57-E492DFE6A1C0}"/>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66450620"/>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4" orient="horz" pos="4247"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ekop Fysiek binnen">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5B4B1418-D8B9-3B6A-4F7D-EB8F8381497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binnen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0908A587-F408-8D63-B8F7-BA8EAAADEEF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1306452899"/>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ekop Fysiek buiten">
    <p:spTree>
      <p:nvGrpSpPr>
        <p:cNvPr id="1" name=""/>
        <p:cNvGrpSpPr/>
        <p:nvPr/>
      </p:nvGrpSpPr>
      <p:grpSpPr>
        <a:xfrm>
          <a:off x="0" y="0"/>
          <a:ext cx="0" cy="0"/>
          <a:chOff x="0" y="0"/>
          <a:chExt cx="0" cy="0"/>
        </a:xfrm>
      </p:grpSpPr>
      <p:pic>
        <p:nvPicPr>
          <p:cNvPr id="5" name="Afbeelding 4">
            <a:extLst>
              <a:ext uri="{FF2B5EF4-FFF2-40B4-BE49-F238E27FC236}">
                <a16:creationId xmlns:a16="http://schemas.microsoft.com/office/drawing/2014/main" id="{6052E2D5-2619-B686-8BCE-0EB003A2F1A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Fysiek buiten</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400"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6" name="Tijdelijke aanduiding voor afbeelding 5">
            <a:extLst>
              <a:ext uri="{FF2B5EF4-FFF2-40B4-BE49-F238E27FC236}">
                <a16:creationId xmlns:a16="http://schemas.microsoft.com/office/drawing/2014/main" id="{677708E6-B27E-8FF4-AA75-1110C1916C28}"/>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3582265533"/>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8"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ekop Gebruikersonderzoek">
    <p:spTree>
      <p:nvGrpSpPr>
        <p:cNvPr id="1" name=""/>
        <p:cNvGrpSpPr/>
        <p:nvPr/>
      </p:nvGrpSpPr>
      <p:grpSpPr>
        <a:xfrm>
          <a:off x="0" y="0"/>
          <a:ext cx="0" cy="0"/>
          <a:chOff x="0" y="0"/>
          <a:chExt cx="0" cy="0"/>
        </a:xfrm>
      </p:grpSpPr>
      <p:pic>
        <p:nvPicPr>
          <p:cNvPr id="6" name="Afbeelding 5">
            <a:extLst>
              <a:ext uri="{FF2B5EF4-FFF2-40B4-BE49-F238E27FC236}">
                <a16:creationId xmlns:a16="http://schemas.microsoft.com/office/drawing/2014/main" id="{F7D0B132-7DCA-8227-D034-262F842551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7561262" cy="990600"/>
          </a:xfrm>
        </p:spPr>
        <p:txBody>
          <a:bodyPr anchor="b"/>
          <a:lstStyle>
            <a:lvl1pPr>
              <a:defRPr sz="3600">
                <a:solidFill>
                  <a:schemeClr val="tx1"/>
                </a:solidFill>
              </a:defRPr>
            </a:lvl1pPr>
          </a:lstStyle>
          <a:p>
            <a:r>
              <a:rPr lang="nl-NL"/>
              <a:t>Kop1 van sectie of hoofdstuk, Gebruikersonderzoek</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5" y="1628775"/>
            <a:ext cx="6121399" cy="7207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afbeelding 4">
            <a:extLst>
              <a:ext uri="{FF2B5EF4-FFF2-40B4-BE49-F238E27FC236}">
                <a16:creationId xmlns:a16="http://schemas.microsoft.com/office/drawing/2014/main" id="{732E91C4-F458-C1E3-EDAE-8F4F88174625}"/>
              </a:ext>
            </a:extLst>
          </p:cNvPr>
          <p:cNvSpPr>
            <a:spLocks noGrp="1"/>
          </p:cNvSpPr>
          <p:nvPr>
            <p:ph type="pic" sz="quarter" idx="10" hasCustomPrompt="1"/>
          </p:nvPr>
        </p:nvSpPr>
        <p:spPr>
          <a:xfrm>
            <a:off x="8940800" y="6092825"/>
            <a:ext cx="2914650"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641761437"/>
      </p:ext>
    </p:extLst>
  </p:cSld>
  <p:clrMapOvr>
    <a:masterClrMapping/>
  </p:clrMapOvr>
  <p:extLst>
    <p:ext uri="{DCECCB84-F9BA-43D5-87BE-67443E8EF086}">
      <p15:sldGuideLst xmlns:p15="http://schemas.microsoft.com/office/powerpoint/2012/main">
        <p15:guide id="1" orient="horz" pos="3861" userDrawn="1">
          <p15:clr>
            <a:srgbClr val="FBAE40"/>
          </p15:clr>
        </p15:guide>
        <p15:guide id="2" pos="7469" userDrawn="1">
          <p15:clr>
            <a:srgbClr val="FBAE40"/>
          </p15:clr>
        </p15:guide>
        <p15:guide id="3" pos="438" userDrawn="1">
          <p15:clr>
            <a:srgbClr val="FBAE40"/>
          </p15:clr>
        </p15:guide>
        <p15:guide id="4" pos="5201" userDrawn="1">
          <p15:clr>
            <a:srgbClr val="FBAE40"/>
          </p15:clr>
        </p15:guide>
        <p15:guide id="5" pos="4294"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1480" userDrawn="1">
          <p15:clr>
            <a:srgbClr val="FBAE40"/>
          </p15:clr>
        </p15:guide>
        <p15:guide id="10" pos="5632" userDrawn="1">
          <p15:clr>
            <a:srgbClr val="FBAE40"/>
          </p15:clr>
        </p15:guide>
        <p15:guide id="11" orient="horz" pos="3838" userDrawn="1">
          <p15:clr>
            <a:srgbClr val="FBAE40"/>
          </p15:clr>
        </p15:guide>
        <p15:guide id="12" orient="horz" pos="4201" userDrawn="1">
          <p15:clr>
            <a:srgbClr val="FBAE40"/>
          </p15:clr>
        </p15:guide>
        <p15:guide id="13" orient="horz" pos="424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ekop leeg, zelf invull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49A3DF-9087-535D-EF86-3231CF7BEAD6}"/>
              </a:ext>
            </a:extLst>
          </p:cNvPr>
          <p:cNvSpPr>
            <a:spLocks noGrp="1"/>
          </p:cNvSpPr>
          <p:nvPr>
            <p:ph type="title" hasCustomPrompt="1"/>
          </p:nvPr>
        </p:nvSpPr>
        <p:spPr>
          <a:xfrm>
            <a:off x="695326" y="368300"/>
            <a:ext cx="10801349" cy="990600"/>
          </a:xfrm>
        </p:spPr>
        <p:txBody>
          <a:bodyPr anchor="b"/>
          <a:lstStyle>
            <a:lvl1pPr>
              <a:defRPr sz="3600">
                <a:solidFill>
                  <a:schemeClr val="tx1"/>
                </a:solidFill>
              </a:defRPr>
            </a:lvl1pPr>
          </a:lstStyle>
          <a:p>
            <a:r>
              <a:rPr lang="nl-NL"/>
              <a:t>Kop1 van sectie of hoofdstuk met een afbeelding, slogan of alleen een titel of zo</a:t>
            </a:r>
          </a:p>
        </p:txBody>
      </p:sp>
      <p:sp>
        <p:nvSpPr>
          <p:cNvPr id="3" name="Tijdelijke aanduiding voor tekst 2">
            <a:extLst>
              <a:ext uri="{FF2B5EF4-FFF2-40B4-BE49-F238E27FC236}">
                <a16:creationId xmlns:a16="http://schemas.microsoft.com/office/drawing/2014/main" id="{B9517407-6D67-479A-E8FB-62E1C577C605}"/>
              </a:ext>
            </a:extLst>
          </p:cNvPr>
          <p:cNvSpPr>
            <a:spLocks noGrp="1"/>
          </p:cNvSpPr>
          <p:nvPr>
            <p:ph type="body" idx="1" hasCustomPrompt="1"/>
          </p:nvPr>
        </p:nvSpPr>
        <p:spPr>
          <a:xfrm>
            <a:off x="695326" y="1628775"/>
            <a:ext cx="5040674" cy="1800225"/>
          </a:xfrm>
        </p:spPr>
        <p:txBody>
          <a:bodyPr/>
          <a:lstStyle>
            <a:lvl1pPr marL="0" indent="0">
              <a:buNone/>
              <a:defRPr sz="2400">
                <a:solidFill>
                  <a:schemeClr val="accent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Ondertitel</a:t>
            </a:r>
          </a:p>
        </p:txBody>
      </p:sp>
      <p:sp>
        <p:nvSpPr>
          <p:cNvPr id="5" name="Tijdelijke aanduiding voor inhoud 4">
            <a:extLst>
              <a:ext uri="{FF2B5EF4-FFF2-40B4-BE49-F238E27FC236}">
                <a16:creationId xmlns:a16="http://schemas.microsoft.com/office/drawing/2014/main" id="{A67CFE73-8A33-997D-2D11-DDD0F4660299}"/>
              </a:ext>
            </a:extLst>
          </p:cNvPr>
          <p:cNvSpPr>
            <a:spLocks noGrp="1"/>
          </p:cNvSpPr>
          <p:nvPr>
            <p:ph sz="quarter" idx="10" hasCustomPrompt="1"/>
          </p:nvPr>
        </p:nvSpPr>
        <p:spPr>
          <a:xfrm>
            <a:off x="6101564" y="1628775"/>
            <a:ext cx="6090436" cy="4319588"/>
          </a:xfrm>
        </p:spPr>
        <p:txBody>
          <a:bodyPr/>
          <a:lstStyle>
            <a:lvl1pPr marL="0" indent="0">
              <a:buNone/>
              <a:defRPr sz="1200"/>
            </a:lvl1pPr>
          </a:lstStyle>
          <a:p>
            <a:pPr lvl="0"/>
            <a:r>
              <a:rPr lang="nl-NL"/>
              <a:t>Gebruik dit vak voor een afbeelding in lijn met de huisstijl met tekst links (de ondertitel) en afbeeldingen op de rechterhelft.</a:t>
            </a:r>
            <a:br>
              <a:rPr lang="nl-NL"/>
            </a:br>
            <a:r>
              <a:rPr lang="nl-NL"/>
              <a:t>Gebruik altijd een sectieslide en nooit andere slides voor de start van een sectie of hoofdstuk. PowerPoint maakt van die andere slide-titels geen Kop-1 en dan klopt de koppenstructuur niet.</a:t>
            </a:r>
            <a:br>
              <a:rPr lang="nl-NL"/>
            </a:br>
            <a:r>
              <a:rPr lang="nl-NL"/>
              <a:t>Vergeet de alt-tekst niet!</a:t>
            </a:r>
          </a:p>
        </p:txBody>
      </p:sp>
      <p:sp>
        <p:nvSpPr>
          <p:cNvPr id="6" name="Tijdelijke aanduiding voor afbeelding 5">
            <a:extLst>
              <a:ext uri="{FF2B5EF4-FFF2-40B4-BE49-F238E27FC236}">
                <a16:creationId xmlns:a16="http://schemas.microsoft.com/office/drawing/2014/main" id="{8B64C631-A79F-9BCD-37C9-8A8F056B3285}"/>
              </a:ext>
            </a:extLst>
          </p:cNvPr>
          <p:cNvSpPr>
            <a:spLocks noGrp="1"/>
          </p:cNvSpPr>
          <p:nvPr>
            <p:ph type="pic" sz="quarter" idx="11" hasCustomPrompt="1"/>
          </p:nvPr>
        </p:nvSpPr>
        <p:spPr>
          <a:xfrm>
            <a:off x="8940801" y="6092825"/>
            <a:ext cx="2916237" cy="649288"/>
          </a:xfrm>
        </p:spPr>
        <p:txBody>
          <a:bodyPr/>
          <a:lstStyle>
            <a:lvl1pPr marL="0" marR="0" indent="0" algn="l" defTabSz="914400" rtl="0" eaLnBrk="1" fontAlgn="auto" latinLnBrk="0" hangingPunct="1">
              <a:lnSpc>
                <a:spcPct val="90000"/>
              </a:lnSpc>
              <a:spcBef>
                <a:spcPts val="600"/>
              </a:spcBef>
              <a:spcAft>
                <a:spcPts val="1800"/>
              </a:spcAft>
              <a:buClrTx/>
              <a:buSzTx/>
              <a:buFont typeface="Arial" panose="020B0604020202020204" pitchFamily="34" charset="0"/>
              <a:buNone/>
              <a:tabLst/>
              <a:defRPr sz="1300"/>
            </a:lvl1pPr>
          </a:lstStyle>
          <a:p>
            <a:r>
              <a:rPr lang="nl-NL"/>
              <a:t>Logo. Alt=hele tekst: Accessibility,</a:t>
            </a:r>
            <a:br>
              <a:rPr lang="nl-NL"/>
            </a:br>
            <a:r>
              <a:rPr lang="nl-NL"/>
              <a:t>onderdeel van Bartiméus</a:t>
            </a:r>
          </a:p>
          <a:p>
            <a:endParaRPr lang="nl-NL"/>
          </a:p>
        </p:txBody>
      </p:sp>
    </p:spTree>
    <p:extLst>
      <p:ext uri="{BB962C8B-B14F-4D97-AF65-F5344CB8AC3E}">
        <p14:creationId xmlns:p14="http://schemas.microsoft.com/office/powerpoint/2010/main" val="8271943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11" orient="horz" pos="3747" userDrawn="1">
          <p15:clr>
            <a:srgbClr val="FBAE40"/>
          </p15:clr>
        </p15:guide>
        <p15:guide id="12" pos="7469" userDrawn="1">
          <p15:clr>
            <a:srgbClr val="FBAE40"/>
          </p15:clr>
        </p15:guide>
        <p15:guide id="13" pos="3613" userDrawn="1">
          <p15:clr>
            <a:srgbClr val="FBAE40"/>
          </p15:clr>
        </p15:guide>
        <p15:guide id="14" pos="5632" userDrawn="1">
          <p15:clr>
            <a:srgbClr val="FBAE40"/>
          </p15:clr>
        </p15:guide>
        <p15:guide id="15" orient="horz" pos="4201" userDrawn="1">
          <p15:clr>
            <a:srgbClr val="FBAE40"/>
          </p15:clr>
        </p15:guide>
        <p15:guide id="16" orient="horz" pos="3838" userDrawn="1">
          <p15:clr>
            <a:srgbClr val="FBAE40"/>
          </p15:clr>
        </p15:guide>
        <p15:guide id="17" orient="horz" pos="4247" userDrawn="1">
          <p15:clr>
            <a:srgbClr val="FBAE40"/>
          </p15:clr>
        </p15:guide>
        <p15:guide id="18" orient="horz" pos="386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fbeelding op hele slide, wi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bg1"/>
          </a:solidFill>
        </p:spPr>
        <p:txBody>
          <a:bodyPr lIns="180000" tIns="108000" rIns="180000" anchor="ctr"/>
          <a:lstStyle>
            <a:lvl1pPr>
              <a:defRPr sz="2800"/>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p:spPr>
        <p:txBody>
          <a:bodyPr lIns="180000" tIns="180000" rIns="180000" bIns="180000"/>
          <a:lstStyle>
            <a:lvl1pPr marL="0" indent="0">
              <a:buNone/>
              <a:defRPr sz="1400">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1114786170"/>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Afbeelding op hele slide, wit">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65AFDD-16F2-5CAB-35C1-5749F4261DE9}"/>
              </a:ext>
            </a:extLst>
          </p:cNvPr>
          <p:cNvSpPr>
            <a:spLocks noGrp="1"/>
          </p:cNvSpPr>
          <p:nvPr>
            <p:ph type="title" hasCustomPrompt="1"/>
          </p:nvPr>
        </p:nvSpPr>
        <p:spPr>
          <a:xfrm>
            <a:off x="0" y="1"/>
            <a:ext cx="12192000" cy="620712"/>
          </a:xfrm>
          <a:solidFill>
            <a:schemeClr val="tx1"/>
          </a:solidFill>
        </p:spPr>
        <p:txBody>
          <a:bodyPr lIns="180000" tIns="108000" rIns="180000" anchor="ctr"/>
          <a:lstStyle>
            <a:lvl1pPr>
              <a:defRPr sz="2800">
                <a:solidFill>
                  <a:schemeClr val="bg1"/>
                </a:solidFill>
              </a:defRPr>
            </a:lvl1pPr>
          </a:lstStyle>
          <a:p>
            <a:r>
              <a:rPr lang="nl-NL"/>
              <a:t>Kop2 boven afbeelding die hele slide bedekt</a:t>
            </a:r>
          </a:p>
        </p:txBody>
      </p:sp>
      <p:sp>
        <p:nvSpPr>
          <p:cNvPr id="5" name="Tijdelijke aanduiding voor afbeelding 4">
            <a:extLst>
              <a:ext uri="{FF2B5EF4-FFF2-40B4-BE49-F238E27FC236}">
                <a16:creationId xmlns:a16="http://schemas.microsoft.com/office/drawing/2014/main" id="{F8E107AF-13BE-36D0-8932-58A9BC6D0B14}"/>
              </a:ext>
            </a:extLst>
          </p:cNvPr>
          <p:cNvSpPr>
            <a:spLocks noGrp="1"/>
          </p:cNvSpPr>
          <p:nvPr>
            <p:ph type="pic" sz="quarter" idx="10" hasCustomPrompt="1"/>
          </p:nvPr>
        </p:nvSpPr>
        <p:spPr>
          <a:xfrm>
            <a:off x="0" y="584199"/>
            <a:ext cx="12192000" cy="6273799"/>
          </a:xfrm>
          <a:solidFill>
            <a:schemeClr val="tx1"/>
          </a:solidFill>
        </p:spPr>
        <p:txBody>
          <a:bodyPr lIns="180000" tIns="180000" rIns="180000" bIns="180000"/>
          <a:lstStyle>
            <a:lvl1pPr marL="0" indent="0">
              <a:buNone/>
              <a:defRPr sz="1400">
                <a:solidFill>
                  <a:schemeClr val="bg1"/>
                </a:solidFill>
                <a:sym typeface="Wingdings" panose="05000000000000000000" pitchFamily="2" charset="2"/>
              </a:defRPr>
            </a:lvl1pPr>
          </a:lstStyle>
          <a:p>
            <a:r>
              <a:rPr lang="nl-NL"/>
              <a:t>Haal de titel/Kop2 niet weg en sleep deze ook niet buiten de slide. Beide opties zijn niet toegankelijk. Elke slide hoort een titel en daarmee een kop 1 of 2 te hebben, ook een slide met alleen maar een afbeelding. Jij hoeft het niet mooi te vinden. De twee verschillende kleuren helpen om de titel/Kop2 bij de afbeelding te laten passen. Mogelijk komen er later nog wat wijzigingen in het design van deze slide.</a:t>
            </a:r>
            <a:br>
              <a:rPr lang="nl-NL"/>
            </a:br>
            <a:r>
              <a:rPr lang="nl-NL"/>
              <a:t>Verbergen van een titel en daarmee van de Kop2 werkt niet voor toegankelijkheid omdat hulpsoftware daar last van kan hebben, zowel binnen PowerPoint als in een PDF die ermee gemaakt wordt. Dat geldt ook voor je collega met een visuele beperking die jouw presentatie leest of bewerkt.</a:t>
            </a:r>
            <a:br>
              <a:rPr lang="nl-NL"/>
            </a:br>
            <a:r>
              <a:rPr lang="nl-NL"/>
              <a:t>Bovendien gebruiken niet alle gebruikers met een visuele beperking een screenreader. Zij hebben die titel gewoon nodig om de slide te begrijpen.</a:t>
            </a:r>
            <a:br>
              <a:rPr lang="nl-NL"/>
            </a:br>
            <a:r>
              <a:rPr lang="nl-NL"/>
              <a:t>Plaats altijd een alt-tekst bij de afbeelding en markeer deze niet als decoratief. Deze slide maakt deel uit van jouw presentatie en de afbeelding of foto is de enige content onder de Kop2. Dus vertel de gebruiker of je collega wat er te zien is, ook als deze alleen maar bedoeld is voor de sfeer.</a:t>
            </a:r>
            <a:br>
              <a:rPr lang="nl-NL"/>
            </a:br>
            <a:br>
              <a:rPr lang="nl-NL"/>
            </a:br>
            <a:br>
              <a:rPr lang="nl-NL"/>
            </a:br>
            <a:r>
              <a:rPr lang="nl-NL"/>
              <a:t>En bedenk: Iets twee keer horen (titel en alt-tekst) is veel beter dan een te korte alt-tekst of ten onrechte de afbeelding als decoratief aanmerken.</a:t>
            </a:r>
          </a:p>
        </p:txBody>
      </p:sp>
    </p:spTree>
    <p:extLst>
      <p:ext uri="{BB962C8B-B14F-4D97-AF65-F5344CB8AC3E}">
        <p14:creationId xmlns:p14="http://schemas.microsoft.com/office/powerpoint/2010/main" val="64987354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391" userDrawn="1">
          <p15:clr>
            <a:srgbClr val="FBAE40"/>
          </p15:clr>
        </p15:guide>
        <p15:guide id="4" orient="horz" pos="36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tappenplan zonder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boven een stappenplan zonder cijfers</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582081809"/>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ppenplan, stap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1</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00601760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tappenplan, stap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2</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26837030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ppenplan, stap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stap 3</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kantlijn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rgbClr val="CD4D00"/>
          </a:solidFill>
          <a:ln>
            <a:solidFill>
              <a:srgbClr val="CD4D00"/>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rgbClr val="CD4D00"/>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887436154"/>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ppenplan, met cijfer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6AF94-6796-C49E-2720-13662473E388}"/>
              </a:ext>
            </a:extLst>
          </p:cNvPr>
          <p:cNvSpPr>
            <a:spLocks noGrp="1"/>
          </p:cNvSpPr>
          <p:nvPr>
            <p:ph type="title" hasCustomPrompt="1"/>
          </p:nvPr>
        </p:nvSpPr>
        <p:spPr/>
        <p:txBody>
          <a:bodyPr/>
          <a:lstStyle>
            <a:lvl1pPr>
              <a:defRPr/>
            </a:lvl1pPr>
          </a:lstStyle>
          <a:p>
            <a:r>
              <a:rPr lang="nl-NL"/>
              <a:t>Kop2 Stappenplan, met cijfers</a:t>
            </a:r>
          </a:p>
        </p:txBody>
      </p:sp>
      <p:sp>
        <p:nvSpPr>
          <p:cNvPr id="3" name="Tijdelijke aanduiding voor tekst 10">
            <a:extLst>
              <a:ext uri="{FF2B5EF4-FFF2-40B4-BE49-F238E27FC236}">
                <a16:creationId xmlns:a16="http://schemas.microsoft.com/office/drawing/2014/main" id="{A27C80DD-3DF7-B5E1-A1B7-45702F63709B}"/>
              </a:ext>
            </a:extLst>
          </p:cNvPr>
          <p:cNvSpPr>
            <a:spLocks noGrp="1"/>
          </p:cNvSpPr>
          <p:nvPr>
            <p:ph type="body" sz="quarter" idx="17" hasCustomPrompt="1"/>
          </p:nvPr>
        </p:nvSpPr>
        <p:spPr>
          <a:xfrm>
            <a:off x="1163438"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1</a:t>
            </a:r>
          </a:p>
        </p:txBody>
      </p:sp>
      <p:sp>
        <p:nvSpPr>
          <p:cNvPr id="7" name="Tijdelijke aanduiding voor tekst 6">
            <a:extLst>
              <a:ext uri="{FF2B5EF4-FFF2-40B4-BE49-F238E27FC236}">
                <a16:creationId xmlns:a16="http://schemas.microsoft.com/office/drawing/2014/main" id="{549F163A-8951-A068-B689-ADCCB861B40E}"/>
              </a:ext>
            </a:extLst>
          </p:cNvPr>
          <p:cNvSpPr>
            <a:spLocks noGrp="1"/>
          </p:cNvSpPr>
          <p:nvPr>
            <p:ph type="body" sz="quarter" idx="10" hasCustomPrompt="1"/>
          </p:nvPr>
        </p:nvSpPr>
        <p:spPr>
          <a:xfrm>
            <a:off x="158207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Tekst is horizontaal en verticaal gecentreerd. Zet zelf het toegankelijke cijfer erin!!</a:t>
            </a:r>
          </a:p>
        </p:txBody>
      </p:sp>
      <p:sp>
        <p:nvSpPr>
          <p:cNvPr id="4" name="Tijdelijke aanduiding voor tekst 10">
            <a:extLst>
              <a:ext uri="{FF2B5EF4-FFF2-40B4-BE49-F238E27FC236}">
                <a16:creationId xmlns:a16="http://schemas.microsoft.com/office/drawing/2014/main" id="{791A7C71-15DA-4F40-60AF-A67FDDC4736A}"/>
              </a:ext>
            </a:extLst>
          </p:cNvPr>
          <p:cNvSpPr>
            <a:spLocks noGrp="1"/>
          </p:cNvSpPr>
          <p:nvPr>
            <p:ph type="body" sz="quarter" idx="18" hasCustomPrompt="1"/>
          </p:nvPr>
        </p:nvSpPr>
        <p:spPr>
          <a:xfrm>
            <a:off x="4410687"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2</a:t>
            </a:r>
          </a:p>
        </p:txBody>
      </p:sp>
      <p:sp>
        <p:nvSpPr>
          <p:cNvPr id="9" name="Tijdelijke aanduiding voor tekst 6">
            <a:extLst>
              <a:ext uri="{FF2B5EF4-FFF2-40B4-BE49-F238E27FC236}">
                <a16:creationId xmlns:a16="http://schemas.microsoft.com/office/drawing/2014/main" id="{4AF5DF36-ABFF-92DA-FBBC-0F3394E56F0E}"/>
              </a:ext>
            </a:extLst>
          </p:cNvPr>
          <p:cNvSpPr>
            <a:spLocks noGrp="1"/>
          </p:cNvSpPr>
          <p:nvPr>
            <p:ph type="body" sz="quarter" idx="11" hasCustomPrompt="1"/>
          </p:nvPr>
        </p:nvSpPr>
        <p:spPr>
          <a:xfrm>
            <a:off x="4842687" y="2528900"/>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marge aan met Vormindeling &gt; Grootte &gt; Marges. Pijl is 1.2cm.</a:t>
            </a:r>
          </a:p>
        </p:txBody>
      </p:sp>
      <p:sp>
        <p:nvSpPr>
          <p:cNvPr id="5" name="Tijdelijke aanduiding voor tekst 10">
            <a:extLst>
              <a:ext uri="{FF2B5EF4-FFF2-40B4-BE49-F238E27FC236}">
                <a16:creationId xmlns:a16="http://schemas.microsoft.com/office/drawing/2014/main" id="{53374FD1-BDA1-AD17-0DE1-D2CAC29C2F4C}"/>
              </a:ext>
            </a:extLst>
          </p:cNvPr>
          <p:cNvSpPr>
            <a:spLocks noGrp="1"/>
          </p:cNvSpPr>
          <p:nvPr>
            <p:ph type="body" sz="quarter" idx="19" hasCustomPrompt="1"/>
          </p:nvPr>
        </p:nvSpPr>
        <p:spPr>
          <a:xfrm>
            <a:off x="7657936" y="1952836"/>
            <a:ext cx="864000" cy="864000"/>
          </a:xfrm>
          <a:prstGeom prst="ellipse">
            <a:avLst/>
          </a:prstGeom>
          <a:solidFill>
            <a:schemeClr val="tx1"/>
          </a:solidFill>
          <a:ln>
            <a:solidFill>
              <a:schemeClr val="tx1"/>
            </a:solidFill>
          </a:ln>
        </p:spPr>
        <p:txBody>
          <a:bodyPr lIns="72000" tIns="72000" rIns="72000" bIns="72000" anchor="ctr" anchorCtr="1"/>
          <a:lstStyle>
            <a:lvl1pPr>
              <a:buNone/>
              <a:defRPr>
                <a:solidFill>
                  <a:schemeClr val="bg1"/>
                </a:solidFill>
              </a:defRPr>
            </a:lvl1pPr>
          </a:lstStyle>
          <a:p>
            <a:pPr lvl="0"/>
            <a:r>
              <a:rPr lang="nl-NL"/>
              <a:t>3</a:t>
            </a:r>
          </a:p>
        </p:txBody>
      </p:sp>
      <p:sp>
        <p:nvSpPr>
          <p:cNvPr id="10" name="Tijdelijke aanduiding voor tekst 6">
            <a:extLst>
              <a:ext uri="{FF2B5EF4-FFF2-40B4-BE49-F238E27FC236}">
                <a16:creationId xmlns:a16="http://schemas.microsoft.com/office/drawing/2014/main" id="{7815BA3A-C389-0D7F-9EC2-581FD8DD5E18}"/>
              </a:ext>
            </a:extLst>
          </p:cNvPr>
          <p:cNvSpPr>
            <a:spLocks noGrp="1"/>
          </p:cNvSpPr>
          <p:nvPr>
            <p:ph type="body" sz="quarter" idx="12" hasCustomPrompt="1"/>
          </p:nvPr>
        </p:nvSpPr>
        <p:spPr>
          <a:xfrm>
            <a:off x="8106529" y="2528695"/>
            <a:ext cx="2520000" cy="2880000"/>
          </a:xfrm>
          <a:custGeom>
            <a:avLst/>
            <a:gdLst>
              <a:gd name="connsiteX0" fmla="*/ 0 w 2520000"/>
              <a:gd name="connsiteY0" fmla="*/ 407996 h 2447925"/>
              <a:gd name="connsiteX1" fmla="*/ 407996 w 2520000"/>
              <a:gd name="connsiteY1" fmla="*/ 0 h 2447925"/>
              <a:gd name="connsiteX2" fmla="*/ 420000 w 2520000"/>
              <a:gd name="connsiteY2" fmla="*/ 0 h 2447925"/>
              <a:gd name="connsiteX3" fmla="*/ 420000 w 2520000"/>
              <a:gd name="connsiteY3" fmla="*/ 0 h 2447925"/>
              <a:gd name="connsiteX4" fmla="*/ 1050000 w 2520000"/>
              <a:gd name="connsiteY4" fmla="*/ 0 h 2447925"/>
              <a:gd name="connsiteX5" fmla="*/ 2112004 w 2520000"/>
              <a:gd name="connsiteY5" fmla="*/ 0 h 2447925"/>
              <a:gd name="connsiteX6" fmla="*/ 2520000 w 2520000"/>
              <a:gd name="connsiteY6" fmla="*/ 407996 h 2447925"/>
              <a:gd name="connsiteX7" fmla="*/ 2520000 w 2520000"/>
              <a:gd name="connsiteY7" fmla="*/ 1427956 h 2447925"/>
              <a:gd name="connsiteX8" fmla="*/ 2520000 w 2520000"/>
              <a:gd name="connsiteY8" fmla="*/ 1427956 h 2447925"/>
              <a:gd name="connsiteX9" fmla="*/ 2520000 w 2520000"/>
              <a:gd name="connsiteY9" fmla="*/ 2039938 h 2447925"/>
              <a:gd name="connsiteX10" fmla="*/ 2520000 w 2520000"/>
              <a:gd name="connsiteY10" fmla="*/ 2039929 h 2447925"/>
              <a:gd name="connsiteX11" fmla="*/ 2112004 w 2520000"/>
              <a:gd name="connsiteY11" fmla="*/ 2447925 h 2447925"/>
              <a:gd name="connsiteX12" fmla="*/ 1050000 w 2520000"/>
              <a:gd name="connsiteY12" fmla="*/ 2447925 h 2447925"/>
              <a:gd name="connsiteX13" fmla="*/ 735008 w 2520000"/>
              <a:gd name="connsiteY13" fmla="*/ 2753916 h 2447925"/>
              <a:gd name="connsiteX14" fmla="*/ 420000 w 2520000"/>
              <a:gd name="connsiteY14" fmla="*/ 2447925 h 2447925"/>
              <a:gd name="connsiteX15" fmla="*/ 407996 w 2520000"/>
              <a:gd name="connsiteY15" fmla="*/ 2447925 h 2447925"/>
              <a:gd name="connsiteX16" fmla="*/ 0 w 2520000"/>
              <a:gd name="connsiteY16" fmla="*/ 2039929 h 2447925"/>
              <a:gd name="connsiteX17" fmla="*/ 0 w 2520000"/>
              <a:gd name="connsiteY17" fmla="*/ 2039938 h 2447925"/>
              <a:gd name="connsiteX18" fmla="*/ 0 w 2520000"/>
              <a:gd name="connsiteY18" fmla="*/ 1427956 h 2447925"/>
              <a:gd name="connsiteX19" fmla="*/ 0 w 2520000"/>
              <a:gd name="connsiteY19" fmla="*/ 1427956 h 2447925"/>
              <a:gd name="connsiteX20" fmla="*/ 0 w 2520000"/>
              <a:gd name="connsiteY20" fmla="*/ 407996 h 2447925"/>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420000 w 2520000"/>
              <a:gd name="connsiteY14" fmla="*/ 2447925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050000 w 2520000"/>
              <a:gd name="connsiteY12" fmla="*/ 2447925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912789"/>
              <a:gd name="connsiteX1" fmla="*/ 407996 w 2520000"/>
              <a:gd name="connsiteY1" fmla="*/ 0 h 2912789"/>
              <a:gd name="connsiteX2" fmla="*/ 420000 w 2520000"/>
              <a:gd name="connsiteY2" fmla="*/ 0 h 2912789"/>
              <a:gd name="connsiteX3" fmla="*/ 420000 w 2520000"/>
              <a:gd name="connsiteY3" fmla="*/ 0 h 2912789"/>
              <a:gd name="connsiteX4" fmla="*/ 1050000 w 2520000"/>
              <a:gd name="connsiteY4" fmla="*/ 0 h 2912789"/>
              <a:gd name="connsiteX5" fmla="*/ 2112004 w 2520000"/>
              <a:gd name="connsiteY5" fmla="*/ 0 h 2912789"/>
              <a:gd name="connsiteX6" fmla="*/ 2520000 w 2520000"/>
              <a:gd name="connsiteY6" fmla="*/ 407996 h 2912789"/>
              <a:gd name="connsiteX7" fmla="*/ 2520000 w 2520000"/>
              <a:gd name="connsiteY7" fmla="*/ 1427956 h 2912789"/>
              <a:gd name="connsiteX8" fmla="*/ 2520000 w 2520000"/>
              <a:gd name="connsiteY8" fmla="*/ 1427956 h 2912789"/>
              <a:gd name="connsiteX9" fmla="*/ 2520000 w 2520000"/>
              <a:gd name="connsiteY9" fmla="*/ 2039938 h 2912789"/>
              <a:gd name="connsiteX10" fmla="*/ 2520000 w 2520000"/>
              <a:gd name="connsiteY10" fmla="*/ 2039929 h 2912789"/>
              <a:gd name="connsiteX11" fmla="*/ 2112004 w 2520000"/>
              <a:gd name="connsiteY11" fmla="*/ 2447925 h 2912789"/>
              <a:gd name="connsiteX12" fmla="*/ 1512495 w 2520000"/>
              <a:gd name="connsiteY12" fmla="*/ 2440864 h 2912789"/>
              <a:gd name="connsiteX13" fmla="*/ 727947 w 2520000"/>
              <a:gd name="connsiteY13" fmla="*/ 2912789 h 2912789"/>
              <a:gd name="connsiteX14" fmla="*/ 737745 w 2520000"/>
              <a:gd name="connsiteY14" fmla="*/ 2444394 h 2912789"/>
              <a:gd name="connsiteX15" fmla="*/ 407996 w 2520000"/>
              <a:gd name="connsiteY15" fmla="*/ 2447925 h 2912789"/>
              <a:gd name="connsiteX16" fmla="*/ 0 w 2520000"/>
              <a:gd name="connsiteY16" fmla="*/ 2039929 h 2912789"/>
              <a:gd name="connsiteX17" fmla="*/ 0 w 2520000"/>
              <a:gd name="connsiteY17" fmla="*/ 2039938 h 2912789"/>
              <a:gd name="connsiteX18" fmla="*/ 0 w 2520000"/>
              <a:gd name="connsiteY18" fmla="*/ 1427956 h 2912789"/>
              <a:gd name="connsiteX19" fmla="*/ 0 w 2520000"/>
              <a:gd name="connsiteY19" fmla="*/ 1427956 h 2912789"/>
              <a:gd name="connsiteX20" fmla="*/ 0 w 2520000"/>
              <a:gd name="connsiteY20" fmla="*/ 407996 h 2912789"/>
              <a:gd name="connsiteX0" fmla="*/ 0 w 2520000"/>
              <a:gd name="connsiteY0" fmla="*/ 407996 h 2888076"/>
              <a:gd name="connsiteX1" fmla="*/ 407996 w 2520000"/>
              <a:gd name="connsiteY1" fmla="*/ 0 h 2888076"/>
              <a:gd name="connsiteX2" fmla="*/ 420000 w 2520000"/>
              <a:gd name="connsiteY2" fmla="*/ 0 h 2888076"/>
              <a:gd name="connsiteX3" fmla="*/ 420000 w 2520000"/>
              <a:gd name="connsiteY3" fmla="*/ 0 h 2888076"/>
              <a:gd name="connsiteX4" fmla="*/ 1050000 w 2520000"/>
              <a:gd name="connsiteY4" fmla="*/ 0 h 2888076"/>
              <a:gd name="connsiteX5" fmla="*/ 2112004 w 2520000"/>
              <a:gd name="connsiteY5" fmla="*/ 0 h 2888076"/>
              <a:gd name="connsiteX6" fmla="*/ 2520000 w 2520000"/>
              <a:gd name="connsiteY6" fmla="*/ 407996 h 2888076"/>
              <a:gd name="connsiteX7" fmla="*/ 2520000 w 2520000"/>
              <a:gd name="connsiteY7" fmla="*/ 1427956 h 2888076"/>
              <a:gd name="connsiteX8" fmla="*/ 2520000 w 2520000"/>
              <a:gd name="connsiteY8" fmla="*/ 1427956 h 2888076"/>
              <a:gd name="connsiteX9" fmla="*/ 2520000 w 2520000"/>
              <a:gd name="connsiteY9" fmla="*/ 2039938 h 2888076"/>
              <a:gd name="connsiteX10" fmla="*/ 2520000 w 2520000"/>
              <a:gd name="connsiteY10" fmla="*/ 2039929 h 2888076"/>
              <a:gd name="connsiteX11" fmla="*/ 2112004 w 2520000"/>
              <a:gd name="connsiteY11" fmla="*/ 2447925 h 2888076"/>
              <a:gd name="connsiteX12" fmla="*/ 1512495 w 2520000"/>
              <a:gd name="connsiteY12" fmla="*/ 2440864 h 2888076"/>
              <a:gd name="connsiteX13" fmla="*/ 812679 w 2520000"/>
              <a:gd name="connsiteY13" fmla="*/ 2888076 h 2888076"/>
              <a:gd name="connsiteX14" fmla="*/ 737745 w 2520000"/>
              <a:gd name="connsiteY14" fmla="*/ 2444394 h 2888076"/>
              <a:gd name="connsiteX15" fmla="*/ 407996 w 2520000"/>
              <a:gd name="connsiteY15" fmla="*/ 2447925 h 2888076"/>
              <a:gd name="connsiteX16" fmla="*/ 0 w 2520000"/>
              <a:gd name="connsiteY16" fmla="*/ 2039929 h 2888076"/>
              <a:gd name="connsiteX17" fmla="*/ 0 w 2520000"/>
              <a:gd name="connsiteY17" fmla="*/ 2039938 h 2888076"/>
              <a:gd name="connsiteX18" fmla="*/ 0 w 2520000"/>
              <a:gd name="connsiteY18" fmla="*/ 1427956 h 2888076"/>
              <a:gd name="connsiteX19" fmla="*/ 0 w 2520000"/>
              <a:gd name="connsiteY19" fmla="*/ 1427956 h 2888076"/>
              <a:gd name="connsiteX20" fmla="*/ 0 w 2520000"/>
              <a:gd name="connsiteY20" fmla="*/ 407996 h 2888076"/>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737745 w 2520000"/>
              <a:gd name="connsiteY14" fmla="*/ 2444394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37333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000"/>
              <a:gd name="connsiteY0" fmla="*/ 407996 h 2916320"/>
              <a:gd name="connsiteX1" fmla="*/ 407996 w 2520000"/>
              <a:gd name="connsiteY1" fmla="*/ 0 h 2916320"/>
              <a:gd name="connsiteX2" fmla="*/ 420000 w 2520000"/>
              <a:gd name="connsiteY2" fmla="*/ 0 h 2916320"/>
              <a:gd name="connsiteX3" fmla="*/ 420000 w 2520000"/>
              <a:gd name="connsiteY3" fmla="*/ 0 h 2916320"/>
              <a:gd name="connsiteX4" fmla="*/ 1050000 w 2520000"/>
              <a:gd name="connsiteY4" fmla="*/ 0 h 2916320"/>
              <a:gd name="connsiteX5" fmla="*/ 2112004 w 2520000"/>
              <a:gd name="connsiteY5" fmla="*/ 0 h 2916320"/>
              <a:gd name="connsiteX6" fmla="*/ 2520000 w 2520000"/>
              <a:gd name="connsiteY6" fmla="*/ 407996 h 2916320"/>
              <a:gd name="connsiteX7" fmla="*/ 2520000 w 2520000"/>
              <a:gd name="connsiteY7" fmla="*/ 1427956 h 2916320"/>
              <a:gd name="connsiteX8" fmla="*/ 2520000 w 2520000"/>
              <a:gd name="connsiteY8" fmla="*/ 1427956 h 2916320"/>
              <a:gd name="connsiteX9" fmla="*/ 2520000 w 2520000"/>
              <a:gd name="connsiteY9" fmla="*/ 2039938 h 2916320"/>
              <a:gd name="connsiteX10" fmla="*/ 2520000 w 2520000"/>
              <a:gd name="connsiteY10" fmla="*/ 2039929 h 2916320"/>
              <a:gd name="connsiteX11" fmla="*/ 2112004 w 2520000"/>
              <a:gd name="connsiteY11" fmla="*/ 2447925 h 2916320"/>
              <a:gd name="connsiteX12" fmla="*/ 1512495 w 2520000"/>
              <a:gd name="connsiteY12" fmla="*/ 2440864 h 2916320"/>
              <a:gd name="connsiteX13" fmla="*/ 1268113 w 2520000"/>
              <a:gd name="connsiteY13" fmla="*/ 2916320 h 2916320"/>
              <a:gd name="connsiteX14" fmla="*/ 1009593 w 2520000"/>
              <a:gd name="connsiteY14" fmla="*/ 2454985 h 2916320"/>
              <a:gd name="connsiteX15" fmla="*/ 407996 w 2520000"/>
              <a:gd name="connsiteY15" fmla="*/ 2447925 h 2916320"/>
              <a:gd name="connsiteX16" fmla="*/ 0 w 2520000"/>
              <a:gd name="connsiteY16" fmla="*/ 2039929 h 2916320"/>
              <a:gd name="connsiteX17" fmla="*/ 0 w 2520000"/>
              <a:gd name="connsiteY17" fmla="*/ 2039938 h 2916320"/>
              <a:gd name="connsiteX18" fmla="*/ 0 w 2520000"/>
              <a:gd name="connsiteY18" fmla="*/ 1427956 h 2916320"/>
              <a:gd name="connsiteX19" fmla="*/ 0 w 2520000"/>
              <a:gd name="connsiteY19" fmla="*/ 1427956 h 2916320"/>
              <a:gd name="connsiteX20" fmla="*/ 0 w 2520000"/>
              <a:gd name="connsiteY20" fmla="*/ 407996 h 2916320"/>
              <a:gd name="connsiteX0" fmla="*/ 0 w 2520109"/>
              <a:gd name="connsiteY0" fmla="*/ 407996 h 2916320"/>
              <a:gd name="connsiteX1" fmla="*/ 407996 w 2520109"/>
              <a:gd name="connsiteY1" fmla="*/ 0 h 2916320"/>
              <a:gd name="connsiteX2" fmla="*/ 420000 w 2520109"/>
              <a:gd name="connsiteY2" fmla="*/ 0 h 2916320"/>
              <a:gd name="connsiteX3" fmla="*/ 420000 w 2520109"/>
              <a:gd name="connsiteY3" fmla="*/ 0 h 2916320"/>
              <a:gd name="connsiteX4" fmla="*/ 1050000 w 2520109"/>
              <a:gd name="connsiteY4" fmla="*/ 0 h 2916320"/>
              <a:gd name="connsiteX5" fmla="*/ 2112004 w 2520109"/>
              <a:gd name="connsiteY5" fmla="*/ 0 h 2916320"/>
              <a:gd name="connsiteX6" fmla="*/ 2520000 w 2520109"/>
              <a:gd name="connsiteY6" fmla="*/ 407996 h 2916320"/>
              <a:gd name="connsiteX7" fmla="*/ 2520000 w 2520109"/>
              <a:gd name="connsiteY7" fmla="*/ 1427956 h 2916320"/>
              <a:gd name="connsiteX8" fmla="*/ 2520000 w 2520109"/>
              <a:gd name="connsiteY8" fmla="*/ 1427956 h 2916320"/>
              <a:gd name="connsiteX9" fmla="*/ 2520000 w 2520109"/>
              <a:gd name="connsiteY9" fmla="*/ 2039938 h 2916320"/>
              <a:gd name="connsiteX10" fmla="*/ 2520000 w 2520109"/>
              <a:gd name="connsiteY10" fmla="*/ 2039929 h 2916320"/>
              <a:gd name="connsiteX11" fmla="*/ 2112004 w 2520109"/>
              <a:gd name="connsiteY11" fmla="*/ 2447925 h 2916320"/>
              <a:gd name="connsiteX12" fmla="*/ 1512495 w 2520109"/>
              <a:gd name="connsiteY12" fmla="*/ 2440864 h 2916320"/>
              <a:gd name="connsiteX13" fmla="*/ 1268113 w 2520109"/>
              <a:gd name="connsiteY13" fmla="*/ 2916320 h 2916320"/>
              <a:gd name="connsiteX14" fmla="*/ 1009593 w 2520109"/>
              <a:gd name="connsiteY14" fmla="*/ 2454985 h 2916320"/>
              <a:gd name="connsiteX15" fmla="*/ 407996 w 2520109"/>
              <a:gd name="connsiteY15" fmla="*/ 2447925 h 2916320"/>
              <a:gd name="connsiteX16" fmla="*/ 0 w 2520109"/>
              <a:gd name="connsiteY16" fmla="*/ 2039929 h 2916320"/>
              <a:gd name="connsiteX17" fmla="*/ 0 w 2520109"/>
              <a:gd name="connsiteY17" fmla="*/ 2039938 h 2916320"/>
              <a:gd name="connsiteX18" fmla="*/ 0 w 2520109"/>
              <a:gd name="connsiteY18" fmla="*/ 1427956 h 2916320"/>
              <a:gd name="connsiteX19" fmla="*/ 0 w 2520109"/>
              <a:gd name="connsiteY19" fmla="*/ 1427956 h 2916320"/>
              <a:gd name="connsiteX20" fmla="*/ 0 w 2520109"/>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7996 h 2916320"/>
              <a:gd name="connsiteX1" fmla="*/ 407996 w 2520386"/>
              <a:gd name="connsiteY1" fmla="*/ 0 h 2916320"/>
              <a:gd name="connsiteX2" fmla="*/ 420000 w 2520386"/>
              <a:gd name="connsiteY2" fmla="*/ 0 h 2916320"/>
              <a:gd name="connsiteX3" fmla="*/ 420000 w 2520386"/>
              <a:gd name="connsiteY3" fmla="*/ 0 h 2916320"/>
              <a:gd name="connsiteX4" fmla="*/ 1050000 w 2520386"/>
              <a:gd name="connsiteY4" fmla="*/ 0 h 2916320"/>
              <a:gd name="connsiteX5" fmla="*/ 2112004 w 2520386"/>
              <a:gd name="connsiteY5" fmla="*/ 0 h 2916320"/>
              <a:gd name="connsiteX6" fmla="*/ 2520000 w 2520386"/>
              <a:gd name="connsiteY6" fmla="*/ 407996 h 2916320"/>
              <a:gd name="connsiteX7" fmla="*/ 2520000 w 2520386"/>
              <a:gd name="connsiteY7" fmla="*/ 1427956 h 2916320"/>
              <a:gd name="connsiteX8" fmla="*/ 2520000 w 2520386"/>
              <a:gd name="connsiteY8" fmla="*/ 1427956 h 2916320"/>
              <a:gd name="connsiteX9" fmla="*/ 2520000 w 2520386"/>
              <a:gd name="connsiteY9" fmla="*/ 2039938 h 2916320"/>
              <a:gd name="connsiteX10" fmla="*/ 2520000 w 2520386"/>
              <a:gd name="connsiteY10" fmla="*/ 2039929 h 2916320"/>
              <a:gd name="connsiteX11" fmla="*/ 2112004 w 2520386"/>
              <a:gd name="connsiteY11" fmla="*/ 2447925 h 2916320"/>
              <a:gd name="connsiteX12" fmla="*/ 1512495 w 2520386"/>
              <a:gd name="connsiteY12" fmla="*/ 2440864 h 2916320"/>
              <a:gd name="connsiteX13" fmla="*/ 1268113 w 2520386"/>
              <a:gd name="connsiteY13" fmla="*/ 2916320 h 2916320"/>
              <a:gd name="connsiteX14" fmla="*/ 1009593 w 2520386"/>
              <a:gd name="connsiteY14" fmla="*/ 2454985 h 2916320"/>
              <a:gd name="connsiteX15" fmla="*/ 407996 w 2520386"/>
              <a:gd name="connsiteY15" fmla="*/ 2447925 h 2916320"/>
              <a:gd name="connsiteX16" fmla="*/ 0 w 2520386"/>
              <a:gd name="connsiteY16" fmla="*/ 2039929 h 2916320"/>
              <a:gd name="connsiteX17" fmla="*/ 0 w 2520386"/>
              <a:gd name="connsiteY17" fmla="*/ 2039938 h 2916320"/>
              <a:gd name="connsiteX18" fmla="*/ 0 w 2520386"/>
              <a:gd name="connsiteY18" fmla="*/ 1427956 h 2916320"/>
              <a:gd name="connsiteX19" fmla="*/ 0 w 2520386"/>
              <a:gd name="connsiteY19" fmla="*/ 1427956 h 2916320"/>
              <a:gd name="connsiteX20" fmla="*/ 0 w 2520386"/>
              <a:gd name="connsiteY20" fmla="*/ 407996 h 2916320"/>
              <a:gd name="connsiteX0" fmla="*/ 0 w 2520386"/>
              <a:gd name="connsiteY0" fmla="*/ 408154 h 2916478"/>
              <a:gd name="connsiteX1" fmla="*/ 407996 w 2520386"/>
              <a:gd name="connsiteY1" fmla="*/ 158 h 2916478"/>
              <a:gd name="connsiteX2" fmla="*/ 420000 w 2520386"/>
              <a:gd name="connsiteY2" fmla="*/ 158 h 2916478"/>
              <a:gd name="connsiteX3" fmla="*/ 420000 w 2520386"/>
              <a:gd name="connsiteY3" fmla="*/ 158 h 2916478"/>
              <a:gd name="connsiteX4" fmla="*/ 1050000 w 2520386"/>
              <a:gd name="connsiteY4" fmla="*/ 158 h 2916478"/>
              <a:gd name="connsiteX5" fmla="*/ 2112004 w 2520386"/>
              <a:gd name="connsiteY5" fmla="*/ 158 h 2916478"/>
              <a:gd name="connsiteX6" fmla="*/ 2520000 w 2520386"/>
              <a:gd name="connsiteY6" fmla="*/ 408154 h 2916478"/>
              <a:gd name="connsiteX7" fmla="*/ 2520000 w 2520386"/>
              <a:gd name="connsiteY7" fmla="*/ 1428114 h 2916478"/>
              <a:gd name="connsiteX8" fmla="*/ 2520000 w 2520386"/>
              <a:gd name="connsiteY8" fmla="*/ 1428114 h 2916478"/>
              <a:gd name="connsiteX9" fmla="*/ 2520000 w 2520386"/>
              <a:gd name="connsiteY9" fmla="*/ 2040096 h 2916478"/>
              <a:gd name="connsiteX10" fmla="*/ 2520000 w 2520386"/>
              <a:gd name="connsiteY10" fmla="*/ 2040087 h 2916478"/>
              <a:gd name="connsiteX11" fmla="*/ 2112004 w 2520386"/>
              <a:gd name="connsiteY11" fmla="*/ 2448083 h 2916478"/>
              <a:gd name="connsiteX12" fmla="*/ 1512495 w 2520386"/>
              <a:gd name="connsiteY12" fmla="*/ 2441022 h 2916478"/>
              <a:gd name="connsiteX13" fmla="*/ 1268113 w 2520386"/>
              <a:gd name="connsiteY13" fmla="*/ 2916478 h 2916478"/>
              <a:gd name="connsiteX14" fmla="*/ 1009593 w 2520386"/>
              <a:gd name="connsiteY14" fmla="*/ 2455143 h 2916478"/>
              <a:gd name="connsiteX15" fmla="*/ 407996 w 2520386"/>
              <a:gd name="connsiteY15" fmla="*/ 2448083 h 2916478"/>
              <a:gd name="connsiteX16" fmla="*/ 0 w 2520386"/>
              <a:gd name="connsiteY16" fmla="*/ 2040087 h 2916478"/>
              <a:gd name="connsiteX17" fmla="*/ 0 w 2520386"/>
              <a:gd name="connsiteY17" fmla="*/ 2040096 h 2916478"/>
              <a:gd name="connsiteX18" fmla="*/ 0 w 2520386"/>
              <a:gd name="connsiteY18" fmla="*/ 1428114 h 2916478"/>
              <a:gd name="connsiteX19" fmla="*/ 0 w 2520386"/>
              <a:gd name="connsiteY19" fmla="*/ 1428114 h 2916478"/>
              <a:gd name="connsiteX20" fmla="*/ 0 w 2520386"/>
              <a:gd name="connsiteY20" fmla="*/ 408154 h 2916478"/>
              <a:gd name="connsiteX0" fmla="*/ 28 w 2520414"/>
              <a:gd name="connsiteY0" fmla="*/ 408154 h 2916478"/>
              <a:gd name="connsiteX1" fmla="*/ 408024 w 2520414"/>
              <a:gd name="connsiteY1" fmla="*/ 158 h 2916478"/>
              <a:gd name="connsiteX2" fmla="*/ 420028 w 2520414"/>
              <a:gd name="connsiteY2" fmla="*/ 158 h 2916478"/>
              <a:gd name="connsiteX3" fmla="*/ 420028 w 2520414"/>
              <a:gd name="connsiteY3" fmla="*/ 158 h 2916478"/>
              <a:gd name="connsiteX4" fmla="*/ 1050028 w 2520414"/>
              <a:gd name="connsiteY4" fmla="*/ 158 h 2916478"/>
              <a:gd name="connsiteX5" fmla="*/ 2112032 w 2520414"/>
              <a:gd name="connsiteY5" fmla="*/ 158 h 2916478"/>
              <a:gd name="connsiteX6" fmla="*/ 2520028 w 2520414"/>
              <a:gd name="connsiteY6" fmla="*/ 408154 h 2916478"/>
              <a:gd name="connsiteX7" fmla="*/ 2520028 w 2520414"/>
              <a:gd name="connsiteY7" fmla="*/ 1428114 h 2916478"/>
              <a:gd name="connsiteX8" fmla="*/ 2520028 w 2520414"/>
              <a:gd name="connsiteY8" fmla="*/ 1428114 h 2916478"/>
              <a:gd name="connsiteX9" fmla="*/ 2520028 w 2520414"/>
              <a:gd name="connsiteY9" fmla="*/ 2040096 h 2916478"/>
              <a:gd name="connsiteX10" fmla="*/ 2520028 w 2520414"/>
              <a:gd name="connsiteY10" fmla="*/ 2040087 h 2916478"/>
              <a:gd name="connsiteX11" fmla="*/ 2112032 w 2520414"/>
              <a:gd name="connsiteY11" fmla="*/ 2448083 h 2916478"/>
              <a:gd name="connsiteX12" fmla="*/ 1512523 w 2520414"/>
              <a:gd name="connsiteY12" fmla="*/ 2441022 h 2916478"/>
              <a:gd name="connsiteX13" fmla="*/ 1268141 w 2520414"/>
              <a:gd name="connsiteY13" fmla="*/ 2916478 h 2916478"/>
              <a:gd name="connsiteX14" fmla="*/ 1009621 w 2520414"/>
              <a:gd name="connsiteY14" fmla="*/ 2455143 h 2916478"/>
              <a:gd name="connsiteX15" fmla="*/ 408024 w 2520414"/>
              <a:gd name="connsiteY15" fmla="*/ 2448083 h 2916478"/>
              <a:gd name="connsiteX16" fmla="*/ 28 w 2520414"/>
              <a:gd name="connsiteY16" fmla="*/ 2040087 h 2916478"/>
              <a:gd name="connsiteX17" fmla="*/ 28 w 2520414"/>
              <a:gd name="connsiteY17" fmla="*/ 2040096 h 2916478"/>
              <a:gd name="connsiteX18" fmla="*/ 28 w 2520414"/>
              <a:gd name="connsiteY18" fmla="*/ 1428114 h 2916478"/>
              <a:gd name="connsiteX19" fmla="*/ 28 w 2520414"/>
              <a:gd name="connsiteY19" fmla="*/ 1428114 h 2916478"/>
              <a:gd name="connsiteX20" fmla="*/ 28 w 2520414"/>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31 w 2520517"/>
              <a:gd name="connsiteY0" fmla="*/ 408154 h 2916478"/>
              <a:gd name="connsiteX1" fmla="*/ 408127 w 2520517"/>
              <a:gd name="connsiteY1" fmla="*/ 158 h 2916478"/>
              <a:gd name="connsiteX2" fmla="*/ 420131 w 2520517"/>
              <a:gd name="connsiteY2" fmla="*/ 158 h 2916478"/>
              <a:gd name="connsiteX3" fmla="*/ 420131 w 2520517"/>
              <a:gd name="connsiteY3" fmla="*/ 158 h 2916478"/>
              <a:gd name="connsiteX4" fmla="*/ 1050131 w 2520517"/>
              <a:gd name="connsiteY4" fmla="*/ 158 h 2916478"/>
              <a:gd name="connsiteX5" fmla="*/ 2112135 w 2520517"/>
              <a:gd name="connsiteY5" fmla="*/ 158 h 2916478"/>
              <a:gd name="connsiteX6" fmla="*/ 2520131 w 2520517"/>
              <a:gd name="connsiteY6" fmla="*/ 408154 h 2916478"/>
              <a:gd name="connsiteX7" fmla="*/ 2520131 w 2520517"/>
              <a:gd name="connsiteY7" fmla="*/ 1428114 h 2916478"/>
              <a:gd name="connsiteX8" fmla="*/ 2520131 w 2520517"/>
              <a:gd name="connsiteY8" fmla="*/ 1428114 h 2916478"/>
              <a:gd name="connsiteX9" fmla="*/ 2520131 w 2520517"/>
              <a:gd name="connsiteY9" fmla="*/ 2040096 h 2916478"/>
              <a:gd name="connsiteX10" fmla="*/ 2520131 w 2520517"/>
              <a:gd name="connsiteY10" fmla="*/ 2040087 h 2916478"/>
              <a:gd name="connsiteX11" fmla="*/ 2112135 w 2520517"/>
              <a:gd name="connsiteY11" fmla="*/ 2448083 h 2916478"/>
              <a:gd name="connsiteX12" fmla="*/ 1512626 w 2520517"/>
              <a:gd name="connsiteY12" fmla="*/ 2441022 h 2916478"/>
              <a:gd name="connsiteX13" fmla="*/ 1268244 w 2520517"/>
              <a:gd name="connsiteY13" fmla="*/ 2916478 h 2916478"/>
              <a:gd name="connsiteX14" fmla="*/ 1009724 w 2520517"/>
              <a:gd name="connsiteY14" fmla="*/ 2455143 h 2916478"/>
              <a:gd name="connsiteX15" fmla="*/ 408127 w 2520517"/>
              <a:gd name="connsiteY15" fmla="*/ 2448083 h 2916478"/>
              <a:gd name="connsiteX16" fmla="*/ 131 w 2520517"/>
              <a:gd name="connsiteY16" fmla="*/ 2040087 h 2916478"/>
              <a:gd name="connsiteX17" fmla="*/ 131 w 2520517"/>
              <a:gd name="connsiteY17" fmla="*/ 2040096 h 2916478"/>
              <a:gd name="connsiteX18" fmla="*/ 131 w 2520517"/>
              <a:gd name="connsiteY18" fmla="*/ 1428114 h 2916478"/>
              <a:gd name="connsiteX19" fmla="*/ 131 w 2520517"/>
              <a:gd name="connsiteY19" fmla="*/ 1428114 h 2916478"/>
              <a:gd name="connsiteX20" fmla="*/ 131 w 2520517"/>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157162 w 2677548"/>
              <a:gd name="connsiteY0" fmla="*/ 408154 h 2916478"/>
              <a:gd name="connsiteX1" fmla="*/ 565158 w 2677548"/>
              <a:gd name="connsiteY1" fmla="*/ 158 h 2916478"/>
              <a:gd name="connsiteX2" fmla="*/ 577162 w 2677548"/>
              <a:gd name="connsiteY2" fmla="*/ 158 h 2916478"/>
              <a:gd name="connsiteX3" fmla="*/ 577162 w 2677548"/>
              <a:gd name="connsiteY3" fmla="*/ 158 h 2916478"/>
              <a:gd name="connsiteX4" fmla="*/ 1207162 w 2677548"/>
              <a:gd name="connsiteY4" fmla="*/ 158 h 2916478"/>
              <a:gd name="connsiteX5" fmla="*/ 2269166 w 2677548"/>
              <a:gd name="connsiteY5" fmla="*/ 158 h 2916478"/>
              <a:gd name="connsiteX6" fmla="*/ 2677162 w 2677548"/>
              <a:gd name="connsiteY6" fmla="*/ 408154 h 2916478"/>
              <a:gd name="connsiteX7" fmla="*/ 2677162 w 2677548"/>
              <a:gd name="connsiteY7" fmla="*/ 1428114 h 2916478"/>
              <a:gd name="connsiteX8" fmla="*/ 2677162 w 2677548"/>
              <a:gd name="connsiteY8" fmla="*/ 1428114 h 2916478"/>
              <a:gd name="connsiteX9" fmla="*/ 2677162 w 2677548"/>
              <a:gd name="connsiteY9" fmla="*/ 2040096 h 2916478"/>
              <a:gd name="connsiteX10" fmla="*/ 2677162 w 2677548"/>
              <a:gd name="connsiteY10" fmla="*/ 2040087 h 2916478"/>
              <a:gd name="connsiteX11" fmla="*/ 2269166 w 2677548"/>
              <a:gd name="connsiteY11" fmla="*/ 2448083 h 2916478"/>
              <a:gd name="connsiteX12" fmla="*/ 1669657 w 2677548"/>
              <a:gd name="connsiteY12" fmla="*/ 2441022 h 2916478"/>
              <a:gd name="connsiteX13" fmla="*/ 1425275 w 2677548"/>
              <a:gd name="connsiteY13" fmla="*/ 2916478 h 2916478"/>
              <a:gd name="connsiteX14" fmla="*/ 1166755 w 2677548"/>
              <a:gd name="connsiteY14" fmla="*/ 2455143 h 2916478"/>
              <a:gd name="connsiteX15" fmla="*/ 565158 w 2677548"/>
              <a:gd name="connsiteY15" fmla="*/ 2448083 h 2916478"/>
              <a:gd name="connsiteX16" fmla="*/ 157162 w 2677548"/>
              <a:gd name="connsiteY16" fmla="*/ 2040087 h 2916478"/>
              <a:gd name="connsiteX17" fmla="*/ 0 w 2677548"/>
              <a:gd name="connsiteY17" fmla="*/ 2028039 h 2916478"/>
              <a:gd name="connsiteX18" fmla="*/ 157162 w 2677548"/>
              <a:gd name="connsiteY18" fmla="*/ 1428114 h 2916478"/>
              <a:gd name="connsiteX19" fmla="*/ 157162 w 2677548"/>
              <a:gd name="connsiteY19" fmla="*/ 1428114 h 2916478"/>
              <a:gd name="connsiteX20" fmla="*/ 157162 w 2677548"/>
              <a:gd name="connsiteY20" fmla="*/ 408154 h 2916478"/>
              <a:gd name="connsiteX0" fmla="*/ 23917 w 2544303"/>
              <a:gd name="connsiteY0" fmla="*/ 408154 h 2916478"/>
              <a:gd name="connsiteX1" fmla="*/ 431913 w 2544303"/>
              <a:gd name="connsiteY1" fmla="*/ 158 h 2916478"/>
              <a:gd name="connsiteX2" fmla="*/ 443917 w 2544303"/>
              <a:gd name="connsiteY2" fmla="*/ 158 h 2916478"/>
              <a:gd name="connsiteX3" fmla="*/ 443917 w 2544303"/>
              <a:gd name="connsiteY3" fmla="*/ 158 h 2916478"/>
              <a:gd name="connsiteX4" fmla="*/ 1073917 w 2544303"/>
              <a:gd name="connsiteY4" fmla="*/ 158 h 2916478"/>
              <a:gd name="connsiteX5" fmla="*/ 2135921 w 2544303"/>
              <a:gd name="connsiteY5" fmla="*/ 158 h 2916478"/>
              <a:gd name="connsiteX6" fmla="*/ 2543917 w 2544303"/>
              <a:gd name="connsiteY6" fmla="*/ 408154 h 2916478"/>
              <a:gd name="connsiteX7" fmla="*/ 2543917 w 2544303"/>
              <a:gd name="connsiteY7" fmla="*/ 1428114 h 2916478"/>
              <a:gd name="connsiteX8" fmla="*/ 2543917 w 2544303"/>
              <a:gd name="connsiteY8" fmla="*/ 1428114 h 2916478"/>
              <a:gd name="connsiteX9" fmla="*/ 2543917 w 2544303"/>
              <a:gd name="connsiteY9" fmla="*/ 2040096 h 2916478"/>
              <a:gd name="connsiteX10" fmla="*/ 2543917 w 2544303"/>
              <a:gd name="connsiteY10" fmla="*/ 2040087 h 2916478"/>
              <a:gd name="connsiteX11" fmla="*/ 2135921 w 2544303"/>
              <a:gd name="connsiteY11" fmla="*/ 2448083 h 2916478"/>
              <a:gd name="connsiteX12" fmla="*/ 1536412 w 2544303"/>
              <a:gd name="connsiteY12" fmla="*/ 2441022 h 2916478"/>
              <a:gd name="connsiteX13" fmla="*/ 1292030 w 2544303"/>
              <a:gd name="connsiteY13" fmla="*/ 2916478 h 2916478"/>
              <a:gd name="connsiteX14" fmla="*/ 1033510 w 2544303"/>
              <a:gd name="connsiteY14" fmla="*/ 2455143 h 2916478"/>
              <a:gd name="connsiteX15" fmla="*/ 431913 w 2544303"/>
              <a:gd name="connsiteY15" fmla="*/ 2448083 h 2916478"/>
              <a:gd name="connsiteX16" fmla="*/ 23917 w 2544303"/>
              <a:gd name="connsiteY16" fmla="*/ 2040087 h 2916478"/>
              <a:gd name="connsiteX17" fmla="*/ 21537 w 2544303"/>
              <a:gd name="connsiteY17" fmla="*/ 1801367 h 2916478"/>
              <a:gd name="connsiteX18" fmla="*/ 23917 w 2544303"/>
              <a:gd name="connsiteY18" fmla="*/ 1428114 h 2916478"/>
              <a:gd name="connsiteX19" fmla="*/ 23917 w 2544303"/>
              <a:gd name="connsiteY19" fmla="*/ 1428114 h 2916478"/>
              <a:gd name="connsiteX20" fmla="*/ 23917 w 2544303"/>
              <a:gd name="connsiteY20" fmla="*/ 408154 h 2916478"/>
              <a:gd name="connsiteX0" fmla="*/ 23372 w 2543758"/>
              <a:gd name="connsiteY0" fmla="*/ 408154 h 2916478"/>
              <a:gd name="connsiteX1" fmla="*/ 431368 w 2543758"/>
              <a:gd name="connsiteY1" fmla="*/ 158 h 2916478"/>
              <a:gd name="connsiteX2" fmla="*/ 443372 w 2543758"/>
              <a:gd name="connsiteY2" fmla="*/ 158 h 2916478"/>
              <a:gd name="connsiteX3" fmla="*/ 443372 w 2543758"/>
              <a:gd name="connsiteY3" fmla="*/ 158 h 2916478"/>
              <a:gd name="connsiteX4" fmla="*/ 1073372 w 2543758"/>
              <a:gd name="connsiteY4" fmla="*/ 158 h 2916478"/>
              <a:gd name="connsiteX5" fmla="*/ 2135376 w 2543758"/>
              <a:gd name="connsiteY5" fmla="*/ 158 h 2916478"/>
              <a:gd name="connsiteX6" fmla="*/ 2543372 w 2543758"/>
              <a:gd name="connsiteY6" fmla="*/ 408154 h 2916478"/>
              <a:gd name="connsiteX7" fmla="*/ 2543372 w 2543758"/>
              <a:gd name="connsiteY7" fmla="*/ 1428114 h 2916478"/>
              <a:gd name="connsiteX8" fmla="*/ 2543372 w 2543758"/>
              <a:gd name="connsiteY8" fmla="*/ 1428114 h 2916478"/>
              <a:gd name="connsiteX9" fmla="*/ 2543372 w 2543758"/>
              <a:gd name="connsiteY9" fmla="*/ 2040096 h 2916478"/>
              <a:gd name="connsiteX10" fmla="*/ 2543372 w 2543758"/>
              <a:gd name="connsiteY10" fmla="*/ 2040087 h 2916478"/>
              <a:gd name="connsiteX11" fmla="*/ 2135376 w 2543758"/>
              <a:gd name="connsiteY11" fmla="*/ 2448083 h 2916478"/>
              <a:gd name="connsiteX12" fmla="*/ 1535867 w 2543758"/>
              <a:gd name="connsiteY12" fmla="*/ 2441022 h 2916478"/>
              <a:gd name="connsiteX13" fmla="*/ 1291485 w 2543758"/>
              <a:gd name="connsiteY13" fmla="*/ 2916478 h 2916478"/>
              <a:gd name="connsiteX14" fmla="*/ 1032965 w 2543758"/>
              <a:gd name="connsiteY14" fmla="*/ 2455143 h 2916478"/>
              <a:gd name="connsiteX15" fmla="*/ 431368 w 2543758"/>
              <a:gd name="connsiteY15" fmla="*/ 2448083 h 2916478"/>
              <a:gd name="connsiteX16" fmla="*/ 23372 w 2543758"/>
              <a:gd name="connsiteY16" fmla="*/ 2040087 h 2916478"/>
              <a:gd name="connsiteX17" fmla="*/ 20992 w 2543758"/>
              <a:gd name="connsiteY17" fmla="*/ 1801367 h 2916478"/>
              <a:gd name="connsiteX18" fmla="*/ 23372 w 2543758"/>
              <a:gd name="connsiteY18" fmla="*/ 1428114 h 2916478"/>
              <a:gd name="connsiteX19" fmla="*/ 23372 w 2543758"/>
              <a:gd name="connsiteY19" fmla="*/ 1428114 h 2916478"/>
              <a:gd name="connsiteX20" fmla="*/ 23372 w 2543758"/>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060 w 2544446"/>
              <a:gd name="connsiteY0" fmla="*/ 408154 h 2916478"/>
              <a:gd name="connsiteX1" fmla="*/ 432056 w 2544446"/>
              <a:gd name="connsiteY1" fmla="*/ 158 h 2916478"/>
              <a:gd name="connsiteX2" fmla="*/ 444060 w 2544446"/>
              <a:gd name="connsiteY2" fmla="*/ 158 h 2916478"/>
              <a:gd name="connsiteX3" fmla="*/ 444060 w 2544446"/>
              <a:gd name="connsiteY3" fmla="*/ 158 h 2916478"/>
              <a:gd name="connsiteX4" fmla="*/ 1074060 w 2544446"/>
              <a:gd name="connsiteY4" fmla="*/ 158 h 2916478"/>
              <a:gd name="connsiteX5" fmla="*/ 2136064 w 2544446"/>
              <a:gd name="connsiteY5" fmla="*/ 158 h 2916478"/>
              <a:gd name="connsiteX6" fmla="*/ 2544060 w 2544446"/>
              <a:gd name="connsiteY6" fmla="*/ 408154 h 2916478"/>
              <a:gd name="connsiteX7" fmla="*/ 2544060 w 2544446"/>
              <a:gd name="connsiteY7" fmla="*/ 1428114 h 2916478"/>
              <a:gd name="connsiteX8" fmla="*/ 2544060 w 2544446"/>
              <a:gd name="connsiteY8" fmla="*/ 1428114 h 2916478"/>
              <a:gd name="connsiteX9" fmla="*/ 2544060 w 2544446"/>
              <a:gd name="connsiteY9" fmla="*/ 2040096 h 2916478"/>
              <a:gd name="connsiteX10" fmla="*/ 2544060 w 2544446"/>
              <a:gd name="connsiteY10" fmla="*/ 2040087 h 2916478"/>
              <a:gd name="connsiteX11" fmla="*/ 2136064 w 2544446"/>
              <a:gd name="connsiteY11" fmla="*/ 2448083 h 2916478"/>
              <a:gd name="connsiteX12" fmla="*/ 1536555 w 2544446"/>
              <a:gd name="connsiteY12" fmla="*/ 2441022 h 2916478"/>
              <a:gd name="connsiteX13" fmla="*/ 1292173 w 2544446"/>
              <a:gd name="connsiteY13" fmla="*/ 2916478 h 2916478"/>
              <a:gd name="connsiteX14" fmla="*/ 1033653 w 2544446"/>
              <a:gd name="connsiteY14" fmla="*/ 2455143 h 2916478"/>
              <a:gd name="connsiteX15" fmla="*/ 432056 w 2544446"/>
              <a:gd name="connsiteY15" fmla="*/ 2448083 h 2916478"/>
              <a:gd name="connsiteX16" fmla="*/ 24060 w 2544446"/>
              <a:gd name="connsiteY16" fmla="*/ 2040087 h 2916478"/>
              <a:gd name="connsiteX17" fmla="*/ 21680 w 2544446"/>
              <a:gd name="connsiteY17" fmla="*/ 1801367 h 2916478"/>
              <a:gd name="connsiteX18" fmla="*/ 24060 w 2544446"/>
              <a:gd name="connsiteY18" fmla="*/ 1428114 h 2916478"/>
              <a:gd name="connsiteX19" fmla="*/ 24060 w 2544446"/>
              <a:gd name="connsiteY19" fmla="*/ 1428114 h 2916478"/>
              <a:gd name="connsiteX20" fmla="*/ 24060 w 2544446"/>
              <a:gd name="connsiteY20" fmla="*/ 408154 h 2916478"/>
              <a:gd name="connsiteX0" fmla="*/ 2464 w 2522850"/>
              <a:gd name="connsiteY0" fmla="*/ 408154 h 2916478"/>
              <a:gd name="connsiteX1" fmla="*/ 410460 w 2522850"/>
              <a:gd name="connsiteY1" fmla="*/ 158 h 2916478"/>
              <a:gd name="connsiteX2" fmla="*/ 422464 w 2522850"/>
              <a:gd name="connsiteY2" fmla="*/ 158 h 2916478"/>
              <a:gd name="connsiteX3" fmla="*/ 422464 w 2522850"/>
              <a:gd name="connsiteY3" fmla="*/ 158 h 2916478"/>
              <a:gd name="connsiteX4" fmla="*/ 1052464 w 2522850"/>
              <a:gd name="connsiteY4" fmla="*/ 158 h 2916478"/>
              <a:gd name="connsiteX5" fmla="*/ 2114468 w 2522850"/>
              <a:gd name="connsiteY5" fmla="*/ 158 h 2916478"/>
              <a:gd name="connsiteX6" fmla="*/ 2522464 w 2522850"/>
              <a:gd name="connsiteY6" fmla="*/ 408154 h 2916478"/>
              <a:gd name="connsiteX7" fmla="*/ 2522464 w 2522850"/>
              <a:gd name="connsiteY7" fmla="*/ 1428114 h 2916478"/>
              <a:gd name="connsiteX8" fmla="*/ 2522464 w 2522850"/>
              <a:gd name="connsiteY8" fmla="*/ 1428114 h 2916478"/>
              <a:gd name="connsiteX9" fmla="*/ 2522464 w 2522850"/>
              <a:gd name="connsiteY9" fmla="*/ 2040096 h 2916478"/>
              <a:gd name="connsiteX10" fmla="*/ 2522464 w 2522850"/>
              <a:gd name="connsiteY10" fmla="*/ 2040087 h 2916478"/>
              <a:gd name="connsiteX11" fmla="*/ 2114468 w 2522850"/>
              <a:gd name="connsiteY11" fmla="*/ 2448083 h 2916478"/>
              <a:gd name="connsiteX12" fmla="*/ 1514959 w 2522850"/>
              <a:gd name="connsiteY12" fmla="*/ 2441022 h 2916478"/>
              <a:gd name="connsiteX13" fmla="*/ 1270577 w 2522850"/>
              <a:gd name="connsiteY13" fmla="*/ 2916478 h 2916478"/>
              <a:gd name="connsiteX14" fmla="*/ 1012057 w 2522850"/>
              <a:gd name="connsiteY14" fmla="*/ 2455143 h 2916478"/>
              <a:gd name="connsiteX15" fmla="*/ 410460 w 2522850"/>
              <a:gd name="connsiteY15" fmla="*/ 2448083 h 2916478"/>
              <a:gd name="connsiteX16" fmla="*/ 2464 w 2522850"/>
              <a:gd name="connsiteY16" fmla="*/ 2040087 h 2916478"/>
              <a:gd name="connsiteX17" fmla="*/ 84 w 2522850"/>
              <a:gd name="connsiteY17" fmla="*/ 1801367 h 2916478"/>
              <a:gd name="connsiteX18" fmla="*/ 2464 w 2522850"/>
              <a:gd name="connsiteY18" fmla="*/ 1428114 h 2916478"/>
              <a:gd name="connsiteX19" fmla="*/ 2464 w 2522850"/>
              <a:gd name="connsiteY19" fmla="*/ 1428114 h 2916478"/>
              <a:gd name="connsiteX20" fmla="*/ 2464 w 2522850"/>
              <a:gd name="connsiteY20" fmla="*/ 408154 h 2916478"/>
              <a:gd name="connsiteX0" fmla="*/ 4136 w 2524522"/>
              <a:gd name="connsiteY0" fmla="*/ 408154 h 2916478"/>
              <a:gd name="connsiteX1" fmla="*/ 412132 w 2524522"/>
              <a:gd name="connsiteY1" fmla="*/ 158 h 2916478"/>
              <a:gd name="connsiteX2" fmla="*/ 424136 w 2524522"/>
              <a:gd name="connsiteY2" fmla="*/ 158 h 2916478"/>
              <a:gd name="connsiteX3" fmla="*/ 424136 w 2524522"/>
              <a:gd name="connsiteY3" fmla="*/ 158 h 2916478"/>
              <a:gd name="connsiteX4" fmla="*/ 1054136 w 2524522"/>
              <a:gd name="connsiteY4" fmla="*/ 158 h 2916478"/>
              <a:gd name="connsiteX5" fmla="*/ 2116140 w 2524522"/>
              <a:gd name="connsiteY5" fmla="*/ 158 h 2916478"/>
              <a:gd name="connsiteX6" fmla="*/ 2524136 w 2524522"/>
              <a:gd name="connsiteY6" fmla="*/ 408154 h 2916478"/>
              <a:gd name="connsiteX7" fmla="*/ 2524136 w 2524522"/>
              <a:gd name="connsiteY7" fmla="*/ 1428114 h 2916478"/>
              <a:gd name="connsiteX8" fmla="*/ 2524136 w 2524522"/>
              <a:gd name="connsiteY8" fmla="*/ 1428114 h 2916478"/>
              <a:gd name="connsiteX9" fmla="*/ 2524136 w 2524522"/>
              <a:gd name="connsiteY9" fmla="*/ 2040096 h 2916478"/>
              <a:gd name="connsiteX10" fmla="*/ 2524136 w 2524522"/>
              <a:gd name="connsiteY10" fmla="*/ 2040087 h 2916478"/>
              <a:gd name="connsiteX11" fmla="*/ 2116140 w 2524522"/>
              <a:gd name="connsiteY11" fmla="*/ 2448083 h 2916478"/>
              <a:gd name="connsiteX12" fmla="*/ 1516631 w 2524522"/>
              <a:gd name="connsiteY12" fmla="*/ 2441022 h 2916478"/>
              <a:gd name="connsiteX13" fmla="*/ 1272249 w 2524522"/>
              <a:gd name="connsiteY13" fmla="*/ 2916478 h 2916478"/>
              <a:gd name="connsiteX14" fmla="*/ 1013729 w 2524522"/>
              <a:gd name="connsiteY14" fmla="*/ 2455143 h 2916478"/>
              <a:gd name="connsiteX15" fmla="*/ 412132 w 2524522"/>
              <a:gd name="connsiteY15" fmla="*/ 2448083 h 2916478"/>
              <a:gd name="connsiteX16" fmla="*/ 4136 w 2524522"/>
              <a:gd name="connsiteY16" fmla="*/ 2040087 h 2916478"/>
              <a:gd name="connsiteX17" fmla="*/ 1756 w 2524522"/>
              <a:gd name="connsiteY17" fmla="*/ 1801367 h 2916478"/>
              <a:gd name="connsiteX18" fmla="*/ 4136 w 2524522"/>
              <a:gd name="connsiteY18" fmla="*/ 1428114 h 2916478"/>
              <a:gd name="connsiteX19" fmla="*/ 4136 w 2524522"/>
              <a:gd name="connsiteY19" fmla="*/ 1428114 h 2916478"/>
              <a:gd name="connsiteX20" fmla="*/ 4136 w 2524522"/>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6543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5411 w 2525797"/>
              <a:gd name="connsiteY0" fmla="*/ 408154 h 2916478"/>
              <a:gd name="connsiteX1" fmla="*/ 413407 w 2525797"/>
              <a:gd name="connsiteY1" fmla="*/ 158 h 2916478"/>
              <a:gd name="connsiteX2" fmla="*/ 425411 w 2525797"/>
              <a:gd name="connsiteY2" fmla="*/ 158 h 2916478"/>
              <a:gd name="connsiteX3" fmla="*/ 425411 w 2525797"/>
              <a:gd name="connsiteY3" fmla="*/ 158 h 2916478"/>
              <a:gd name="connsiteX4" fmla="*/ 1055411 w 2525797"/>
              <a:gd name="connsiteY4" fmla="*/ 158 h 2916478"/>
              <a:gd name="connsiteX5" fmla="*/ 2117415 w 2525797"/>
              <a:gd name="connsiteY5" fmla="*/ 158 h 2916478"/>
              <a:gd name="connsiteX6" fmla="*/ 2525411 w 2525797"/>
              <a:gd name="connsiteY6" fmla="*/ 408154 h 2916478"/>
              <a:gd name="connsiteX7" fmla="*/ 2525411 w 2525797"/>
              <a:gd name="connsiteY7" fmla="*/ 1428114 h 2916478"/>
              <a:gd name="connsiteX8" fmla="*/ 2525411 w 2525797"/>
              <a:gd name="connsiteY8" fmla="*/ 1428114 h 2916478"/>
              <a:gd name="connsiteX9" fmla="*/ 2525411 w 2525797"/>
              <a:gd name="connsiteY9" fmla="*/ 2040096 h 2916478"/>
              <a:gd name="connsiteX10" fmla="*/ 2525411 w 2525797"/>
              <a:gd name="connsiteY10" fmla="*/ 2040087 h 2916478"/>
              <a:gd name="connsiteX11" fmla="*/ 2117415 w 2525797"/>
              <a:gd name="connsiteY11" fmla="*/ 2448083 h 2916478"/>
              <a:gd name="connsiteX12" fmla="*/ 1517906 w 2525797"/>
              <a:gd name="connsiteY12" fmla="*/ 2441022 h 2916478"/>
              <a:gd name="connsiteX13" fmla="*/ 1273524 w 2525797"/>
              <a:gd name="connsiteY13" fmla="*/ 2916478 h 2916478"/>
              <a:gd name="connsiteX14" fmla="*/ 1015004 w 2525797"/>
              <a:gd name="connsiteY14" fmla="*/ 2455143 h 2916478"/>
              <a:gd name="connsiteX15" fmla="*/ 413407 w 2525797"/>
              <a:gd name="connsiteY15" fmla="*/ 2448083 h 2916478"/>
              <a:gd name="connsiteX16" fmla="*/ 5411 w 2525797"/>
              <a:gd name="connsiteY16" fmla="*/ 2040087 h 2916478"/>
              <a:gd name="connsiteX17" fmla="*/ 650 w 2525797"/>
              <a:gd name="connsiteY17" fmla="*/ 1796543 h 2916478"/>
              <a:gd name="connsiteX18" fmla="*/ 5411 w 2525797"/>
              <a:gd name="connsiteY18" fmla="*/ 1428114 h 2916478"/>
              <a:gd name="connsiteX19" fmla="*/ 5411 w 2525797"/>
              <a:gd name="connsiteY19" fmla="*/ 1428114 h 2916478"/>
              <a:gd name="connsiteX20" fmla="*/ 5411 w 2525797"/>
              <a:gd name="connsiteY20" fmla="*/ 408154 h 2916478"/>
              <a:gd name="connsiteX0" fmla="*/ 2761 w 2523147"/>
              <a:gd name="connsiteY0" fmla="*/ 408154 h 2916478"/>
              <a:gd name="connsiteX1" fmla="*/ 410757 w 2523147"/>
              <a:gd name="connsiteY1" fmla="*/ 158 h 2916478"/>
              <a:gd name="connsiteX2" fmla="*/ 422761 w 2523147"/>
              <a:gd name="connsiteY2" fmla="*/ 158 h 2916478"/>
              <a:gd name="connsiteX3" fmla="*/ 422761 w 2523147"/>
              <a:gd name="connsiteY3" fmla="*/ 158 h 2916478"/>
              <a:gd name="connsiteX4" fmla="*/ 1052761 w 2523147"/>
              <a:gd name="connsiteY4" fmla="*/ 158 h 2916478"/>
              <a:gd name="connsiteX5" fmla="*/ 2114765 w 2523147"/>
              <a:gd name="connsiteY5" fmla="*/ 158 h 2916478"/>
              <a:gd name="connsiteX6" fmla="*/ 2522761 w 2523147"/>
              <a:gd name="connsiteY6" fmla="*/ 408154 h 2916478"/>
              <a:gd name="connsiteX7" fmla="*/ 2522761 w 2523147"/>
              <a:gd name="connsiteY7" fmla="*/ 1428114 h 2916478"/>
              <a:gd name="connsiteX8" fmla="*/ 2522761 w 2523147"/>
              <a:gd name="connsiteY8" fmla="*/ 1428114 h 2916478"/>
              <a:gd name="connsiteX9" fmla="*/ 2522761 w 2523147"/>
              <a:gd name="connsiteY9" fmla="*/ 2040096 h 2916478"/>
              <a:gd name="connsiteX10" fmla="*/ 2522761 w 2523147"/>
              <a:gd name="connsiteY10" fmla="*/ 2040087 h 2916478"/>
              <a:gd name="connsiteX11" fmla="*/ 2114765 w 2523147"/>
              <a:gd name="connsiteY11" fmla="*/ 2448083 h 2916478"/>
              <a:gd name="connsiteX12" fmla="*/ 1515256 w 2523147"/>
              <a:gd name="connsiteY12" fmla="*/ 2441022 h 2916478"/>
              <a:gd name="connsiteX13" fmla="*/ 1270874 w 2523147"/>
              <a:gd name="connsiteY13" fmla="*/ 2916478 h 2916478"/>
              <a:gd name="connsiteX14" fmla="*/ 1012354 w 2523147"/>
              <a:gd name="connsiteY14" fmla="*/ 2455143 h 2916478"/>
              <a:gd name="connsiteX15" fmla="*/ 410757 w 2523147"/>
              <a:gd name="connsiteY15" fmla="*/ 2448083 h 2916478"/>
              <a:gd name="connsiteX16" fmla="*/ 2761 w 2523147"/>
              <a:gd name="connsiteY16" fmla="*/ 2040087 h 2916478"/>
              <a:gd name="connsiteX17" fmla="*/ 5144 w 2523147"/>
              <a:gd name="connsiteY17" fmla="*/ 1794132 h 2916478"/>
              <a:gd name="connsiteX18" fmla="*/ 2761 w 2523147"/>
              <a:gd name="connsiteY18" fmla="*/ 1428114 h 2916478"/>
              <a:gd name="connsiteX19" fmla="*/ 2761 w 2523147"/>
              <a:gd name="connsiteY19" fmla="*/ 1428114 h 2916478"/>
              <a:gd name="connsiteX20" fmla="*/ 2761 w 2523147"/>
              <a:gd name="connsiteY20" fmla="*/ 408154 h 2916478"/>
              <a:gd name="connsiteX0" fmla="*/ 4135 w 2524521"/>
              <a:gd name="connsiteY0" fmla="*/ 408154 h 2916478"/>
              <a:gd name="connsiteX1" fmla="*/ 412131 w 2524521"/>
              <a:gd name="connsiteY1" fmla="*/ 158 h 2916478"/>
              <a:gd name="connsiteX2" fmla="*/ 424135 w 2524521"/>
              <a:gd name="connsiteY2" fmla="*/ 158 h 2916478"/>
              <a:gd name="connsiteX3" fmla="*/ 424135 w 2524521"/>
              <a:gd name="connsiteY3" fmla="*/ 158 h 2916478"/>
              <a:gd name="connsiteX4" fmla="*/ 1054135 w 2524521"/>
              <a:gd name="connsiteY4" fmla="*/ 158 h 2916478"/>
              <a:gd name="connsiteX5" fmla="*/ 2116139 w 2524521"/>
              <a:gd name="connsiteY5" fmla="*/ 158 h 2916478"/>
              <a:gd name="connsiteX6" fmla="*/ 2524135 w 2524521"/>
              <a:gd name="connsiteY6" fmla="*/ 408154 h 2916478"/>
              <a:gd name="connsiteX7" fmla="*/ 2524135 w 2524521"/>
              <a:gd name="connsiteY7" fmla="*/ 1428114 h 2916478"/>
              <a:gd name="connsiteX8" fmla="*/ 2524135 w 2524521"/>
              <a:gd name="connsiteY8" fmla="*/ 1428114 h 2916478"/>
              <a:gd name="connsiteX9" fmla="*/ 2524135 w 2524521"/>
              <a:gd name="connsiteY9" fmla="*/ 2040096 h 2916478"/>
              <a:gd name="connsiteX10" fmla="*/ 2524135 w 2524521"/>
              <a:gd name="connsiteY10" fmla="*/ 2040087 h 2916478"/>
              <a:gd name="connsiteX11" fmla="*/ 2116139 w 2524521"/>
              <a:gd name="connsiteY11" fmla="*/ 2448083 h 2916478"/>
              <a:gd name="connsiteX12" fmla="*/ 1516630 w 2524521"/>
              <a:gd name="connsiteY12" fmla="*/ 2441022 h 2916478"/>
              <a:gd name="connsiteX13" fmla="*/ 1272248 w 2524521"/>
              <a:gd name="connsiteY13" fmla="*/ 2916478 h 2916478"/>
              <a:gd name="connsiteX14" fmla="*/ 1013728 w 2524521"/>
              <a:gd name="connsiteY14" fmla="*/ 2455143 h 2916478"/>
              <a:gd name="connsiteX15" fmla="*/ 412131 w 2524521"/>
              <a:gd name="connsiteY15" fmla="*/ 2448083 h 2916478"/>
              <a:gd name="connsiteX16" fmla="*/ 4135 w 2524521"/>
              <a:gd name="connsiteY16" fmla="*/ 2040087 h 2916478"/>
              <a:gd name="connsiteX17" fmla="*/ 1756 w 2524521"/>
              <a:gd name="connsiteY17" fmla="*/ 1794132 h 2916478"/>
              <a:gd name="connsiteX18" fmla="*/ 4135 w 2524521"/>
              <a:gd name="connsiteY18" fmla="*/ 1428114 h 2916478"/>
              <a:gd name="connsiteX19" fmla="*/ 4135 w 2524521"/>
              <a:gd name="connsiteY19" fmla="*/ 1428114 h 2916478"/>
              <a:gd name="connsiteX20" fmla="*/ 4135 w 2524521"/>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 name="connsiteX0" fmla="*/ 2604 w 2522990"/>
              <a:gd name="connsiteY0" fmla="*/ 408154 h 2916478"/>
              <a:gd name="connsiteX1" fmla="*/ 410600 w 2522990"/>
              <a:gd name="connsiteY1" fmla="*/ 158 h 2916478"/>
              <a:gd name="connsiteX2" fmla="*/ 422604 w 2522990"/>
              <a:gd name="connsiteY2" fmla="*/ 158 h 2916478"/>
              <a:gd name="connsiteX3" fmla="*/ 422604 w 2522990"/>
              <a:gd name="connsiteY3" fmla="*/ 158 h 2916478"/>
              <a:gd name="connsiteX4" fmla="*/ 1052604 w 2522990"/>
              <a:gd name="connsiteY4" fmla="*/ 158 h 2916478"/>
              <a:gd name="connsiteX5" fmla="*/ 2114608 w 2522990"/>
              <a:gd name="connsiteY5" fmla="*/ 158 h 2916478"/>
              <a:gd name="connsiteX6" fmla="*/ 2522604 w 2522990"/>
              <a:gd name="connsiteY6" fmla="*/ 408154 h 2916478"/>
              <a:gd name="connsiteX7" fmla="*/ 2522604 w 2522990"/>
              <a:gd name="connsiteY7" fmla="*/ 1428114 h 2916478"/>
              <a:gd name="connsiteX8" fmla="*/ 2522604 w 2522990"/>
              <a:gd name="connsiteY8" fmla="*/ 1428114 h 2916478"/>
              <a:gd name="connsiteX9" fmla="*/ 2522604 w 2522990"/>
              <a:gd name="connsiteY9" fmla="*/ 2040096 h 2916478"/>
              <a:gd name="connsiteX10" fmla="*/ 2522604 w 2522990"/>
              <a:gd name="connsiteY10" fmla="*/ 2040087 h 2916478"/>
              <a:gd name="connsiteX11" fmla="*/ 2114608 w 2522990"/>
              <a:gd name="connsiteY11" fmla="*/ 2448083 h 2916478"/>
              <a:gd name="connsiteX12" fmla="*/ 1515099 w 2522990"/>
              <a:gd name="connsiteY12" fmla="*/ 2441022 h 2916478"/>
              <a:gd name="connsiteX13" fmla="*/ 1270717 w 2522990"/>
              <a:gd name="connsiteY13" fmla="*/ 2916478 h 2916478"/>
              <a:gd name="connsiteX14" fmla="*/ 1012197 w 2522990"/>
              <a:gd name="connsiteY14" fmla="*/ 2455143 h 2916478"/>
              <a:gd name="connsiteX15" fmla="*/ 410600 w 2522990"/>
              <a:gd name="connsiteY15" fmla="*/ 2448083 h 2916478"/>
              <a:gd name="connsiteX16" fmla="*/ 2604 w 2522990"/>
              <a:gd name="connsiteY16" fmla="*/ 2040087 h 2916478"/>
              <a:gd name="connsiteX17" fmla="*/ 225 w 2522990"/>
              <a:gd name="connsiteY17" fmla="*/ 1794132 h 2916478"/>
              <a:gd name="connsiteX18" fmla="*/ 2604 w 2522990"/>
              <a:gd name="connsiteY18" fmla="*/ 1428114 h 2916478"/>
              <a:gd name="connsiteX19" fmla="*/ 2604 w 2522990"/>
              <a:gd name="connsiteY19" fmla="*/ 1428114 h 2916478"/>
              <a:gd name="connsiteX20" fmla="*/ 2604 w 2522990"/>
              <a:gd name="connsiteY20" fmla="*/ 408154 h 2916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22990" h="2916478">
                <a:moveTo>
                  <a:pt x="2604" y="408154"/>
                </a:moveTo>
                <a:cubicBezTo>
                  <a:pt x="-46" y="31749"/>
                  <a:pt x="34195" y="158"/>
                  <a:pt x="410600" y="158"/>
                </a:cubicBezTo>
                <a:lnTo>
                  <a:pt x="422604" y="158"/>
                </a:lnTo>
                <a:lnTo>
                  <a:pt x="422604" y="158"/>
                </a:lnTo>
                <a:lnTo>
                  <a:pt x="1052604" y="158"/>
                </a:lnTo>
                <a:lnTo>
                  <a:pt x="2114608" y="158"/>
                </a:lnTo>
                <a:cubicBezTo>
                  <a:pt x="2491013" y="-2492"/>
                  <a:pt x="2525254" y="23798"/>
                  <a:pt x="2522604" y="408154"/>
                </a:cubicBezTo>
                <a:lnTo>
                  <a:pt x="2522604" y="1428114"/>
                </a:lnTo>
                <a:lnTo>
                  <a:pt x="2522604" y="1428114"/>
                </a:lnTo>
                <a:lnTo>
                  <a:pt x="2522604" y="2040096"/>
                </a:lnTo>
                <a:lnTo>
                  <a:pt x="2522604" y="2040087"/>
                </a:lnTo>
                <a:cubicBezTo>
                  <a:pt x="2527904" y="2413841"/>
                  <a:pt x="2483062" y="2440132"/>
                  <a:pt x="2114608" y="2448083"/>
                </a:cubicBezTo>
                <a:lnTo>
                  <a:pt x="1515099" y="2441022"/>
                </a:lnTo>
                <a:lnTo>
                  <a:pt x="1270717" y="2916478"/>
                </a:lnTo>
                <a:lnTo>
                  <a:pt x="1012197" y="2455143"/>
                </a:lnTo>
                <a:lnTo>
                  <a:pt x="410600" y="2448083"/>
                </a:lnTo>
                <a:cubicBezTo>
                  <a:pt x="39496" y="2445433"/>
                  <a:pt x="4985" y="2441450"/>
                  <a:pt x="2604" y="2040087"/>
                </a:cubicBezTo>
                <a:cubicBezTo>
                  <a:pt x="222" y="1968553"/>
                  <a:pt x="-393" y="1935650"/>
                  <a:pt x="225" y="1794132"/>
                </a:cubicBezTo>
                <a:cubicBezTo>
                  <a:pt x="1105" y="1592507"/>
                  <a:pt x="2604" y="1632108"/>
                  <a:pt x="2604" y="1428114"/>
                </a:cubicBezTo>
                <a:lnTo>
                  <a:pt x="2604" y="1428114"/>
                </a:lnTo>
                <a:lnTo>
                  <a:pt x="2604" y="408154"/>
                </a:lnTo>
                <a:close/>
              </a:path>
            </a:pathLst>
          </a:custGeom>
          <a:ln w="63500">
            <a:solidFill>
              <a:schemeClr val="tx1"/>
            </a:solidFill>
            <a:bevel/>
          </a:ln>
        </p:spPr>
        <p:txBody>
          <a:bodyPr lIns="72000" tIns="72000" rIns="72000" bIns="504000" anchor="ctr" anchorCtr="1"/>
          <a:lstStyle>
            <a:lvl1pPr marL="0" indent="0">
              <a:spcBef>
                <a:spcPts val="0"/>
              </a:spcBef>
              <a:buNone/>
              <a:defRPr/>
            </a:lvl1pPr>
          </a:lstStyle>
          <a:p>
            <a:pPr lvl="0"/>
            <a:r>
              <a:rPr lang="nl-NL"/>
              <a:t>Pas grootte tekst aan door eerst op hele vakje te gaan staan.</a:t>
            </a:r>
          </a:p>
        </p:txBody>
      </p:sp>
    </p:spTree>
    <p:extLst>
      <p:ext uri="{BB962C8B-B14F-4D97-AF65-F5344CB8AC3E}">
        <p14:creationId xmlns:p14="http://schemas.microsoft.com/office/powerpoint/2010/main" val="934553768"/>
      </p:ext>
    </p:extLst>
  </p:cSld>
  <p:clrMapOvr>
    <a:masterClrMapping/>
  </p:clrMapOvr>
  <p:extLst>
    <p:ext uri="{DCECCB84-F9BA-43D5-87BE-67443E8EF086}">
      <p15:sldGuideLst xmlns:p15="http://schemas.microsoft.com/office/powerpoint/2012/main">
        <p15:guide id="2" pos="3840">
          <p15:clr>
            <a:srgbClr val="FBAE40"/>
          </p15:clr>
        </p15:guide>
        <p15:guide id="3" orient="horz" pos="845">
          <p15:clr>
            <a:srgbClr val="FBAE40"/>
          </p15:clr>
        </p15:guide>
        <p15:guide id="4" orient="horz" pos="3861">
          <p15:clr>
            <a:srgbClr val="FBAE40"/>
          </p15:clr>
        </p15:guide>
        <p15:guide id="5" orient="horz" pos="3748">
          <p15:clr>
            <a:srgbClr val="FBAE40"/>
          </p15:clr>
        </p15:guide>
        <p15:guide id="6" orient="horz" pos="981">
          <p15:clr>
            <a:srgbClr val="FBAE40"/>
          </p15:clr>
        </p15:guide>
        <p15:guide id="7" orient="horz" pos="1593">
          <p15:clr>
            <a:srgbClr val="FBAE40"/>
          </p15:clr>
        </p15:guide>
        <p15:guide id="8" orient="horz" pos="3113">
          <p15:clr>
            <a:srgbClr val="FBAE40"/>
          </p15:clr>
        </p15:guide>
        <p15:guide id="9" pos="3999">
          <p15:clr>
            <a:srgbClr val="FBAE40"/>
          </p15:clr>
        </p15:guide>
        <p15:guide id="10" pos="3681">
          <p15:clr>
            <a:srgbClr val="FBAE40"/>
          </p15:clr>
        </p15:guide>
        <p15:guide id="11" pos="2593">
          <p15:clr>
            <a:srgbClr val="FBAE40"/>
          </p15:clr>
        </p15:guide>
        <p15:guide id="12" pos="5087">
          <p15:clr>
            <a:srgbClr val="FBAE40"/>
          </p15:clr>
        </p15:guide>
        <p15:guide id="13" pos="4656">
          <p15:clr>
            <a:srgbClr val="FBAE40"/>
          </p15:clr>
        </p15:guide>
        <p15:guide id="14" pos="3046">
          <p15:clr>
            <a:srgbClr val="FBAE40"/>
          </p15:clr>
        </p15:guide>
        <p15:guide id="18" pos="1005">
          <p15:clr>
            <a:srgbClr val="FBAE40"/>
          </p15:clr>
        </p15:guide>
        <p15:guide id="19" pos="6675">
          <p15:clr>
            <a:srgbClr val="FBAE40"/>
          </p15:clr>
        </p15:guide>
        <p15:guide id="20" orient="horz" pos="23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eeks va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a:lvl1pPr>
          </a:lstStyle>
          <a:p>
            <a:r>
              <a:rPr lang="nl-NL"/>
              <a:t>Kop2 boven reeks van 2</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1416000" y="3715602"/>
            <a:ext cx="4319638"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6456362" y="3703798"/>
            <a:ext cx="4319638" cy="2249487"/>
          </a:xfrm>
        </p:spPr>
        <p:txBody>
          <a:bodyPr/>
          <a:lstStyle>
            <a:lvl1pPr marL="0" indent="0">
              <a:buNone/>
              <a:defRPr sz="1800"/>
            </a:lvl1pPr>
          </a:lstStyle>
          <a:p>
            <a:pPr lvl="0"/>
            <a:r>
              <a:rPr lang="nl-NL"/>
              <a:t>Element 2</a:t>
            </a:r>
          </a:p>
        </p:txBody>
      </p:sp>
    </p:spTree>
    <p:extLst>
      <p:ext uri="{BB962C8B-B14F-4D97-AF65-F5344CB8AC3E}">
        <p14:creationId xmlns:p14="http://schemas.microsoft.com/office/powerpoint/2010/main" val="3477943589"/>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067" userDrawn="1">
          <p15:clr>
            <a:srgbClr val="FBAE40"/>
          </p15:clr>
        </p15:guide>
        <p15:guide id="10" pos="3613"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892" userDrawn="1">
          <p15:clr>
            <a:srgbClr val="FBAE40"/>
          </p15:clr>
        </p15:guide>
        <p15:guide id="24" pos="6788" userDrawn="1">
          <p15:clr>
            <a:srgbClr val="FBAE40"/>
          </p15:clr>
        </p15:guide>
        <p15:guide id="25" pos="2253" userDrawn="1">
          <p15:clr>
            <a:srgbClr val="FBAE40"/>
          </p15:clr>
        </p15:guide>
        <p15:guide id="26" pos="5427" userDrawn="1">
          <p15:clr>
            <a:srgbClr val="FBAE40"/>
          </p15:clr>
        </p15:guide>
        <p15:guide id="27" pos="6108" userDrawn="1">
          <p15:clr>
            <a:srgbClr val="FBAE40"/>
          </p15:clr>
        </p15:guide>
        <p15:guide id="28" pos="4747" userDrawn="1">
          <p15:clr>
            <a:srgbClr val="FBAE40"/>
          </p15:clr>
        </p15:guide>
        <p15:guide id="29" pos="2933" userDrawn="1">
          <p15:clr>
            <a:srgbClr val="FBAE40"/>
          </p15:clr>
        </p15:guide>
        <p15:guide id="30" pos="1232" userDrawn="1">
          <p15:clr>
            <a:srgbClr val="FBAE40"/>
          </p15:clr>
        </p15:guide>
        <p15:guide id="31" orient="horz" pos="2699" userDrawn="1">
          <p15:clr>
            <a:srgbClr val="FBAE40"/>
          </p15:clr>
        </p15:guide>
        <p15:guide id="32" orient="horz" pos="3379" userDrawn="1">
          <p15:clr>
            <a:srgbClr val="FBAE40"/>
          </p15:clr>
        </p15:guide>
        <p15:guide id="33" pos="1572" userDrawn="1">
          <p15:clr>
            <a:srgbClr val="FBAE40"/>
          </p15:clr>
        </p15:guide>
        <p15:guide id="34" pos="1912" userDrawn="1">
          <p15:clr>
            <a:srgbClr val="FBAE40"/>
          </p15:clr>
        </p15:guide>
        <p15:guide id="35" pos="2593" userDrawn="1">
          <p15:clr>
            <a:srgbClr val="FBAE40"/>
          </p15:clr>
        </p15:guide>
        <p15:guide id="36" pos="3273" userDrawn="1">
          <p15:clr>
            <a:srgbClr val="FBAE40"/>
          </p15:clr>
        </p15:guide>
        <p15:guide id="37" pos="4407" userDrawn="1">
          <p15:clr>
            <a:srgbClr val="FBAE40"/>
          </p15:clr>
        </p15:guide>
        <p15:guide id="38" pos="5087" userDrawn="1">
          <p15:clr>
            <a:srgbClr val="FBAE40"/>
          </p15:clr>
        </p15:guide>
        <p15:guide id="39" pos="5768" userDrawn="1">
          <p15:clr>
            <a:srgbClr val="FBAE40"/>
          </p15:clr>
        </p15:guide>
        <p15:guide id="40" pos="6448" userDrawn="1">
          <p15:clr>
            <a:srgbClr val="FBAE40"/>
          </p15:clr>
        </p15:guide>
        <p15:guide id="41" pos="7128" userDrawn="1">
          <p15:clr>
            <a:srgbClr val="FBAE40"/>
          </p15:clr>
        </p15:guide>
        <p15:guide id="42" orient="horz" pos="4201" userDrawn="1">
          <p15:clr>
            <a:srgbClr val="FBAE40"/>
          </p15:clr>
        </p15:guide>
        <p15:guide id="43" orient="horz" pos="2217"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eks va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a:xfrm>
            <a:off x="695324" y="368299"/>
            <a:ext cx="10801351" cy="990601"/>
          </a:xfrm>
        </p:spPr>
        <p:txBody>
          <a:bodyPr/>
          <a:lstStyle>
            <a:lvl1pPr>
              <a:defRPr/>
            </a:lvl1pPr>
          </a:lstStyle>
          <a:p>
            <a:r>
              <a:rPr lang="nl-NL"/>
              <a:t>Kop2 boven reeks van 3</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3"/>
          </a:xfrm>
        </p:spPr>
        <p:txBody>
          <a:bodyPr/>
          <a:lstStyle>
            <a:lvl1pPr>
              <a:defRPr/>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8611" y="3698876"/>
            <a:ext cx="2877414" cy="2239168"/>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4656139" y="3698876"/>
            <a:ext cx="2879723" cy="2239168"/>
          </a:xfrm>
        </p:spPr>
        <p:txBody>
          <a:bodyPr/>
          <a:lstStyle>
            <a:lvl1pPr marL="0" indent="0">
              <a:buNone/>
              <a:defRPr sz="1800"/>
            </a:lvl1pPr>
          </a:lstStyle>
          <a:p>
            <a:pPr lvl="0"/>
            <a:r>
              <a:rPr lang="nl-NL"/>
              <a:t>Element 2</a:t>
            </a:r>
          </a:p>
        </p:txBody>
      </p:sp>
      <p:sp>
        <p:nvSpPr>
          <p:cNvPr id="4" name="Tijdelijke aanduiding voor inhoud 3">
            <a:extLst>
              <a:ext uri="{FF2B5EF4-FFF2-40B4-BE49-F238E27FC236}">
                <a16:creationId xmlns:a16="http://schemas.microsoft.com/office/drawing/2014/main" id="{7C98B0EE-9B23-A77F-EEC7-16AB43FADD0A}"/>
              </a:ext>
            </a:extLst>
          </p:cNvPr>
          <p:cNvSpPr>
            <a:spLocks noGrp="1"/>
          </p:cNvSpPr>
          <p:nvPr>
            <p:ph sz="quarter" idx="18" hasCustomPrompt="1"/>
          </p:nvPr>
        </p:nvSpPr>
        <p:spPr>
          <a:xfrm>
            <a:off x="8435977" y="3698875"/>
            <a:ext cx="2879723" cy="2239169"/>
          </a:xfrm>
        </p:spPr>
        <p:txBody>
          <a:bodyPr/>
          <a:lstStyle>
            <a:lvl1pPr marL="0" indent="0">
              <a:buNone/>
              <a:defRPr sz="1800"/>
            </a:lvl1pPr>
          </a:lstStyle>
          <a:p>
            <a:pPr lvl="0"/>
            <a:r>
              <a:rPr lang="nl-NL"/>
              <a:t>Element 3</a:t>
            </a:r>
          </a:p>
        </p:txBody>
      </p:sp>
    </p:spTree>
    <p:extLst>
      <p:ext uri="{BB962C8B-B14F-4D97-AF65-F5344CB8AC3E}">
        <p14:creationId xmlns:p14="http://schemas.microsoft.com/office/powerpoint/2010/main" val="576627406"/>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9" pos="4265" userDrawn="1">
          <p15:clr>
            <a:srgbClr val="FBAE40"/>
          </p15:clr>
        </p15:guide>
        <p15:guide id="10" pos="3386" userDrawn="1">
          <p15:clr>
            <a:srgbClr val="FBAE40"/>
          </p15:clr>
        </p15:guide>
        <p15:guide id="14" orient="horz" pos="2330" userDrawn="1">
          <p15:clr>
            <a:srgbClr val="FBAE40"/>
          </p15:clr>
        </p15:guide>
        <p15:guide id="16" orient="horz" pos="232" userDrawn="1">
          <p15:clr>
            <a:srgbClr val="FBAE40"/>
          </p15:clr>
        </p15:guide>
        <p15:guide id="17" orient="horz" pos="85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459" userDrawn="1">
          <p15:clr>
            <a:srgbClr val="FBAE40"/>
          </p15:clr>
        </p15:guide>
        <p15:guide id="25" pos="2366" userDrawn="1">
          <p15:clr>
            <a:srgbClr val="FBAE40"/>
          </p15:clr>
        </p15:guide>
        <p15:guide id="26" pos="5314" userDrawn="1">
          <p15:clr>
            <a:srgbClr val="FBAE40"/>
          </p15:clr>
        </p15:guide>
        <p15:guide id="27" pos="6221" userDrawn="1">
          <p15:clr>
            <a:srgbClr val="FBAE40"/>
          </p15:clr>
        </p15:guide>
        <p15:guide id="28" pos="4747" userDrawn="1">
          <p15:clr>
            <a:srgbClr val="FBAE40"/>
          </p15:clr>
        </p15:guide>
        <p15:guide id="29" pos="2933" userDrawn="1">
          <p15:clr>
            <a:srgbClr val="FBAE40"/>
          </p15:clr>
        </p15:guide>
        <p15:guide id="30" pos="1912" userDrawn="1">
          <p15:clr>
            <a:srgbClr val="FBAE40"/>
          </p15:clr>
        </p15:guide>
        <p15:guide id="31" pos="7128" userDrawn="1">
          <p15:clr>
            <a:srgbClr val="FBAE40"/>
          </p15:clr>
        </p15:guide>
        <p15:guide id="32" pos="1005" userDrawn="1">
          <p15:clr>
            <a:srgbClr val="FBAE40"/>
          </p15:clr>
        </p15:guide>
        <p15:guide id="33" orient="horz" pos="2699" userDrawn="1">
          <p15:clr>
            <a:srgbClr val="FBAE40"/>
          </p15:clr>
        </p15:guide>
        <p15:guide id="34" orient="horz" pos="3379" userDrawn="1">
          <p15:clr>
            <a:srgbClr val="FBAE40"/>
          </p15:clr>
        </p15:guide>
        <p15:guide id="35" pos="5768" userDrawn="1">
          <p15:clr>
            <a:srgbClr val="FBAE40"/>
          </p15:clr>
        </p15:guide>
        <p15:guide id="36" pos="6675" userDrawn="1">
          <p15:clr>
            <a:srgbClr val="FBAE40"/>
          </p15:clr>
        </p15:guide>
        <p15:guide id="37" orient="horz" pos="4201" userDrawn="1">
          <p15:clr>
            <a:srgbClr val="FBAE40"/>
          </p15:clr>
        </p15:guide>
        <p15:guide id="38" orient="horz" pos="2217" userDrawn="1">
          <p15:clr>
            <a:srgbClr val="FBAE40"/>
          </p15:clr>
        </p15:guide>
        <p15:guide id="39" orient="horz" pos="102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Reeks van 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298FDCE-545B-2798-956A-CDA673AD67A0}"/>
              </a:ext>
            </a:extLst>
          </p:cNvPr>
          <p:cNvSpPr>
            <a:spLocks noGrp="1"/>
          </p:cNvSpPr>
          <p:nvPr>
            <p:ph type="title" hasCustomPrompt="1"/>
          </p:nvPr>
        </p:nvSpPr>
        <p:spPr/>
        <p:txBody>
          <a:bodyPr/>
          <a:lstStyle>
            <a:lvl1pPr>
              <a:defRPr sz="3600"/>
            </a:lvl1pPr>
          </a:lstStyle>
          <a:p>
            <a:r>
              <a:rPr lang="nl-NL"/>
              <a:t>Kop2 boven reeks van 4</a:t>
            </a:r>
          </a:p>
        </p:txBody>
      </p:sp>
      <p:sp>
        <p:nvSpPr>
          <p:cNvPr id="15" name="Tijdelijke aanduiding voor inhoud 14">
            <a:extLst>
              <a:ext uri="{FF2B5EF4-FFF2-40B4-BE49-F238E27FC236}">
                <a16:creationId xmlns:a16="http://schemas.microsoft.com/office/drawing/2014/main" id="{CEAC6D40-9554-2DB8-626C-A9CD7F555075}"/>
              </a:ext>
            </a:extLst>
          </p:cNvPr>
          <p:cNvSpPr>
            <a:spLocks noGrp="1"/>
          </p:cNvSpPr>
          <p:nvPr>
            <p:ph sz="quarter" idx="17" hasCustomPrompt="1"/>
          </p:nvPr>
        </p:nvSpPr>
        <p:spPr>
          <a:xfrm>
            <a:off x="876301" y="1628774"/>
            <a:ext cx="10439400" cy="1890714"/>
          </a:xfrm>
        </p:spPr>
        <p:txBody>
          <a:bodyPr/>
          <a:lstStyle>
            <a:lvl1pPr>
              <a:defRPr sz="2400"/>
            </a:lvl1pPr>
            <a:lvl3pPr marL="491400" indent="0">
              <a:buNone/>
              <a:defRPr/>
            </a:lvl3pPr>
            <a:lvl4pPr marL="743400" indent="0">
              <a:buNone/>
              <a:defRPr/>
            </a:lvl4pPr>
            <a:lvl5pPr marL="995400" indent="0">
              <a:buNone/>
              <a:defRPr/>
            </a:lvl5pPr>
          </a:lstStyle>
          <a:p>
            <a:pPr lvl="0"/>
            <a:r>
              <a:rPr lang="nl-NL"/>
              <a:t>De vakjes zijn voor afbeeldingen, grafieken, tekst of iets anders. Pas aan waar nodig. Gebruik de hulplijnen (tabblad Beeld) om de elementen goed uit te lijnen.</a:t>
            </a:r>
          </a:p>
          <a:p>
            <a:pPr lvl="1"/>
            <a:r>
              <a:rPr lang="nl-NL"/>
              <a:t>Tweede niveau</a:t>
            </a:r>
          </a:p>
        </p:txBody>
      </p:sp>
      <p:sp>
        <p:nvSpPr>
          <p:cNvPr id="7" name="Tijdelijke aanduiding voor inhoud 6">
            <a:extLst>
              <a:ext uri="{FF2B5EF4-FFF2-40B4-BE49-F238E27FC236}">
                <a16:creationId xmlns:a16="http://schemas.microsoft.com/office/drawing/2014/main" id="{EFB264DF-4711-935B-825C-492C7B355392}"/>
              </a:ext>
            </a:extLst>
          </p:cNvPr>
          <p:cNvSpPr>
            <a:spLocks noGrp="1"/>
          </p:cNvSpPr>
          <p:nvPr>
            <p:ph sz="quarter" idx="13" hasCustomPrompt="1"/>
          </p:nvPr>
        </p:nvSpPr>
        <p:spPr>
          <a:xfrm>
            <a:off x="876300" y="3715601"/>
            <a:ext cx="2339975" cy="2232761"/>
          </a:xfrm>
        </p:spPr>
        <p:txBody>
          <a:bodyPr/>
          <a:lstStyle>
            <a:lvl1pPr marL="0" indent="0">
              <a:buNone/>
              <a:defRPr sz="1800"/>
            </a:lvl1pPr>
          </a:lstStyle>
          <a:p>
            <a:pPr lvl="0"/>
            <a:r>
              <a:rPr lang="nl-NL"/>
              <a:t>Element 1</a:t>
            </a:r>
          </a:p>
        </p:txBody>
      </p:sp>
      <p:sp>
        <p:nvSpPr>
          <p:cNvPr id="9" name="Tijdelijke aanduiding voor inhoud 8">
            <a:extLst>
              <a:ext uri="{FF2B5EF4-FFF2-40B4-BE49-F238E27FC236}">
                <a16:creationId xmlns:a16="http://schemas.microsoft.com/office/drawing/2014/main" id="{60E39520-113C-BF81-592A-74606A337871}"/>
              </a:ext>
            </a:extLst>
          </p:cNvPr>
          <p:cNvSpPr>
            <a:spLocks noGrp="1"/>
          </p:cNvSpPr>
          <p:nvPr>
            <p:ph sz="quarter" idx="14" hasCustomPrompt="1"/>
          </p:nvPr>
        </p:nvSpPr>
        <p:spPr>
          <a:xfrm>
            <a:off x="3576638" y="3698874"/>
            <a:ext cx="2339975" cy="2249487"/>
          </a:xfrm>
        </p:spPr>
        <p:txBody>
          <a:bodyPr/>
          <a:lstStyle>
            <a:lvl1pPr marL="0" indent="0">
              <a:buNone/>
              <a:defRPr sz="1800"/>
            </a:lvl1pPr>
          </a:lstStyle>
          <a:p>
            <a:pPr lvl="0"/>
            <a:r>
              <a:rPr lang="nl-NL"/>
              <a:t>Element 2</a:t>
            </a:r>
          </a:p>
        </p:txBody>
      </p:sp>
      <p:sp>
        <p:nvSpPr>
          <p:cNvPr id="11" name="Tijdelijke aanduiding voor inhoud 10">
            <a:extLst>
              <a:ext uri="{FF2B5EF4-FFF2-40B4-BE49-F238E27FC236}">
                <a16:creationId xmlns:a16="http://schemas.microsoft.com/office/drawing/2014/main" id="{E6B8404B-E64A-2A01-4FC7-4E8FBC3D3242}"/>
              </a:ext>
            </a:extLst>
          </p:cNvPr>
          <p:cNvSpPr>
            <a:spLocks noGrp="1"/>
          </p:cNvSpPr>
          <p:nvPr>
            <p:ph sz="quarter" idx="15" hasCustomPrompt="1"/>
          </p:nvPr>
        </p:nvSpPr>
        <p:spPr>
          <a:xfrm>
            <a:off x="6275388" y="3698875"/>
            <a:ext cx="2339975" cy="2249488"/>
          </a:xfrm>
        </p:spPr>
        <p:txBody>
          <a:bodyPr/>
          <a:lstStyle>
            <a:lvl1pPr marL="0" indent="0">
              <a:buNone/>
              <a:defRPr sz="1800"/>
            </a:lvl1pPr>
          </a:lstStyle>
          <a:p>
            <a:pPr lvl="0"/>
            <a:r>
              <a:rPr lang="nl-NL"/>
              <a:t>Element 3</a:t>
            </a:r>
          </a:p>
        </p:txBody>
      </p:sp>
      <p:sp>
        <p:nvSpPr>
          <p:cNvPr id="13" name="Tijdelijke aanduiding voor inhoud 12">
            <a:extLst>
              <a:ext uri="{FF2B5EF4-FFF2-40B4-BE49-F238E27FC236}">
                <a16:creationId xmlns:a16="http://schemas.microsoft.com/office/drawing/2014/main" id="{B7669E0D-3B27-94F4-3E71-A9C2A7FF7994}"/>
              </a:ext>
            </a:extLst>
          </p:cNvPr>
          <p:cNvSpPr>
            <a:spLocks noGrp="1"/>
          </p:cNvSpPr>
          <p:nvPr>
            <p:ph sz="quarter" idx="16" hasCustomPrompt="1"/>
          </p:nvPr>
        </p:nvSpPr>
        <p:spPr>
          <a:xfrm>
            <a:off x="8975725" y="3698875"/>
            <a:ext cx="2339975" cy="2249486"/>
          </a:xfrm>
        </p:spPr>
        <p:txBody>
          <a:bodyPr/>
          <a:lstStyle>
            <a:lvl1pPr marL="0" indent="0">
              <a:buNone/>
              <a:defRPr sz="1800"/>
            </a:lvl1pPr>
          </a:lstStyle>
          <a:p>
            <a:pPr lvl="0"/>
            <a:r>
              <a:rPr lang="nl-NL"/>
              <a:t>Element 4</a:t>
            </a:r>
          </a:p>
        </p:txBody>
      </p:sp>
    </p:spTree>
    <p:extLst>
      <p:ext uri="{BB962C8B-B14F-4D97-AF65-F5344CB8AC3E}">
        <p14:creationId xmlns:p14="http://schemas.microsoft.com/office/powerpoint/2010/main" val="1407005803"/>
      </p:ext>
    </p:extLst>
  </p:cSld>
  <p:clrMapOvr>
    <a:masterClrMapping/>
  </p:clrMapOvr>
  <p:extLst>
    <p:ext uri="{DCECCB84-F9BA-43D5-87BE-67443E8EF086}">
      <p15:sldGuideLst xmlns:p15="http://schemas.microsoft.com/office/powerpoint/2012/main">
        <p15:guide id="2" pos="3840" userDrawn="1">
          <p15:clr>
            <a:srgbClr val="FBAE40"/>
          </p15:clr>
        </p15:guide>
        <p15:guide id="3" pos="7242" userDrawn="1">
          <p15:clr>
            <a:srgbClr val="FBAE40"/>
          </p15:clr>
        </p15:guide>
        <p15:guide id="4" pos="438" userDrawn="1">
          <p15:clr>
            <a:srgbClr val="FBAE40"/>
          </p15:clr>
        </p15:guide>
        <p15:guide id="5" pos="552" userDrawn="1">
          <p15:clr>
            <a:srgbClr val="FBAE40"/>
          </p15:clr>
        </p15:guide>
        <p15:guide id="6" pos="2026" userDrawn="1">
          <p15:clr>
            <a:srgbClr val="FBAE40"/>
          </p15:clr>
        </p15:guide>
        <p15:guide id="7" pos="2139" userDrawn="1">
          <p15:clr>
            <a:srgbClr val="FBAE40"/>
          </p15:clr>
        </p15:guide>
        <p15:guide id="8" pos="2253" userDrawn="1">
          <p15:clr>
            <a:srgbClr val="FBAE40"/>
          </p15:clr>
        </p15:guide>
        <p15:guide id="9" pos="3953" userDrawn="1">
          <p15:clr>
            <a:srgbClr val="FBAE40"/>
          </p15:clr>
        </p15:guide>
        <p15:guide id="10" pos="3727" userDrawn="1">
          <p15:clr>
            <a:srgbClr val="FBAE40"/>
          </p15:clr>
        </p15:guide>
        <p15:guide id="11" pos="5541" userDrawn="1">
          <p15:clr>
            <a:srgbClr val="FBAE40"/>
          </p15:clr>
        </p15:guide>
        <p15:guide id="12" pos="5427" userDrawn="1">
          <p15:clr>
            <a:srgbClr val="FBAE40"/>
          </p15:clr>
        </p15:guide>
        <p15:guide id="13" pos="5654" userDrawn="1">
          <p15:clr>
            <a:srgbClr val="FBAE40"/>
          </p15:clr>
        </p15:guide>
        <p15:guide id="14" orient="horz" pos="2330" userDrawn="1">
          <p15:clr>
            <a:srgbClr val="FBAE40"/>
          </p15:clr>
        </p15:guide>
        <p15:guide id="15" orient="horz" pos="856" userDrawn="1">
          <p15:clr>
            <a:srgbClr val="FBAE40"/>
          </p15:clr>
        </p15:guide>
        <p15:guide id="16" orient="horz" pos="232" userDrawn="1">
          <p15:clr>
            <a:srgbClr val="FBAE40"/>
          </p15:clr>
        </p15:guide>
        <p15:guide id="17" orient="horz" pos="1026" userDrawn="1">
          <p15:clr>
            <a:srgbClr val="FBAE40"/>
          </p15:clr>
        </p15:guide>
        <p15:guide id="18" orient="horz" pos="3861" userDrawn="1">
          <p15:clr>
            <a:srgbClr val="FBAE40"/>
          </p15:clr>
        </p15:guide>
        <p15:guide id="19" orient="horz" pos="3747" userDrawn="1">
          <p15:clr>
            <a:srgbClr val="FBAE40"/>
          </p15:clr>
        </p15:guide>
        <p15:guide id="20" orient="horz" pos="3039" userDrawn="1">
          <p15:clr>
            <a:srgbClr val="FBAE40"/>
          </p15:clr>
        </p15:guide>
        <p15:guide id="21" pos="1289" userDrawn="1">
          <p15:clr>
            <a:srgbClr val="FBAE40"/>
          </p15:clr>
        </p15:guide>
        <p15:guide id="22" pos="2990" userDrawn="1">
          <p15:clr>
            <a:srgbClr val="FBAE40"/>
          </p15:clr>
        </p15:guide>
        <p15:guide id="23" pos="4690" userDrawn="1">
          <p15:clr>
            <a:srgbClr val="FBAE40"/>
          </p15:clr>
        </p15:guide>
        <p15:guide id="24" pos="6391" userDrawn="1">
          <p15:clr>
            <a:srgbClr val="FBAE40"/>
          </p15:clr>
        </p15:guide>
        <p15:guide id="25" orient="horz" pos="4201" userDrawn="1">
          <p15:clr>
            <a:srgbClr val="FBAE40"/>
          </p15:clr>
        </p15:guide>
        <p15:guide id="26" pos="7128" userDrawn="1">
          <p15:clr>
            <a:srgbClr val="FBAE40"/>
          </p15:clr>
        </p15:guide>
        <p15:guide id="27" pos="920" userDrawn="1">
          <p15:clr>
            <a:srgbClr val="FBAE40"/>
          </p15:clr>
        </p15:guide>
        <p15:guide id="28" pos="1657" userDrawn="1">
          <p15:clr>
            <a:srgbClr val="FBAE40"/>
          </p15:clr>
        </p15:guide>
        <p15:guide id="29" pos="2621" userDrawn="1">
          <p15:clr>
            <a:srgbClr val="FBAE40"/>
          </p15:clr>
        </p15:guide>
        <p15:guide id="30" pos="3358" userDrawn="1">
          <p15:clr>
            <a:srgbClr val="FBAE40"/>
          </p15:clr>
        </p15:guide>
        <p15:guide id="31" pos="4322" userDrawn="1">
          <p15:clr>
            <a:srgbClr val="FBAE40"/>
          </p15:clr>
        </p15:guide>
        <p15:guide id="32" pos="5059" userDrawn="1">
          <p15:clr>
            <a:srgbClr val="FBAE40"/>
          </p15:clr>
        </p15:guide>
        <p15:guide id="33" pos="6023" userDrawn="1">
          <p15:clr>
            <a:srgbClr val="FBAE40"/>
          </p15:clr>
        </p15:guide>
        <p15:guide id="34" pos="6760" userDrawn="1">
          <p15:clr>
            <a:srgbClr val="FBAE40"/>
          </p15:clr>
        </p15:guide>
        <p15:guide id="35" orient="horz" pos="2699" userDrawn="1">
          <p15:clr>
            <a:srgbClr val="FBAE40"/>
          </p15:clr>
        </p15:guide>
        <p15:guide id="36" orient="horz" pos="3379" userDrawn="1">
          <p15:clr>
            <a:srgbClr val="FBAE40"/>
          </p15:clr>
        </p15:guide>
        <p15:guide id="37" orient="horz" pos="2217"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el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B050A3-CB8A-F617-E230-1098E8F4BDE6}"/>
              </a:ext>
            </a:extLst>
          </p:cNvPr>
          <p:cNvSpPr>
            <a:spLocks noGrp="1"/>
          </p:cNvSpPr>
          <p:nvPr>
            <p:ph type="title" hasCustomPrompt="1"/>
          </p:nvPr>
        </p:nvSpPr>
        <p:spPr>
          <a:xfrm>
            <a:off x="695325" y="2168524"/>
            <a:ext cx="4860926" cy="2520951"/>
          </a:xfrm>
        </p:spPr>
        <p:txBody>
          <a:bodyPr anchor="ctr"/>
          <a:lstStyle>
            <a:lvl1pPr>
              <a:defRPr sz="3200"/>
            </a:lvl1pPr>
          </a:lstStyle>
          <a:p>
            <a:r>
              <a:rPr lang="nl-NL"/>
              <a:t>Kop2 bij afbeelding. Zonder tekst, dus alt-tekst verplicht bij afbeelding. Er is een ander slide met tekst.</a:t>
            </a:r>
          </a:p>
        </p:txBody>
      </p:sp>
      <p:sp>
        <p:nvSpPr>
          <p:cNvPr id="7" name="Tijdelijke aanduiding voor afbeelding 6">
            <a:extLst>
              <a:ext uri="{FF2B5EF4-FFF2-40B4-BE49-F238E27FC236}">
                <a16:creationId xmlns:a16="http://schemas.microsoft.com/office/drawing/2014/main" id="{0990D554-BAED-F34C-2367-A25543C955CC}"/>
              </a:ext>
            </a:extLst>
          </p:cNvPr>
          <p:cNvSpPr>
            <a:spLocks noGrp="1"/>
          </p:cNvSpPr>
          <p:nvPr>
            <p:ph type="pic" sz="quarter" idx="13" hasCustomPrompt="1"/>
          </p:nvPr>
        </p:nvSpPr>
        <p:spPr>
          <a:xfrm>
            <a:off x="6096000" y="0"/>
            <a:ext cx="6096000" cy="6858000"/>
          </a:xfrm>
        </p:spPr>
        <p:txBody>
          <a:bodyPr lIns="108000" tIns="108000" rIns="108000" bIns="108000"/>
          <a:lstStyle>
            <a:lvl1pPr marL="0" indent="0">
              <a:buNone/>
              <a:defRPr sz="1200" b="0"/>
            </a:lvl1pPr>
          </a:lstStyle>
          <a:p>
            <a:r>
              <a:rPr lang="nl-NL"/>
              <a:t>Denk om de alt-tekst!</a:t>
            </a:r>
            <a:br>
              <a:rPr lang="nl-NL"/>
            </a:br>
            <a:r>
              <a:rPr lang="nl-NL"/>
              <a:t>In dit geval is de alt-tekst verplicht omdat de titel/Kop2 anders geen inhoud heeft. Op een slide met ook tekst is dat anders.</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hem vanuit de map hierin te slepen of te kopiëren. De afbeelding neemt automatisch de vorm en grootte van dit vak aan.</a:t>
            </a:r>
            <a:br>
              <a:rPr lang="nl-NL"/>
            </a:br>
            <a:br>
              <a:rPr lang="nl-NL"/>
            </a:br>
            <a:r>
              <a:rPr lang="nl-NL"/>
              <a:t>Past je afbeelding niet? Of ziet deze er raar uit?</a:t>
            </a:r>
            <a:br>
              <a:rPr lang="nl-NL"/>
            </a:br>
            <a:r>
              <a:rPr lang="nl-NL"/>
              <a:t>Ga boven het lint (de bovenbalk) naar het tabblad “Grafische indeling” of “Afbeeldingsindeling. Klik daar op “Bijsnijden”. </a:t>
            </a:r>
            <a:br>
              <a:rPr lang="nl-NL"/>
            </a:b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157315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1 afbeeld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1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5"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6096000" cy="6858000"/>
          </a:xfrm>
        </p:spPr>
        <p:txBody>
          <a:bodyPr lIns="108000" tIns="108000" rIns="108000" bIns="108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Zet je afbeelding hierin door op het icoontje te klikken. Of door de afbeelding hierheen te slepen of te kopiëren. Hij neemt automatisch de vorm en grootte van dit vak aan.</a:t>
            </a:r>
            <a:br>
              <a:rPr lang="nl-NL"/>
            </a:br>
            <a:r>
              <a:rPr lang="nl-NL"/>
              <a:t>Past je afbeelding niet? Of ziet deze er raar uit doordat dit hele vak gevuld wordt met iets dat niet past?</a:t>
            </a:r>
            <a:br>
              <a:rPr lang="nl-NL"/>
            </a:br>
            <a:r>
              <a:rPr lang="nl-NL"/>
              <a:t>Ga naar het tabblad “Grafische indeling” of “Afbeeldingsindeling. Klik daar op “Bijsnijden”.</a:t>
            </a:r>
            <a:br>
              <a:rPr lang="nl-NL"/>
            </a:br>
            <a:r>
              <a:rPr lang="nl-NL"/>
              <a:t>Je ziet onderin het lijstje staan: “Aanpassen”. Daarmee krijgt je afbeelding zijn oorspronkelijke vorm terug, terwijl de breedte die is van het vak waarin hij komt te staan.</a:t>
            </a:r>
            <a:br>
              <a:rPr lang="nl-NL"/>
            </a:br>
            <a:br>
              <a:rPr lang="nl-NL"/>
            </a:br>
            <a:r>
              <a:rPr lang="nl-NL"/>
              <a:t>Wil je hem wel groot, maar een iets ander uitsnede? Ga naar het onderdeel “Grootte” in de bovenbalk en klap dat uit met het pijltje. Kies voor het laatste tabblad “Afbeelding” en dan in de lijst voor “Bijsnijden”. Gebruik de x-as en y-as om de afbeelding een beetje op te schuiven totdat je datgene ziet wat je wilde tonen.</a:t>
            </a:r>
          </a:p>
          <a:p>
            <a:endParaRPr lang="nl-NL"/>
          </a:p>
        </p:txBody>
      </p:sp>
    </p:spTree>
    <p:extLst>
      <p:ext uri="{BB962C8B-B14F-4D97-AF65-F5344CB8AC3E}">
        <p14:creationId xmlns:p14="http://schemas.microsoft.com/office/powerpoint/2010/main" val="442341098"/>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33D2BC37-860F-86D3-F6B3-3AE8A62F41E0}"/>
              </a:ext>
            </a:extLst>
          </p:cNvPr>
          <p:cNvSpPr>
            <a:spLocks noGrp="1"/>
          </p:cNvSpPr>
          <p:nvPr>
            <p:ph type="pic" sz="quarter" idx="15"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644E291-BCF9-4255-BA32-00C6C5D3E667}"/>
              </a:ext>
            </a:extLst>
          </p:cNvPr>
          <p:cNvSpPr>
            <a:spLocks noGrp="1"/>
          </p:cNvSpPr>
          <p:nvPr>
            <p:ph type="pic" sz="quarter" idx="16"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5347090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232" userDrawn="1">
          <p15:clr>
            <a:srgbClr val="FBAE40"/>
          </p15:clr>
        </p15:guide>
        <p15:guide id="6" orient="horz" pos="4088"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2 afbeeldingen, 1 naast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2 afbeeldingen, 1-1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5" name="Tijdelijke aanduiding voor afbeelding 4">
            <a:extLst>
              <a:ext uri="{FF2B5EF4-FFF2-40B4-BE49-F238E27FC236}">
                <a16:creationId xmlns:a16="http://schemas.microsoft.com/office/drawing/2014/main" id="{95DD351F-D510-FF29-B6A7-EC7231A39934}"/>
              </a:ext>
            </a:extLst>
          </p:cNvPr>
          <p:cNvSpPr>
            <a:spLocks noGrp="1"/>
          </p:cNvSpPr>
          <p:nvPr>
            <p:ph type="pic" sz="quarter" idx="15" hasCustomPrompt="1"/>
          </p:nvPr>
        </p:nvSpPr>
        <p:spPr>
          <a:xfrm>
            <a:off x="6096000"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uitlegside voor de oplossing.</a:t>
            </a:r>
          </a:p>
          <a:p>
            <a:endParaRPr lang="nl-NL"/>
          </a:p>
        </p:txBody>
      </p:sp>
      <p:sp>
        <p:nvSpPr>
          <p:cNvPr id="7" name="Tijdelijke aanduiding voor afbeelding 6">
            <a:extLst>
              <a:ext uri="{FF2B5EF4-FFF2-40B4-BE49-F238E27FC236}">
                <a16:creationId xmlns:a16="http://schemas.microsoft.com/office/drawing/2014/main" id="{644AADF8-4530-F853-A015-E85E6D93A5F5}"/>
              </a:ext>
            </a:extLst>
          </p:cNvPr>
          <p:cNvSpPr>
            <a:spLocks noGrp="1"/>
          </p:cNvSpPr>
          <p:nvPr>
            <p:ph type="pic" sz="quarter" idx="16" hasCustomPrompt="1"/>
          </p:nvPr>
        </p:nvSpPr>
        <p:spPr>
          <a:xfrm>
            <a:off x="9207643" y="0"/>
            <a:ext cx="2995200" cy="6858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voor of de uitlegslide de oplossing.</a:t>
            </a:r>
          </a:p>
          <a:p>
            <a:endParaRPr lang="nl-NL"/>
          </a:p>
        </p:txBody>
      </p:sp>
    </p:spTree>
    <p:extLst>
      <p:ext uri="{BB962C8B-B14F-4D97-AF65-F5344CB8AC3E}">
        <p14:creationId xmlns:p14="http://schemas.microsoft.com/office/powerpoint/2010/main" val="2098190250"/>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2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2-1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marL="230400" indent="-230400">
              <a:buFont typeface="Arial" panose="020B0604020202020204" pitchFamily="34" charset="0"/>
              <a:buChar char="•"/>
              <a:defRPr/>
            </a:lvl1pPr>
            <a:lvl2pPr marL="239400" indent="0">
              <a:buNone/>
              <a:defRPr/>
            </a:lvl2pPr>
          </a:lstStyle>
          <a:p>
            <a:pPr lvl="0"/>
            <a:r>
              <a:rPr lang="nl-NL"/>
              <a:t>Tekst kleiner of groter maken? Selecteer alle tekst en klik Ctrl-Shift plus of min. Of ga naar tabblad Start, klik in Lettertype op A^ of Aˇ.</a:t>
            </a:r>
          </a:p>
          <a:p>
            <a:pPr lvl="1"/>
            <a:endParaRPr lang="nl-NL"/>
          </a:p>
        </p:txBody>
      </p:sp>
      <p:sp>
        <p:nvSpPr>
          <p:cNvPr id="4" name="Tijdelijke aanduiding voor afbeelding 3">
            <a:extLst>
              <a:ext uri="{FF2B5EF4-FFF2-40B4-BE49-F238E27FC236}">
                <a16:creationId xmlns:a16="http://schemas.microsoft.com/office/drawing/2014/main" id="{BA1D28D1-7ED3-055A-5195-489DFAAFF82F}"/>
              </a:ext>
            </a:extLst>
          </p:cNvPr>
          <p:cNvSpPr>
            <a:spLocks noGrp="1"/>
          </p:cNvSpPr>
          <p:nvPr>
            <p:ph type="pic" sz="quarter" idx="18" hasCustomPrompt="1"/>
          </p:nvPr>
        </p:nvSpPr>
        <p:spPr>
          <a:xfrm>
            <a:off x="6096000" y="-6578"/>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F6E89278-CEBB-1518-D027-3D84ABA6BA16}"/>
              </a:ext>
            </a:extLst>
          </p:cNvPr>
          <p:cNvSpPr>
            <a:spLocks noGrp="1"/>
          </p:cNvSpPr>
          <p:nvPr>
            <p:ph type="pic" sz="quarter" idx="19" hasCustomPrompt="1"/>
          </p:nvPr>
        </p:nvSpPr>
        <p:spPr>
          <a:xfrm>
            <a:off x="9196800" y="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uitlegside voor de oplossing.</a:t>
            </a:r>
          </a:p>
          <a:p>
            <a:endParaRPr lang="nl-NL"/>
          </a:p>
        </p:txBody>
      </p:sp>
      <p:sp>
        <p:nvSpPr>
          <p:cNvPr id="11" name="Tijdelijke aanduiding voor afbeelding 10">
            <a:extLst>
              <a:ext uri="{FF2B5EF4-FFF2-40B4-BE49-F238E27FC236}">
                <a16:creationId xmlns:a16="http://schemas.microsoft.com/office/drawing/2014/main" id="{C52ED923-DB7C-B90F-62E4-25D280DD183D}"/>
              </a:ext>
            </a:extLst>
          </p:cNvPr>
          <p:cNvSpPr>
            <a:spLocks noGrp="1"/>
          </p:cNvSpPr>
          <p:nvPr>
            <p:ph type="pic" sz="quarter" idx="20" hasCustomPrompt="1"/>
          </p:nvPr>
        </p:nvSpPr>
        <p:spPr>
          <a:xfrm>
            <a:off x="6096000" y="347345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b="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497238725"/>
      </p:ext>
    </p:extLst>
  </p:cSld>
  <p:clrMapOvr>
    <a:masterClrMapping/>
  </p:clrMapOvr>
  <p:extLst>
    <p:ext uri="{DCECCB84-F9BA-43D5-87BE-67443E8EF086}">
      <p15:sldGuideLst xmlns:p15="http://schemas.microsoft.com/office/powerpoint/2012/main">
        <p15:guide id="1" pos="3840" userDrawn="1">
          <p15:clr>
            <a:srgbClr val="FBAE40"/>
          </p15:clr>
        </p15:guide>
        <p15:guide id="2" pos="3500" userDrawn="1">
          <p15:clr>
            <a:srgbClr val="FBAE40"/>
          </p15:clr>
        </p15:guide>
        <p15:guide id="3" pos="438" userDrawn="1">
          <p15:clr>
            <a:srgbClr val="FBAE40"/>
          </p15:clr>
        </p15:guide>
        <p15:guide id="4" pos="5790" userDrawn="1">
          <p15:clr>
            <a:srgbClr val="FBAE40"/>
          </p15:clr>
        </p15:guide>
        <p15:guide id="6" pos="5722" userDrawn="1">
          <p15:clr>
            <a:srgbClr val="FBAE40"/>
          </p15:clr>
        </p15:guide>
        <p15:guide id="7" orient="horz" pos="2160" userDrawn="1">
          <p15:clr>
            <a:srgbClr val="FBAE40"/>
          </p15:clr>
        </p15:guide>
        <p15:guide id="8" orient="horz" pos="2137" userDrawn="1">
          <p15:clr>
            <a:srgbClr val="FBAE40"/>
          </p15:clr>
        </p15:guide>
        <p15:guide id="9" orient="horz" pos="2183" userDrawn="1">
          <p15:clr>
            <a:srgbClr val="FBAE40"/>
          </p15:clr>
        </p15:guide>
        <p15:guide id="10" orient="horz" pos="232" userDrawn="1">
          <p15:clr>
            <a:srgbClr val="FBAE40"/>
          </p15:clr>
        </p15:guide>
        <p15:guide id="11" orient="horz" pos="856" userDrawn="1">
          <p15:clr>
            <a:srgbClr val="FBAE40"/>
          </p15:clr>
        </p15:guide>
        <p15:guide id="12" orient="horz" pos="1026" userDrawn="1">
          <p15:clr>
            <a:srgbClr val="FBAE40"/>
          </p15:clr>
        </p15:guide>
        <p15:guide id="13" orient="horz" pos="408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3 afbeeldingen, 1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3 afbeeldingen, 1-2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11" name="Tijdelijke aanduiding voor afbeelding 10">
            <a:extLst>
              <a:ext uri="{FF2B5EF4-FFF2-40B4-BE49-F238E27FC236}">
                <a16:creationId xmlns:a16="http://schemas.microsoft.com/office/drawing/2014/main" id="{2B2D465E-58C0-149D-D41E-EE15C938D6B6}"/>
              </a:ext>
            </a:extLst>
          </p:cNvPr>
          <p:cNvSpPr>
            <a:spLocks noGrp="1"/>
          </p:cNvSpPr>
          <p:nvPr>
            <p:ph type="pic" sz="quarter" idx="17" hasCustomPrompt="1"/>
          </p:nvPr>
        </p:nvSpPr>
        <p:spPr>
          <a:xfrm>
            <a:off x="6096000" y="0"/>
            <a:ext cx="60960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9D23127C-4FE6-E848-6DBC-D89F7D4E0BFB}"/>
              </a:ext>
            </a:extLst>
          </p:cNvPr>
          <p:cNvSpPr>
            <a:spLocks noGrp="1"/>
          </p:cNvSpPr>
          <p:nvPr>
            <p:ph type="pic" sz="quarter" idx="15" hasCustomPrompt="1"/>
          </p:nvPr>
        </p:nvSpPr>
        <p:spPr>
          <a:xfrm>
            <a:off x="6096000" y="3477744"/>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26E9B052-32B0-2639-2F75-9AFC49194B33}"/>
              </a:ext>
            </a:extLst>
          </p:cNvPr>
          <p:cNvSpPr>
            <a:spLocks noGrp="1"/>
          </p:cNvSpPr>
          <p:nvPr>
            <p:ph type="pic" sz="quarter" idx="16" hasCustomPrompt="1"/>
          </p:nvPr>
        </p:nvSpPr>
        <p:spPr>
          <a:xfrm>
            <a:off x="9196800" y="3473450"/>
            <a:ext cx="2995200" cy="338455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091215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9" pos="5790" userDrawn="1">
          <p15:clr>
            <a:srgbClr val="FBAE40"/>
          </p15:clr>
        </p15:guide>
        <p15:guide id="10" pos="5745" userDrawn="1">
          <p15:clr>
            <a:srgbClr val="FBAE40"/>
          </p15:clr>
        </p15:guide>
        <p15:guide id="11" orient="horz" pos="2137" userDrawn="1">
          <p15:clr>
            <a:srgbClr val="FBAE40"/>
          </p15:clr>
        </p15:guide>
        <p15:guide id="13" orient="horz" pos="2183" userDrawn="1">
          <p15:clr>
            <a:srgbClr val="FBAE40"/>
          </p15:clr>
        </p15:guide>
        <p15:guide id="14" pos="43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2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4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6"/>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816BFF01-E9C9-22CF-01E1-B518266303D5}"/>
              </a:ext>
            </a:extLst>
          </p:cNvPr>
          <p:cNvSpPr>
            <a:spLocks noGrp="1"/>
          </p:cNvSpPr>
          <p:nvPr>
            <p:ph type="pic" sz="quarter" idx="17" hasCustomPrompt="1"/>
          </p:nvPr>
        </p:nvSpPr>
        <p:spPr>
          <a:xfrm>
            <a:off x="6095999" y="-598"/>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13" name="Tijdelijke aanduiding voor afbeelding 12">
            <a:extLst>
              <a:ext uri="{FF2B5EF4-FFF2-40B4-BE49-F238E27FC236}">
                <a16:creationId xmlns:a16="http://schemas.microsoft.com/office/drawing/2014/main" id="{81A0080E-8D3A-0588-61FC-2A756DB5400E}"/>
              </a:ext>
            </a:extLst>
          </p:cNvPr>
          <p:cNvSpPr>
            <a:spLocks noGrp="1"/>
          </p:cNvSpPr>
          <p:nvPr>
            <p:ph type="pic" sz="quarter" idx="18" hasCustomPrompt="1"/>
          </p:nvPr>
        </p:nvSpPr>
        <p:spPr>
          <a:xfrm>
            <a:off x="9196800" y="-7176"/>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03491" y="3474598"/>
            <a:ext cx="2987708"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9196800" y="3481177"/>
            <a:ext cx="2995200" cy="33840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Tree>
    <p:extLst>
      <p:ext uri="{BB962C8B-B14F-4D97-AF65-F5344CB8AC3E}">
        <p14:creationId xmlns:p14="http://schemas.microsoft.com/office/powerpoint/2010/main" val="12222359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4088" userDrawn="1">
          <p15:clr>
            <a:srgbClr val="FBAE40"/>
          </p15:clr>
        </p15:guide>
        <p15:guide id="6" pos="3500" userDrawn="1">
          <p15:clr>
            <a:srgbClr val="FBAE40"/>
          </p15:clr>
        </p15:guide>
        <p15:guide id="7" pos="438" userDrawn="1">
          <p15:clr>
            <a:srgbClr val="FBAE40"/>
          </p15:clr>
        </p15:guide>
        <p15:guide id="8" pos="5790" userDrawn="1">
          <p15:clr>
            <a:srgbClr val="FBAE40"/>
          </p15:clr>
        </p15:guide>
        <p15:guide id="9" pos="5745" userDrawn="1">
          <p15:clr>
            <a:srgbClr val="FBAE40"/>
          </p15:clr>
        </p15:guide>
        <p15:guide id="11" orient="horz" pos="2183" userDrawn="1">
          <p15:clr>
            <a:srgbClr val="FBAE40"/>
          </p15:clr>
        </p15:guide>
        <p15:guide id="12" orient="horz" pos="2137" userDrawn="1">
          <p15:clr>
            <a:srgbClr val="FBAE40"/>
          </p15:clr>
        </p15:guide>
        <p15:guide id="13" orient="horz" pos="1026"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3 boven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4" y="368301"/>
            <a:ext cx="4860926" cy="994678"/>
          </a:xfrm>
        </p:spPr>
        <p:txBody>
          <a:bodyPr/>
          <a:lstStyle>
            <a:lvl1pPr>
              <a:defRPr/>
            </a:lvl1pPr>
          </a:lstStyle>
          <a:p>
            <a:r>
              <a:rPr lang="nl-NL"/>
              <a:t>Kop2 bij tekst en 4 afbeeldingen, 3-1</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endParaRPr lang="nl-NL"/>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0195" y="0"/>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1"/>
            <a:ext cx="19620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 </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3466800"/>
            <a:ext cx="6096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34945185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2" pos="5087" userDrawn="1">
          <p15:clr>
            <a:srgbClr val="FBAE40"/>
          </p15:clr>
        </p15:guide>
        <p15:guide id="13" pos="5133" userDrawn="1">
          <p15:clr>
            <a:srgbClr val="FBAE40"/>
          </p15:clr>
        </p15:guide>
        <p15:guide id="14" pos="6380" userDrawn="1">
          <p15:clr>
            <a:srgbClr val="FBAE40"/>
          </p15:clr>
        </p15:guide>
        <p15:guide id="15" pos="6425"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4 afbeeldingen, 1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4 afbeeldingen, 1-3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110597" y="1"/>
            <a:ext cx="6081403" cy="3389862"/>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je afbeelding niet? Of ziet deze er raar uit? Kijk even bij de slides met de grote afbeelding in de rechterhelft of de uitlegslide voor de oplossing.</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110597" y="3465513"/>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70298" y="3468139"/>
            <a:ext cx="1962000" cy="3389861"/>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26"/>
            <a:ext cx="1962000" cy="3391174"/>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Tree>
    <p:extLst>
      <p:ext uri="{BB962C8B-B14F-4D97-AF65-F5344CB8AC3E}">
        <p14:creationId xmlns:p14="http://schemas.microsoft.com/office/powerpoint/2010/main" val="2385272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3 boven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701756" y="374523"/>
            <a:ext cx="4854494" cy="984377"/>
          </a:xfrm>
        </p:spPr>
        <p:txBody>
          <a:bodyPr/>
          <a:lstStyle>
            <a:lvl1pPr>
              <a:defRPr/>
            </a:lvl1pPr>
          </a:lstStyle>
          <a:p>
            <a:r>
              <a:rPr lang="nl-NL"/>
              <a:t>Kop2 bij tekst en 5 afbeeldingen, 2-2</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701756" y="1628774"/>
            <a:ext cx="4860926"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5999" y="0"/>
            <a:ext cx="1962000" cy="3392487"/>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2999" y="1"/>
            <a:ext cx="1962000" cy="3392488"/>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0"/>
            <a:ext cx="1962000" cy="3392487"/>
          </a:xfrm>
        </p:spPr>
        <p:txBody>
          <a:bodyPr lIns="72000" tIns="72000" rIns="72000" bIns="72000"/>
          <a:lstStyle>
            <a:lvl1pPr marL="0" indent="0">
              <a:buNone/>
              <a:defRPr sz="1200"/>
            </a:lvl1pPr>
          </a:lstStyle>
          <a:p>
            <a:r>
              <a:rPr lang="nl-NL"/>
              <a:t>Denk om de alt-tekst!</a:t>
            </a:r>
          </a:p>
        </p:txBody>
      </p:sp>
      <p:sp>
        <p:nvSpPr>
          <p:cNvPr id="8" name="Tijdelijke aanduiding voor afbeelding 7">
            <a:extLst>
              <a:ext uri="{FF2B5EF4-FFF2-40B4-BE49-F238E27FC236}">
                <a16:creationId xmlns:a16="http://schemas.microsoft.com/office/drawing/2014/main" id="{860A6F3F-0268-A40A-7812-E70860B33B7D}"/>
              </a:ext>
            </a:extLst>
          </p:cNvPr>
          <p:cNvSpPr>
            <a:spLocks noGrp="1"/>
          </p:cNvSpPr>
          <p:nvPr>
            <p:ph type="pic" sz="quarter" idx="18" hasCustomPrompt="1"/>
          </p:nvPr>
        </p:nvSpPr>
        <p:spPr>
          <a:xfrm>
            <a:off x="6091509"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196800" y="3465513"/>
            <a:ext cx="2995200" cy="3392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br>
              <a:rPr lang="nl-NL"/>
            </a:br>
            <a:r>
              <a:rPr lang="nl-NL"/>
              <a:t>Past je afbeelding niet? Of ziet deze er raar uit? Kijk even bij de slides met de grote afbeelding in de rechterhelft of de uitlegslide voor de oplossing.</a:t>
            </a:r>
          </a:p>
        </p:txBody>
      </p:sp>
    </p:spTree>
    <p:extLst>
      <p:ext uri="{BB962C8B-B14F-4D97-AF65-F5344CB8AC3E}">
        <p14:creationId xmlns:p14="http://schemas.microsoft.com/office/powerpoint/2010/main" val="982939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232" userDrawn="1">
          <p15:clr>
            <a:srgbClr val="FBAE40"/>
          </p15:clr>
        </p15:guide>
        <p15:guide id="4" orient="horz" pos="856" userDrawn="1">
          <p15:clr>
            <a:srgbClr val="FBAE40"/>
          </p15:clr>
        </p15:guide>
        <p15:guide id="5" orient="horz" pos="1026" userDrawn="1">
          <p15:clr>
            <a:srgbClr val="FBAE40"/>
          </p15:clr>
        </p15:guide>
        <p15:guide id="6" orient="horz" pos="4088" userDrawn="1">
          <p15:clr>
            <a:srgbClr val="FBAE40"/>
          </p15:clr>
        </p15:guide>
        <p15:guide id="7" pos="3500" userDrawn="1">
          <p15:clr>
            <a:srgbClr val="FBAE40"/>
          </p15:clr>
        </p15:guide>
        <p15:guide id="8" pos="438" userDrawn="1">
          <p15:clr>
            <a:srgbClr val="FBAE40"/>
          </p15:clr>
        </p15:guide>
        <p15:guide id="9" orient="horz" pos="2137" userDrawn="1">
          <p15:clr>
            <a:srgbClr val="FBAE40"/>
          </p15:clr>
        </p15:guide>
        <p15:guide id="11" orient="horz" pos="2183" userDrawn="1">
          <p15:clr>
            <a:srgbClr val="FBAE40"/>
          </p15:clr>
        </p15:guide>
        <p15:guide id="13" pos="5745" userDrawn="1">
          <p15:clr>
            <a:srgbClr val="FBAE40"/>
          </p15:clr>
        </p15:guide>
        <p15:guide id="14" pos="579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5 afbeeldingen 2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5 afbeeldingen,  2-3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8" name="Tijdelijke aanduiding voor afbeelding 7">
            <a:extLst>
              <a:ext uri="{FF2B5EF4-FFF2-40B4-BE49-F238E27FC236}">
                <a16:creationId xmlns:a16="http://schemas.microsoft.com/office/drawing/2014/main" id="{B7D94BC4-0CD6-9F0A-124C-0DD9FB56DA36}"/>
              </a:ext>
            </a:extLst>
          </p:cNvPr>
          <p:cNvSpPr>
            <a:spLocks noGrp="1"/>
          </p:cNvSpPr>
          <p:nvPr>
            <p:ph type="pic" sz="quarter" idx="18" hasCustomPrompt="1"/>
          </p:nvPr>
        </p:nvSpPr>
        <p:spPr>
          <a:xfrm>
            <a:off x="6096000" y="1"/>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9202757" y="0"/>
            <a:ext cx="29952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a:p>
            <a:endParaRPr lang="nl-NL"/>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1" y="3466800"/>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66800"/>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66800"/>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31575975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guide id="12" pos="5768" userDrawn="1">
          <p15:clr>
            <a:srgbClr val="FBAE40"/>
          </p15:clr>
        </p15:guide>
        <p15:guide id="13" pos="5722" userDrawn="1">
          <p15:clr>
            <a:srgbClr val="FBAE40"/>
          </p15:clr>
        </p15:guide>
        <p15:guide id="14" pos="5087" userDrawn="1">
          <p15:clr>
            <a:srgbClr val="FBAE40"/>
          </p15:clr>
        </p15:guide>
        <p15:guide id="15" pos="5110" userDrawn="1">
          <p15:clr>
            <a:srgbClr val="FBAE40"/>
          </p15:clr>
        </p15:guide>
        <p15:guide id="16" pos="6380" userDrawn="1">
          <p15:clr>
            <a:srgbClr val="FBAE40"/>
          </p15:clr>
        </p15:guide>
        <p15:guide id="17" pos="6425"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el en tekst bij 6 afbeeldingen, 3 boven 3">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5" cy="990599"/>
          </a:xfrm>
        </p:spPr>
        <p:txBody>
          <a:bodyPr/>
          <a:lstStyle>
            <a:lvl1pPr>
              <a:defRPr/>
            </a:lvl1pPr>
          </a:lstStyle>
          <a:p>
            <a:r>
              <a:rPr lang="nl-NL"/>
              <a:t>Kop2 bij tekst en 6 afbeeldingen, 3-3</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vl2pPr marL="239400" indent="0">
              <a:buNone/>
              <a:defRPr/>
            </a:lvl2pPr>
          </a:lstStyle>
          <a:p>
            <a:pPr lvl="0"/>
            <a:r>
              <a:rPr lang="nl-NL"/>
              <a:t>Tekst kleiner of groter maken? Selecteer alle tekst en klik Ctrl-Shift plus of min. Of ga naar tabblad Start, klik in Lettertype op A^ of Aˇ.</a:t>
            </a:r>
          </a:p>
        </p:txBody>
      </p:sp>
      <p:sp>
        <p:nvSpPr>
          <p:cNvPr id="4" name="Tijdelijke aanduiding voor afbeelding 3">
            <a:extLst>
              <a:ext uri="{FF2B5EF4-FFF2-40B4-BE49-F238E27FC236}">
                <a16:creationId xmlns:a16="http://schemas.microsoft.com/office/drawing/2014/main" id="{C151E094-BB3C-EE69-5B2C-B809B0599CFF}"/>
              </a:ext>
            </a:extLst>
          </p:cNvPr>
          <p:cNvSpPr>
            <a:spLocks noGrp="1"/>
          </p:cNvSpPr>
          <p:nvPr>
            <p:ph type="pic" sz="quarter" idx="15" hasCustomPrompt="1"/>
          </p:nvPr>
        </p:nvSpPr>
        <p:spPr>
          <a:xfrm>
            <a:off x="6096000" y="-131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br>
              <a:rPr lang="nl-NL"/>
            </a:br>
            <a:r>
              <a:rPr lang="nl-NL"/>
              <a:t>Past je afbeelding niet? Of ziet deze er raar uit? Kijk even bij de slides met de grote afbeelding in de rechterhelft of de uitlegslide voor de oplossing.</a:t>
            </a:r>
          </a:p>
        </p:txBody>
      </p:sp>
      <p:sp>
        <p:nvSpPr>
          <p:cNvPr id="8" name="Tijdelijke aanduiding voor afbeelding 7">
            <a:extLst>
              <a:ext uri="{FF2B5EF4-FFF2-40B4-BE49-F238E27FC236}">
                <a16:creationId xmlns:a16="http://schemas.microsoft.com/office/drawing/2014/main" id="{D9A30E33-BB87-5F60-F212-189EF65F61C4}"/>
              </a:ext>
            </a:extLst>
          </p:cNvPr>
          <p:cNvSpPr>
            <a:spLocks noGrp="1"/>
          </p:cNvSpPr>
          <p:nvPr>
            <p:ph type="pic" sz="quarter" idx="18" hasCustomPrompt="1"/>
          </p:nvPr>
        </p:nvSpPr>
        <p:spPr>
          <a:xfrm>
            <a:off x="8163000" y="-13125"/>
            <a:ext cx="1962000" cy="3391200"/>
          </a:xfrm>
        </p:spPr>
        <p:txBody>
          <a:bodyPr lIns="72000" tIns="72000" rIns="72000" bIns="72000"/>
          <a:lstStyle>
            <a:lvl1pPr marL="0" indent="0">
              <a:buNone/>
              <a:defRPr sz="1200"/>
            </a:lvl1pPr>
          </a:lstStyle>
          <a:p>
            <a:r>
              <a:rPr lang="nl-NL"/>
              <a:t>Denk om de alt-tekst!</a:t>
            </a:r>
          </a:p>
        </p:txBody>
      </p:sp>
      <p:sp>
        <p:nvSpPr>
          <p:cNvPr id="11" name="Tijdelijke aanduiding voor afbeelding 10">
            <a:extLst>
              <a:ext uri="{FF2B5EF4-FFF2-40B4-BE49-F238E27FC236}">
                <a16:creationId xmlns:a16="http://schemas.microsoft.com/office/drawing/2014/main" id="{EE256E7F-9372-EC68-8D10-249F6ECB9470}"/>
              </a:ext>
            </a:extLst>
          </p:cNvPr>
          <p:cNvSpPr>
            <a:spLocks noGrp="1"/>
          </p:cNvSpPr>
          <p:nvPr>
            <p:ph type="pic" sz="quarter" idx="19" hasCustomPrompt="1"/>
          </p:nvPr>
        </p:nvSpPr>
        <p:spPr>
          <a:xfrm>
            <a:off x="10230000" y="-11869"/>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om de alt-tekst!</a:t>
            </a:r>
          </a:p>
        </p:txBody>
      </p:sp>
      <p:sp>
        <p:nvSpPr>
          <p:cNvPr id="7" name="Tijdelijke aanduiding voor afbeelding 6">
            <a:extLst>
              <a:ext uri="{FF2B5EF4-FFF2-40B4-BE49-F238E27FC236}">
                <a16:creationId xmlns:a16="http://schemas.microsoft.com/office/drawing/2014/main" id="{BAC364B0-4C3F-DAB7-8A96-24E1E940EF85}"/>
              </a:ext>
            </a:extLst>
          </p:cNvPr>
          <p:cNvSpPr>
            <a:spLocks noGrp="1" noChangeAspect="1"/>
          </p:cNvSpPr>
          <p:nvPr>
            <p:ph type="pic" sz="quarter" idx="13" hasCustomPrompt="1"/>
          </p:nvPr>
        </p:nvSpPr>
        <p:spPr>
          <a:xfrm>
            <a:off x="6096000" y="3479925"/>
            <a:ext cx="1962000" cy="3391200"/>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200"/>
            </a:lvl1pPr>
          </a:lstStyle>
          <a:p>
            <a:r>
              <a:rPr lang="nl-NL"/>
              <a:t>Denk om de alt-tekst!</a:t>
            </a:r>
          </a:p>
        </p:txBody>
      </p:sp>
      <p:sp>
        <p:nvSpPr>
          <p:cNvPr id="6" name="Tijdelijke aanduiding voor afbeelding 5">
            <a:extLst>
              <a:ext uri="{FF2B5EF4-FFF2-40B4-BE49-F238E27FC236}">
                <a16:creationId xmlns:a16="http://schemas.microsoft.com/office/drawing/2014/main" id="{C11425CD-60ED-6CA0-BF37-54967062EE76}"/>
              </a:ext>
            </a:extLst>
          </p:cNvPr>
          <p:cNvSpPr>
            <a:spLocks noGrp="1"/>
          </p:cNvSpPr>
          <p:nvPr>
            <p:ph type="pic" sz="quarter" idx="17" hasCustomPrompt="1"/>
          </p:nvPr>
        </p:nvSpPr>
        <p:spPr>
          <a:xfrm>
            <a:off x="8163000" y="3477357"/>
            <a:ext cx="1962000" cy="3391200"/>
          </a:xfrm>
        </p:spPr>
        <p:txBody>
          <a:bodyPr lIns="72000" tIns="72000" rIns="72000" bIns="72000"/>
          <a:lstStyle>
            <a:lvl1pPr marL="0" indent="0">
              <a:buNone/>
              <a:defRPr sz="1200"/>
            </a:lvl1pPr>
          </a:lstStyle>
          <a:p>
            <a:r>
              <a:rPr lang="nl-NL"/>
              <a:t>Denk om de alt-tekst!</a:t>
            </a:r>
          </a:p>
        </p:txBody>
      </p:sp>
      <p:sp>
        <p:nvSpPr>
          <p:cNvPr id="5" name="Tijdelijke aanduiding voor afbeelding 4">
            <a:extLst>
              <a:ext uri="{FF2B5EF4-FFF2-40B4-BE49-F238E27FC236}">
                <a16:creationId xmlns:a16="http://schemas.microsoft.com/office/drawing/2014/main" id="{BEFE65A0-AFBE-8B11-4DF2-4727E41345EC}"/>
              </a:ext>
            </a:extLst>
          </p:cNvPr>
          <p:cNvSpPr>
            <a:spLocks noGrp="1"/>
          </p:cNvSpPr>
          <p:nvPr>
            <p:ph type="pic" sz="quarter" idx="16" hasCustomPrompt="1"/>
          </p:nvPr>
        </p:nvSpPr>
        <p:spPr>
          <a:xfrm>
            <a:off x="10230000" y="3479925"/>
            <a:ext cx="1962000" cy="3391200"/>
          </a:xfrm>
        </p:spPr>
        <p:txBody>
          <a:bodyPr lIns="72000" tIns="72000" rIns="72000" bIns="72000"/>
          <a:lstStyle>
            <a:lvl1pPr marL="0" indent="0">
              <a:buNone/>
              <a:defRPr sz="1200"/>
            </a:lvl1pPr>
          </a:lstStyle>
          <a:p>
            <a:r>
              <a:rPr lang="nl-NL"/>
              <a:t>Denk om de alt-tekst!</a:t>
            </a:r>
          </a:p>
        </p:txBody>
      </p:sp>
    </p:spTree>
    <p:extLst>
      <p:ext uri="{BB962C8B-B14F-4D97-AF65-F5344CB8AC3E}">
        <p14:creationId xmlns:p14="http://schemas.microsoft.com/office/powerpoint/2010/main" val="23144263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4088"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2137" userDrawn="1">
          <p15:clr>
            <a:srgbClr val="FBAE40"/>
          </p15:clr>
        </p15:guide>
        <p15:guide id="10" orient="horz" pos="2183"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el, tekst, Algeme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7" y="368300"/>
            <a:ext cx="4860924"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6" y="1628774"/>
            <a:ext cx="4860924"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01FB1445-F863-7FCE-C549-4CCE3655A3B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096000" cy="6858000"/>
          </a:xfrm>
          <a:prstGeom prst="rect">
            <a:avLst/>
          </a:prstGeom>
        </p:spPr>
      </p:pic>
    </p:spTree>
    <p:extLst>
      <p:ext uri="{BB962C8B-B14F-4D97-AF65-F5344CB8AC3E}">
        <p14:creationId xmlns:p14="http://schemas.microsoft.com/office/powerpoint/2010/main" val="188019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232" userDrawn="1">
          <p15:clr>
            <a:srgbClr val="FBAE40"/>
          </p15:clr>
        </p15:guide>
        <p15:guide id="6" orient="horz" pos="1026" userDrawn="1">
          <p15:clr>
            <a:srgbClr val="FBAE40"/>
          </p15:clr>
        </p15:guide>
        <p15:guide id="7" orient="horz" pos="4088" userDrawn="1">
          <p15:clr>
            <a:srgbClr val="FBAE40"/>
          </p15:clr>
        </p15:guide>
        <p15:guide id="8" orient="horz" pos="856"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el, tekst bij Digita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C1FB6ED6-E48A-5257-391B-F6333774B28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107609" cy="6858000"/>
          </a:xfrm>
          <a:prstGeom prst="rect">
            <a:avLst/>
          </a:prstGeom>
        </p:spPr>
      </p:pic>
    </p:spTree>
    <p:extLst>
      <p:ext uri="{BB962C8B-B14F-4D97-AF65-F5344CB8AC3E}">
        <p14:creationId xmlns:p14="http://schemas.microsoft.com/office/powerpoint/2010/main" val="704206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inn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BDF04826-754A-0DC3-7A99-E882B41DA95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154" r="-1154"/>
          <a:stretch>
            <a:fillRect/>
          </a:stretch>
        </p:blipFill>
        <p:spPr>
          <a:xfrm>
            <a:off x="6096000" y="0"/>
            <a:ext cx="6240589" cy="6858000"/>
          </a:xfrm>
          <a:prstGeom prst="rect">
            <a:avLst/>
          </a:prstGeom>
        </p:spPr>
      </p:pic>
    </p:spTree>
    <p:extLst>
      <p:ext uri="{BB962C8B-B14F-4D97-AF65-F5344CB8AC3E}">
        <p14:creationId xmlns:p14="http://schemas.microsoft.com/office/powerpoint/2010/main" val="31223790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itel, tekst bij Fysiek bui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1"/>
            <a:ext cx="4860926" cy="990599"/>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4" name="Afbeelding 3">
            <a:extLst>
              <a:ext uri="{FF2B5EF4-FFF2-40B4-BE49-F238E27FC236}">
                <a16:creationId xmlns:a16="http://schemas.microsoft.com/office/drawing/2014/main" id="{6FE6A0A8-18A4-A2E9-1961-A5FA7D59D8C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0" y="0"/>
            <a:ext cx="6240589" cy="6858000"/>
          </a:xfrm>
          <a:prstGeom prst="rect">
            <a:avLst/>
          </a:prstGeom>
        </p:spPr>
      </p:pic>
    </p:spTree>
    <p:extLst>
      <p:ext uri="{BB962C8B-B14F-4D97-AF65-F5344CB8AC3E}">
        <p14:creationId xmlns:p14="http://schemas.microsoft.com/office/powerpoint/2010/main" val="8017680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el, tekst bij Gebruikersonderzoe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92CC61-1EBC-69C1-6FC4-B0366E12DCAE}"/>
              </a:ext>
            </a:extLst>
          </p:cNvPr>
          <p:cNvSpPr>
            <a:spLocks noGrp="1"/>
          </p:cNvSpPr>
          <p:nvPr>
            <p:ph type="title" hasCustomPrompt="1"/>
          </p:nvPr>
        </p:nvSpPr>
        <p:spPr>
          <a:xfrm>
            <a:off x="695325" y="368300"/>
            <a:ext cx="4860925" cy="990600"/>
          </a:xfrm>
        </p:spPr>
        <p:txBody>
          <a:bodyPr/>
          <a:lstStyle>
            <a:lvl1pPr>
              <a:defRPr/>
            </a:lvl1pPr>
          </a:lstStyle>
          <a:p>
            <a:r>
              <a:rPr lang="nl-NL"/>
              <a:t>Kop2 bij tekst en afbeelding</a:t>
            </a:r>
          </a:p>
        </p:txBody>
      </p:sp>
      <p:sp>
        <p:nvSpPr>
          <p:cNvPr id="9" name="Tijdelijke aanduiding voor tekst 8">
            <a:extLst>
              <a:ext uri="{FF2B5EF4-FFF2-40B4-BE49-F238E27FC236}">
                <a16:creationId xmlns:a16="http://schemas.microsoft.com/office/drawing/2014/main" id="{A9237C95-BAEE-49C9-EF52-66181D652178}"/>
              </a:ext>
            </a:extLst>
          </p:cNvPr>
          <p:cNvSpPr>
            <a:spLocks noGrp="1"/>
          </p:cNvSpPr>
          <p:nvPr>
            <p:ph type="body" sz="quarter" idx="14" hasCustomPrompt="1"/>
          </p:nvPr>
        </p:nvSpPr>
        <p:spPr>
          <a:xfrm>
            <a:off x="695325" y="1628774"/>
            <a:ext cx="4860926" cy="4860925"/>
          </a:xfrm>
        </p:spPr>
        <p:txBody>
          <a:bodyPr/>
          <a:lstStyle>
            <a:lvl1pPr>
              <a:defRPr/>
            </a:lvl1pPr>
          </a:lstStyle>
          <a:p>
            <a:pPr lvl="0"/>
            <a:r>
              <a:rPr lang="nl-NL"/>
              <a:t>Tekst kleiner of groter maken? Selecteer alle tekst en klik Ctrl-Shift plus of min. Of ga naar tabblad Start, klik in Lettertype op A^ of Aˇ.</a:t>
            </a:r>
          </a:p>
        </p:txBody>
      </p:sp>
      <p:pic>
        <p:nvPicPr>
          <p:cNvPr id="6" name="Afbeelding 5">
            <a:extLst>
              <a:ext uri="{FF2B5EF4-FFF2-40B4-BE49-F238E27FC236}">
                <a16:creationId xmlns:a16="http://schemas.microsoft.com/office/drawing/2014/main" id="{D042FB02-99D8-E1B6-7865-28C01080912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08760" y="0"/>
            <a:ext cx="6088612" cy="6858000"/>
          </a:xfrm>
          <a:prstGeom prst="rect">
            <a:avLst/>
          </a:prstGeom>
        </p:spPr>
      </p:pic>
    </p:spTree>
    <p:extLst>
      <p:ext uri="{BB962C8B-B14F-4D97-AF65-F5344CB8AC3E}">
        <p14:creationId xmlns:p14="http://schemas.microsoft.com/office/powerpoint/2010/main" val="25411662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3500" userDrawn="1">
          <p15:clr>
            <a:srgbClr val="FBAE40"/>
          </p15:clr>
        </p15:guide>
        <p15:guide id="4" pos="438" userDrawn="1">
          <p15:clr>
            <a:srgbClr val="FBAE40"/>
          </p15:clr>
        </p15:guide>
        <p15:guide id="5" orient="horz" pos="1026" userDrawn="1">
          <p15:clr>
            <a:srgbClr val="FBAE40"/>
          </p15:clr>
        </p15:guide>
        <p15:guide id="6" orient="horz" pos="856" userDrawn="1">
          <p15:clr>
            <a:srgbClr val="FBAE40"/>
          </p15:clr>
        </p15:guide>
        <p15:guide id="7" orient="horz" pos="232" userDrawn="1">
          <p15:clr>
            <a:srgbClr val="FBAE40"/>
          </p15:clr>
        </p15:guide>
        <p15:guide id="8" orient="horz" pos="408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malle afbeelding,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smalle afbeelding,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3"/>
            <a:ext cx="7920038" cy="4770439"/>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4770438"/>
          </a:xfrm>
          <a:noFill/>
        </p:spPr>
        <p:txBody>
          <a:bodyPr lIns="72000" tIns="72000" rIns="72000" bIns="72000">
            <a:normAutofit/>
          </a:bodyPr>
          <a:lstStyle>
            <a:lvl1pPr marL="0" indent="0">
              <a:buNone/>
              <a:defRPr sz="1200"/>
            </a:lvl1pPr>
          </a:lstStyle>
          <a:p>
            <a:r>
              <a:rPr lang="nl-NL"/>
              <a:t>Denk aan de alt-tekst!</a:t>
            </a:r>
            <a:br>
              <a:rPr lang="nl-NL"/>
            </a:br>
            <a:r>
              <a:rPr lang="nl-NL"/>
              <a:t>Misschien is de afbeelding echt alleen maar decoratief, maar soms draagt een afbeelding bij aan de sfeer en dan is het wel zo aardig om die ook aan te bieden aan je collega of klant die dat niet kan zien.</a:t>
            </a:r>
            <a:br>
              <a:rPr lang="nl-NL"/>
            </a:br>
            <a:r>
              <a:rPr lang="nl-NL"/>
              <a:t>Past de afbeelding niet of ziet deze er raar uit doordat je maar een deel ziet? Kijk dan bij de slides met de grotere afbeeldingen of de uitlegslide voor meer uitleg om dat op te lossen.</a:t>
            </a:r>
          </a:p>
        </p:txBody>
      </p:sp>
    </p:spTree>
    <p:extLst>
      <p:ext uri="{BB962C8B-B14F-4D97-AF65-F5344CB8AC3E}">
        <p14:creationId xmlns:p14="http://schemas.microsoft.com/office/powerpoint/2010/main" val="40915588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5654" userDrawn="1">
          <p15:clr>
            <a:srgbClr val="FBAE40"/>
          </p15:clr>
        </p15:guide>
        <p15:guide id="5" orient="horz" pos="232" userDrawn="1">
          <p15:clr>
            <a:srgbClr val="FBAE40"/>
          </p15:clr>
        </p15:guide>
        <p15:guide id="6" orient="horz" pos="856" userDrawn="1">
          <p15:clr>
            <a:srgbClr val="FBAE40"/>
          </p15:clr>
        </p15:guide>
        <p15:guide id="7" orient="horz" pos="1026" userDrawn="1">
          <p15:clr>
            <a:srgbClr val="FBAE40"/>
          </p15:clr>
        </p15:guide>
        <p15:guide id="8" orient="horz" pos="4031" userDrawn="1">
          <p15:clr>
            <a:srgbClr val="FBAE40"/>
          </p15:clr>
        </p15:guide>
        <p15:guide id="9" pos="5427"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 smalle afbeeldingen, titel,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9BEBB2-DD38-FF65-7E92-874B2E273C66}"/>
              </a:ext>
            </a:extLst>
          </p:cNvPr>
          <p:cNvSpPr>
            <a:spLocks noGrp="1"/>
          </p:cNvSpPr>
          <p:nvPr>
            <p:ph type="title" hasCustomPrompt="1"/>
          </p:nvPr>
        </p:nvSpPr>
        <p:spPr>
          <a:xfrm>
            <a:off x="695326" y="368300"/>
            <a:ext cx="7920038" cy="990600"/>
          </a:xfrm>
        </p:spPr>
        <p:txBody>
          <a:bodyPr/>
          <a:lstStyle>
            <a:lvl1pPr>
              <a:defRPr/>
            </a:lvl1pPr>
          </a:lstStyle>
          <a:p>
            <a:r>
              <a:rPr lang="nl-NL"/>
              <a:t>Kop2 bij 2 kleine afbeeldingen, met tekst ernaast</a:t>
            </a:r>
          </a:p>
        </p:txBody>
      </p:sp>
      <p:sp>
        <p:nvSpPr>
          <p:cNvPr id="9" name="Tijdelijke aanduiding voor tekst 8">
            <a:extLst>
              <a:ext uri="{FF2B5EF4-FFF2-40B4-BE49-F238E27FC236}">
                <a16:creationId xmlns:a16="http://schemas.microsoft.com/office/drawing/2014/main" id="{101021A2-75E4-2FC3-69BF-06F162412E42}"/>
              </a:ext>
            </a:extLst>
          </p:cNvPr>
          <p:cNvSpPr>
            <a:spLocks noGrp="1"/>
          </p:cNvSpPr>
          <p:nvPr>
            <p:ph type="body" sz="quarter" idx="11" hasCustomPrompt="1"/>
          </p:nvPr>
        </p:nvSpPr>
        <p:spPr>
          <a:xfrm>
            <a:off x="695325" y="1628775"/>
            <a:ext cx="7920038"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afbeelding 6">
            <a:extLst>
              <a:ext uri="{FF2B5EF4-FFF2-40B4-BE49-F238E27FC236}">
                <a16:creationId xmlns:a16="http://schemas.microsoft.com/office/drawing/2014/main" id="{641B913F-D70F-C349-39F4-912A69759B6D}"/>
              </a:ext>
            </a:extLst>
          </p:cNvPr>
          <p:cNvSpPr>
            <a:spLocks noGrp="1"/>
          </p:cNvSpPr>
          <p:nvPr>
            <p:ph type="pic" sz="quarter" idx="10" hasCustomPrompt="1"/>
          </p:nvPr>
        </p:nvSpPr>
        <p:spPr>
          <a:xfrm>
            <a:off x="8975725" y="1628775"/>
            <a:ext cx="3216276" cy="2376488"/>
          </a:xfrm>
          <a:noFill/>
        </p:spPr>
        <p:txBody>
          <a:bodyPr lIns="72000" tIns="72000" rIns="72000" bIns="72000">
            <a:normAutofit/>
          </a:bodyPr>
          <a:lstStyle>
            <a:lvl1pPr marL="0" indent="0">
              <a:buNone/>
              <a:defRPr sz="1200"/>
            </a:lvl1pPr>
          </a:lstStyle>
          <a:p>
            <a:r>
              <a:rPr lang="nl-NL"/>
              <a:t>Denk aan de alt-tekst! Misschien is de afbeelding echt alleen maar decoratief, maar soms draagt een afbeelding bij aan de sfeer en dan is het wel zo aardig om die ook aan te bieden aan je collega of klant die dat niet kan zien.</a:t>
            </a:r>
          </a:p>
        </p:txBody>
      </p:sp>
      <p:sp>
        <p:nvSpPr>
          <p:cNvPr id="4" name="Tijdelijke aanduiding voor afbeelding 3">
            <a:extLst>
              <a:ext uri="{FF2B5EF4-FFF2-40B4-BE49-F238E27FC236}">
                <a16:creationId xmlns:a16="http://schemas.microsoft.com/office/drawing/2014/main" id="{850C704E-1506-0B51-C15B-D395F50B94D9}"/>
              </a:ext>
            </a:extLst>
          </p:cNvPr>
          <p:cNvSpPr>
            <a:spLocks noGrp="1"/>
          </p:cNvSpPr>
          <p:nvPr>
            <p:ph type="pic" sz="quarter" idx="12" hasCustomPrompt="1"/>
          </p:nvPr>
        </p:nvSpPr>
        <p:spPr>
          <a:xfrm>
            <a:off x="8975726" y="4113213"/>
            <a:ext cx="3216274" cy="2376488"/>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Tx/>
              <a:buNone/>
              <a:tabLst/>
              <a:defRPr sz="1200"/>
            </a:lvl1pPr>
          </a:lstStyle>
          <a:p>
            <a:pPr marL="0" marR="0" lvl="0" indent="0" algn="l" defTabSz="914400" rtl="0" eaLnBrk="1" fontAlgn="auto" latinLnBrk="0" hangingPunct="1">
              <a:lnSpc>
                <a:spcPct val="90000"/>
              </a:lnSpc>
              <a:spcBef>
                <a:spcPts val="1200"/>
              </a:spcBef>
              <a:spcAft>
                <a:spcPts val="0"/>
              </a:spcAft>
              <a:buClrTx/>
              <a:buSzTx/>
              <a:buFontTx/>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p:txBody>
      </p:sp>
    </p:spTree>
    <p:extLst>
      <p:ext uri="{BB962C8B-B14F-4D97-AF65-F5344CB8AC3E}">
        <p14:creationId xmlns:p14="http://schemas.microsoft.com/office/powerpoint/2010/main" val="3583865726"/>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5654" userDrawn="1">
          <p15:clr>
            <a:srgbClr val="FBAE40"/>
          </p15:clr>
        </p15:guide>
        <p15:guide id="5" pos="5427" userDrawn="1">
          <p15:clr>
            <a:srgbClr val="FBAE40"/>
          </p15:clr>
        </p15:guide>
        <p15:guide id="6" orient="horz" pos="232" userDrawn="1">
          <p15:clr>
            <a:srgbClr val="FBAE40"/>
          </p15:clr>
        </p15:guide>
        <p15:guide id="7" orient="horz" pos="856" userDrawn="1">
          <p15:clr>
            <a:srgbClr val="FBAE40"/>
          </p15:clr>
        </p15:guide>
        <p15:guide id="8" orient="horz" pos="1026" userDrawn="1">
          <p15:clr>
            <a:srgbClr val="FBAE40"/>
          </p15:clr>
        </p15:guide>
        <p15:guide id="9" orient="horz" pos="4088" userDrawn="1">
          <p15:clr>
            <a:srgbClr val="FBAE40"/>
          </p15:clr>
        </p15:guide>
        <p15:guide id="10" orient="horz" pos="2557" userDrawn="1">
          <p15:clr>
            <a:srgbClr val="FBAE40"/>
          </p15:clr>
        </p15:guide>
        <p15:guide id="11" orient="horz" pos="2523" userDrawn="1">
          <p15:clr>
            <a:srgbClr val="FBAE40"/>
          </p15:clr>
        </p15:guide>
        <p15:guide id="12" orient="horz" pos="2591"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malle afbeelding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2D73A6-6EB6-D125-4DBC-F62BAFE882D4}"/>
              </a:ext>
            </a:extLst>
          </p:cNvPr>
          <p:cNvSpPr>
            <a:spLocks noGrp="1"/>
          </p:cNvSpPr>
          <p:nvPr>
            <p:ph type="title" hasCustomPrompt="1"/>
          </p:nvPr>
        </p:nvSpPr>
        <p:spPr>
          <a:xfrm>
            <a:off x="695325" y="2663826"/>
            <a:ext cx="7921625" cy="1530350"/>
          </a:xfrm>
        </p:spPr>
        <p:txBody>
          <a:bodyPr anchor="ctr"/>
          <a:lstStyle>
            <a:lvl1pPr>
              <a:defRPr/>
            </a:lvl1pPr>
          </a:lstStyle>
          <a:p>
            <a:r>
              <a:rPr lang="nl-NL"/>
              <a:t>Kop2 naast smalle foto, zonder tekst erbij</a:t>
            </a:r>
          </a:p>
        </p:txBody>
      </p:sp>
      <p:sp>
        <p:nvSpPr>
          <p:cNvPr id="7" name="Tijdelijke aanduiding voor afbeelding 6">
            <a:extLst>
              <a:ext uri="{FF2B5EF4-FFF2-40B4-BE49-F238E27FC236}">
                <a16:creationId xmlns:a16="http://schemas.microsoft.com/office/drawing/2014/main" id="{46B14899-9C0A-52AB-8C27-F8839E0EFE03}"/>
              </a:ext>
            </a:extLst>
          </p:cNvPr>
          <p:cNvSpPr>
            <a:spLocks noGrp="1"/>
          </p:cNvSpPr>
          <p:nvPr>
            <p:ph type="pic" sz="quarter" idx="13" hasCustomPrompt="1"/>
          </p:nvPr>
        </p:nvSpPr>
        <p:spPr>
          <a:xfrm>
            <a:off x="8975725" y="1133475"/>
            <a:ext cx="3216275" cy="4591049"/>
          </a:xfrm>
        </p:spPr>
        <p:txBody>
          <a:bodyPr lIns="72000" tIns="72000" rIns="72000" bIns="72000"/>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400"/>
            </a:lvl1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Denk aan de alt-tekst! Misschien is de afbeelding echt alleen maar decoratief, maar soms draagt een afbeelding bij aan de sfeer en dan is het wel zo aardig om die ook aan te bieden aan je collega of klant die dat niet kan zien.</a:t>
            </a:r>
          </a:p>
          <a:p>
            <a:endParaRPr lang="nl-NL"/>
          </a:p>
        </p:txBody>
      </p:sp>
    </p:spTree>
    <p:extLst>
      <p:ext uri="{BB962C8B-B14F-4D97-AF65-F5344CB8AC3E}">
        <p14:creationId xmlns:p14="http://schemas.microsoft.com/office/powerpoint/2010/main" val="346987014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232" userDrawn="1">
          <p15:clr>
            <a:srgbClr val="FBAE40"/>
          </p15:clr>
        </p15:guide>
        <p15:guide id="5" orient="horz" pos="4088" userDrawn="1">
          <p15:clr>
            <a:srgbClr val="FBAE40"/>
          </p15:clr>
        </p15:guide>
        <p15:guide id="6" orient="horz" pos="1196" userDrawn="1">
          <p15:clr>
            <a:srgbClr val="FBAE40"/>
          </p15:clr>
        </p15:guide>
        <p15:guide id="7" orient="horz" pos="3124" userDrawn="1">
          <p15:clr>
            <a:srgbClr val="FBAE40"/>
          </p15:clr>
        </p15:guide>
        <p15:guide id="8" orient="horz" pos="714" userDrawn="1">
          <p15:clr>
            <a:srgbClr val="FBAE40"/>
          </p15:clr>
        </p15:guide>
        <p15:guide id="9" pos="5654" userDrawn="1">
          <p15:clr>
            <a:srgbClr val="FBAE40"/>
          </p15:clr>
        </p15:guide>
        <p15:guide id="10" pos="5428" userDrawn="1">
          <p15:clr>
            <a:srgbClr val="FBAE40"/>
          </p15:clr>
        </p15:guide>
        <p15:guide id="11" orient="horz" pos="3606" userDrawn="1">
          <p15:clr>
            <a:srgbClr val="FBAE40"/>
          </p15:clr>
        </p15:guide>
        <p15:guide id="12" orient="horz" pos="2642" userDrawn="1">
          <p15:clr>
            <a:srgbClr val="FBAE40"/>
          </p15:clr>
        </p15:guide>
        <p15:guide id="13" orient="horz" pos="167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Video met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9EF6638-5947-43DA-5A77-B3B9CC1326F3}"/>
              </a:ext>
            </a:extLst>
          </p:cNvPr>
          <p:cNvSpPr>
            <a:spLocks noGrp="1"/>
          </p:cNvSpPr>
          <p:nvPr>
            <p:ph type="title" hasCustomPrompt="1"/>
          </p:nvPr>
        </p:nvSpPr>
        <p:spPr>
          <a:xfrm>
            <a:off x="695326" y="2168525"/>
            <a:ext cx="4860924" cy="2520950"/>
          </a:xfrm>
        </p:spPr>
        <p:txBody>
          <a:bodyPr anchor="ctr"/>
          <a:lstStyle>
            <a:lvl1pPr>
              <a:defRPr/>
            </a:lvl1pPr>
          </a:lstStyle>
          <a:p>
            <a:r>
              <a:rPr lang="nl-NL"/>
              <a:t>Kop2 bij video. Zonder tekst. Gebruik je ook tekst, kies dan de andere variant.</a:t>
            </a:r>
          </a:p>
        </p:txBody>
      </p:sp>
      <p:sp>
        <p:nvSpPr>
          <p:cNvPr id="7" name="Tijdelijke aanduiding voor media 6">
            <a:extLst>
              <a:ext uri="{FF2B5EF4-FFF2-40B4-BE49-F238E27FC236}">
                <a16:creationId xmlns:a16="http://schemas.microsoft.com/office/drawing/2014/main" id="{751431AA-948D-A348-E3D6-D98D40CE6894}"/>
              </a:ext>
            </a:extLst>
          </p:cNvPr>
          <p:cNvSpPr>
            <a:spLocks noGrp="1"/>
          </p:cNvSpPr>
          <p:nvPr>
            <p:ph type="media" sz="quarter" idx="13"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het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zelf gemakkelijk langs bewegen of je noemt het gewoon naar je publiek. Voor mensen die later terugkijken of de PDF van een presentatie lezen kan zo’n extra slide het verschil maken!</a:t>
            </a:r>
          </a:p>
        </p:txBody>
      </p:sp>
    </p:spTree>
    <p:extLst>
      <p:ext uri="{BB962C8B-B14F-4D97-AF65-F5344CB8AC3E}">
        <p14:creationId xmlns:p14="http://schemas.microsoft.com/office/powerpoint/2010/main" val="25107512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3500" userDrawn="1">
          <p15:clr>
            <a:srgbClr val="FBAE40"/>
          </p15:clr>
        </p15:guide>
        <p15:guide id="5" orient="horz" pos="1366" userDrawn="1">
          <p15:clr>
            <a:srgbClr val="FBAE40"/>
          </p15:clr>
        </p15:guide>
        <p15:guide id="6" orient="horz" pos="2954"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titel en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211597-5C24-F7C1-8817-4FE0977E8FD5}"/>
              </a:ext>
            </a:extLst>
          </p:cNvPr>
          <p:cNvSpPr>
            <a:spLocks noGrp="1"/>
          </p:cNvSpPr>
          <p:nvPr>
            <p:ph type="title" hasCustomPrompt="1"/>
          </p:nvPr>
        </p:nvSpPr>
        <p:spPr>
          <a:xfrm>
            <a:off x="695326" y="368301"/>
            <a:ext cx="4860924" cy="990598"/>
          </a:xfrm>
        </p:spPr>
        <p:txBody>
          <a:bodyPr/>
          <a:lstStyle>
            <a:lvl1pPr>
              <a:defRPr/>
            </a:lvl1pPr>
          </a:lstStyle>
          <a:p>
            <a:r>
              <a:rPr lang="nl-NL"/>
              <a:t>Kop2 bij video. Met tekst naast de video.</a:t>
            </a:r>
          </a:p>
        </p:txBody>
      </p:sp>
      <p:sp>
        <p:nvSpPr>
          <p:cNvPr id="9" name="Tijdelijke aanduiding voor tekst 8">
            <a:extLst>
              <a:ext uri="{FF2B5EF4-FFF2-40B4-BE49-F238E27FC236}">
                <a16:creationId xmlns:a16="http://schemas.microsoft.com/office/drawing/2014/main" id="{57271119-9F4F-BF0E-4B2D-DF603B0CA4EF}"/>
              </a:ext>
            </a:extLst>
          </p:cNvPr>
          <p:cNvSpPr>
            <a:spLocks noGrp="1"/>
          </p:cNvSpPr>
          <p:nvPr>
            <p:ph type="body" sz="quarter" idx="11" hasCustomPrompt="1"/>
          </p:nvPr>
        </p:nvSpPr>
        <p:spPr>
          <a:xfrm>
            <a:off x="695032" y="1628774"/>
            <a:ext cx="4861218" cy="4860925"/>
          </a:xfrm>
        </p:spPr>
        <p:txBody>
          <a:bodyPr/>
          <a:lstStyle>
            <a:lvl1pPr marL="228600" marR="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Tekst kleiner of groter maken? Selecteer alle tekst en klik Ctrl-Shift plus of min. Of ga naar tabblad Start, klik in Lettertype op A^ of Aˇ.</a:t>
            </a:r>
          </a:p>
        </p:txBody>
      </p:sp>
      <p:sp>
        <p:nvSpPr>
          <p:cNvPr id="7" name="Tijdelijke aanduiding voor media 6">
            <a:extLst>
              <a:ext uri="{FF2B5EF4-FFF2-40B4-BE49-F238E27FC236}">
                <a16:creationId xmlns:a16="http://schemas.microsoft.com/office/drawing/2014/main" id="{D2FC4F54-6242-832E-9B21-59154D7BDE9E}"/>
              </a:ext>
            </a:extLst>
          </p:cNvPr>
          <p:cNvSpPr>
            <a:spLocks noGrp="1"/>
          </p:cNvSpPr>
          <p:nvPr>
            <p:ph type="media" sz="quarter" idx="10" hasCustomPrompt="1"/>
          </p:nvPr>
        </p:nvSpPr>
        <p:spPr>
          <a:xfrm>
            <a:off x="6096000" y="0"/>
            <a:ext cx="6096000" cy="6858000"/>
          </a:xfrm>
        </p:spPr>
        <p:txBody>
          <a:bodyPr lIns="72000" tIns="72000" rIns="72000" bIns="72000"/>
          <a:lstStyle>
            <a:lvl1pPr marL="0" indent="0">
              <a:buNone/>
              <a:defRPr sz="1400"/>
            </a:lvl1pPr>
          </a:lstStyle>
          <a:p>
            <a:br>
              <a:rPr lang="nl-NL"/>
            </a:br>
            <a:r>
              <a:rPr lang="nl-NL"/>
              <a:t>Geef je video een alt-tekst, net zoals bij afbeeldingen. Klik met je rechtermuisknop op dit vak nadat je de video hebt geplaatst.</a:t>
            </a:r>
            <a:br>
              <a:rPr lang="nl-NL"/>
            </a:br>
            <a:r>
              <a:rPr lang="nl-NL"/>
              <a:t>Denk om de ondertiteling en zo nodig een beschrijving van wat er te zien is. Gebruik zo nodig een extra slide na deze om de gesproken tekst en beschrijving van het beeld uit te werken en aan te bieden aan collega’s of derden die de video niet goed kunnen zien en/of horen.</a:t>
            </a:r>
            <a:br>
              <a:rPr lang="nl-NL"/>
            </a:br>
            <a:r>
              <a:rPr lang="nl-NL"/>
              <a:t>In een presentatie kun je daar gemakkelijk langs bewegen of je noemt het gewoon naar je publiek. Voor mensen die later terugkijken of de PDF van een presentatie lezen kan zo’n extra slide het verschil maken!</a:t>
            </a:r>
            <a:br>
              <a:rPr lang="nl-NL"/>
            </a:br>
            <a:endParaRPr lang="nl-NL"/>
          </a:p>
        </p:txBody>
      </p:sp>
    </p:spTree>
    <p:extLst>
      <p:ext uri="{BB962C8B-B14F-4D97-AF65-F5344CB8AC3E}">
        <p14:creationId xmlns:p14="http://schemas.microsoft.com/office/powerpoint/2010/main" val="1405276697"/>
      </p:ext>
    </p:extLst>
  </p:cSld>
  <p:clrMapOvr>
    <a:masterClrMapping/>
  </p:clrMapOvr>
  <p:extLst>
    <p:ext uri="{DCECCB84-F9BA-43D5-87BE-67443E8EF086}">
      <p15:sldGuideLst xmlns:p15="http://schemas.microsoft.com/office/powerpoint/2012/main">
        <p15:guide id="1" orient="horz" pos="4088" userDrawn="1">
          <p15:clr>
            <a:srgbClr val="FBAE40"/>
          </p15:clr>
        </p15:guide>
        <p15:guide id="2" pos="3840" userDrawn="1">
          <p15:clr>
            <a:srgbClr val="FBAE40"/>
          </p15:clr>
        </p15:guide>
        <p15:guide id="3" orient="horz" pos="232" userDrawn="1">
          <p15:clr>
            <a:srgbClr val="FBAE40"/>
          </p15:clr>
        </p15:guide>
        <p15:guide id="4" pos="438" userDrawn="1">
          <p15:clr>
            <a:srgbClr val="FBAE40"/>
          </p15:clr>
        </p15:guide>
        <p15:guide id="5" pos="3500" userDrawn="1">
          <p15:clr>
            <a:srgbClr val="FBAE40"/>
          </p15:clr>
        </p15:guide>
        <p15:guide id="6" orient="horz" pos="856" userDrawn="1">
          <p15:clr>
            <a:srgbClr val="FBAE40"/>
          </p15:clr>
        </p15:guide>
        <p15:guide id="7" orient="horz" pos="1026"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CD69C5-E76A-E5BD-71FE-F8E6FF15C751}"/>
              </a:ext>
            </a:extLst>
          </p:cNvPr>
          <p:cNvSpPr>
            <a:spLocks noGrp="1"/>
          </p:cNvSpPr>
          <p:nvPr>
            <p:ph type="title" hasCustomPrompt="1"/>
          </p:nvPr>
        </p:nvSpPr>
        <p:spPr>
          <a:xfrm>
            <a:off x="695325" y="368300"/>
            <a:ext cx="4860925" cy="990600"/>
          </a:xfrm>
        </p:spPr>
        <p:txBody>
          <a:bodyPr anchor="b"/>
          <a:lstStyle>
            <a:lvl1pPr>
              <a:defRPr sz="3200"/>
            </a:lvl1pPr>
          </a:lstStyle>
          <a:p>
            <a:r>
              <a:rPr lang="nl-NL"/>
              <a:t>Kop2 bij grafiek, tabel of zo</a:t>
            </a:r>
          </a:p>
        </p:txBody>
      </p:sp>
      <p:sp>
        <p:nvSpPr>
          <p:cNvPr id="4" name="Tijdelijke aanduiding voor tekst 3">
            <a:extLst>
              <a:ext uri="{FF2B5EF4-FFF2-40B4-BE49-F238E27FC236}">
                <a16:creationId xmlns:a16="http://schemas.microsoft.com/office/drawing/2014/main" id="{96678632-C9CB-98BA-FC91-412EC762946C}"/>
              </a:ext>
            </a:extLst>
          </p:cNvPr>
          <p:cNvSpPr>
            <a:spLocks noGrp="1"/>
          </p:cNvSpPr>
          <p:nvPr>
            <p:ph type="body" sz="half" idx="2" hasCustomPrompt="1"/>
          </p:nvPr>
        </p:nvSpPr>
        <p:spPr>
          <a:xfrm>
            <a:off x="695325" y="1628775"/>
            <a:ext cx="4860925" cy="4860925"/>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lang="nl-NL"/>
              <a:t>Deze slide is niet bedoeld voor, alleen tekst, een afbeelding of video aan de rechterkant. Daar is een andere slide voor. Deze is voor alle andere dingen die daar niet in passen.</a:t>
            </a:r>
            <a:br>
              <a:rPr lang="nl-NL"/>
            </a:br>
            <a:br>
              <a:rPr lang="nl-NL"/>
            </a:br>
            <a:r>
              <a:rPr lang="nl-NL"/>
              <a:t>Tekst kleiner of groter maken? Selecteer alle tekst en klik Ctrl-Shift plus of min. Of ga naar tabblad Start, klik in Lettertype op A^ of Aˇ.</a:t>
            </a:r>
          </a:p>
        </p:txBody>
      </p:sp>
      <p:sp>
        <p:nvSpPr>
          <p:cNvPr id="3" name="Tijdelijke aanduiding voor inhoud 2">
            <a:extLst>
              <a:ext uri="{FF2B5EF4-FFF2-40B4-BE49-F238E27FC236}">
                <a16:creationId xmlns:a16="http://schemas.microsoft.com/office/drawing/2014/main" id="{BCD9EA49-5124-147F-9C01-280C5BB01E9D}"/>
              </a:ext>
            </a:extLst>
          </p:cNvPr>
          <p:cNvSpPr>
            <a:spLocks noGrp="1"/>
          </p:cNvSpPr>
          <p:nvPr>
            <p:ph idx="1" hasCustomPrompt="1"/>
          </p:nvPr>
        </p:nvSpPr>
        <p:spPr>
          <a:xfrm>
            <a:off x="6096000" y="0"/>
            <a:ext cx="6096000" cy="6857999"/>
          </a:xfrm>
        </p:spPr>
        <p:txBody>
          <a:bodyPr/>
          <a:lstStyle>
            <a:lvl1pPr marL="0" indent="0">
              <a:buNone/>
              <a:defRPr sz="1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br>
              <a:rPr lang="nl-NL"/>
            </a:br>
            <a:br>
              <a:rPr lang="nl-NL"/>
            </a:br>
            <a:r>
              <a:rPr lang="nl-NL"/>
              <a:t>Grafiek plaatsen? Geef dit vak daarna een alt-tekst met je rechtermuisknop. Anders komt je grafiek als afbeelding zonder alt-tekst in de PDF te staan en dat wil je niet.</a:t>
            </a:r>
            <a:br>
              <a:rPr lang="nl-NL"/>
            </a:br>
            <a:r>
              <a:rPr lang="nl-NL"/>
              <a:t>Lees de uitleg over tabellen of grafieken voordat je ermee aan de slag gaat. Er zijn andere slides voor teksten in twee helften van de slide.</a:t>
            </a:r>
          </a:p>
        </p:txBody>
      </p:sp>
    </p:spTree>
    <p:extLst>
      <p:ext uri="{BB962C8B-B14F-4D97-AF65-F5344CB8AC3E}">
        <p14:creationId xmlns:p14="http://schemas.microsoft.com/office/powerpoint/2010/main" val="24675411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500" userDrawn="1">
          <p15:clr>
            <a:srgbClr val="FBAE40"/>
          </p15:clr>
        </p15:guide>
        <p15:guide id="3" pos="438" userDrawn="1">
          <p15:clr>
            <a:srgbClr val="FBAE40"/>
          </p15:clr>
        </p15:guide>
        <p15:guide id="4" orient="horz" pos="856" userDrawn="1">
          <p15:clr>
            <a:srgbClr val="FBAE40"/>
          </p15:clr>
        </p15:guide>
        <p15:guide id="5" orient="horz" pos="232" userDrawn="1">
          <p15:clr>
            <a:srgbClr val="FBAE40"/>
          </p15:clr>
        </p15:guide>
        <p15:guide id="6" orient="horz" pos="4088" userDrawn="1">
          <p15:clr>
            <a:srgbClr val="FBAE40"/>
          </p15:clr>
        </p15:guide>
        <p15:guide id="7" orient="horz" pos="1026"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ccessibility Gam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CDBC3F-4EA0-44B3-DFD8-FA9AE1A42FE3}"/>
              </a:ext>
            </a:extLst>
          </p:cNvPr>
          <p:cNvSpPr>
            <a:spLocks noGrp="1"/>
          </p:cNvSpPr>
          <p:nvPr>
            <p:ph type="title" hasCustomPrompt="1"/>
          </p:nvPr>
        </p:nvSpPr>
        <p:spPr>
          <a:xfrm>
            <a:off x="695325" y="368300"/>
            <a:ext cx="10801349" cy="990600"/>
          </a:xfrm>
        </p:spPr>
        <p:txBody>
          <a:bodyPr/>
          <a:lstStyle>
            <a:lvl1pPr>
              <a:defRPr/>
            </a:lvl1pPr>
          </a:lstStyle>
          <a:p>
            <a:r>
              <a:rPr lang="nl-NL"/>
              <a:t>Kop2: Zelf invullen: Speel de Accessibility Game!</a:t>
            </a:r>
          </a:p>
        </p:txBody>
      </p:sp>
      <p:sp>
        <p:nvSpPr>
          <p:cNvPr id="3" name="Tijdelijke aanduiding voor tekst 2">
            <a:extLst>
              <a:ext uri="{FF2B5EF4-FFF2-40B4-BE49-F238E27FC236}">
                <a16:creationId xmlns:a16="http://schemas.microsoft.com/office/drawing/2014/main" id="{3F87079D-C3F5-EB7C-C1D1-FDE224FDC277}"/>
              </a:ext>
            </a:extLst>
          </p:cNvPr>
          <p:cNvSpPr>
            <a:spLocks noGrp="1"/>
          </p:cNvSpPr>
          <p:nvPr>
            <p:ph type="body" idx="1" hasCustomPrompt="1"/>
          </p:nvPr>
        </p:nvSpPr>
        <p:spPr>
          <a:xfrm>
            <a:off x="876300" y="1628775"/>
            <a:ext cx="10439401" cy="630238"/>
          </a:xfrm>
        </p:spPr>
        <p:txBody>
          <a:bodyPr anchor="ct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Zelf typen, niet plakken, want ontoegankelijk: www.accessibilitygame.nl</a:t>
            </a:r>
          </a:p>
        </p:txBody>
      </p:sp>
      <p:sp>
        <p:nvSpPr>
          <p:cNvPr id="4" name="Tijdelijke aanduiding voor inhoud 3">
            <a:extLst>
              <a:ext uri="{FF2B5EF4-FFF2-40B4-BE49-F238E27FC236}">
                <a16:creationId xmlns:a16="http://schemas.microsoft.com/office/drawing/2014/main" id="{D510E2BB-7A7A-DE47-DA22-D276E15D8A14}"/>
              </a:ext>
            </a:extLst>
          </p:cNvPr>
          <p:cNvSpPr>
            <a:spLocks noGrp="1"/>
          </p:cNvSpPr>
          <p:nvPr>
            <p:ph sz="half" idx="2" hasCustomPrompt="1"/>
          </p:nvPr>
        </p:nvSpPr>
        <p:spPr>
          <a:xfrm>
            <a:off x="876300" y="2438400"/>
            <a:ext cx="5040314" cy="3509963"/>
          </a:xfrm>
        </p:spPr>
        <p:txBody>
          <a:bodyPr/>
          <a:lstStyle>
            <a:lvl1pPr marL="0" marR="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sz="1800"/>
            </a:lvl1pPr>
            <a:lvl4pPr marL="743400" indent="0">
              <a:buNone/>
              <a:defRPr/>
            </a:lvl4pPr>
            <a:lvl5pPr marL="995400" indent="0">
              <a:buNone/>
              <a:defRPr/>
            </a:lvl5pPr>
          </a:lstStyle>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r>
              <a:rPr lang="nl-NL"/>
              <a:t>Zelf invullen (tekst staat in sjablonenmap onder PowerPoint-sjabloon-2025): Welkom bij de Accessibility Game, waarbij je gaat ervaren hoe het is om een computer, tablet of telefoon te gebruiken voor mensen met een beperking.</a:t>
            </a:r>
            <a:br>
              <a:rPr lang="nl-NL"/>
            </a:br>
            <a:r>
              <a:rPr lang="nl-NL"/>
              <a:t>In ieder level wordt er een andere beperking gesimuleerd. Zo ervaar je bijvoorbeeld een visuele of een cognitieve beperking. Elk level bevat ook een korte uitleg over wat ontwerpers en programmeurs kunnen doen om de ervaring voor mensen met deze beperking beter te maken.</a:t>
            </a:r>
          </a:p>
          <a:p>
            <a:pPr marL="228600" marR="0" lvl="0" indent="-228600" algn="l" defTabSz="914400" rtl="0" eaLnBrk="1" fontAlgn="auto" latinLnBrk="0" hangingPunct="1">
              <a:lnSpc>
                <a:spcPct val="90000"/>
              </a:lnSpc>
              <a:spcBef>
                <a:spcPts val="1200"/>
              </a:spcBef>
              <a:spcAft>
                <a:spcPts val="0"/>
              </a:spcAft>
              <a:buClrTx/>
              <a:buSzTx/>
              <a:buFont typeface="Arial" panose="020B0604020202020204" pitchFamily="34" charset="0"/>
              <a:buChar char="•"/>
              <a:tabLst/>
              <a:defRPr/>
            </a:pPr>
            <a:endParaRPr lang="nl-NL"/>
          </a:p>
        </p:txBody>
      </p:sp>
      <p:pic>
        <p:nvPicPr>
          <p:cNvPr id="9" name="Afbeelding 8">
            <a:extLst>
              <a:ext uri="{FF2B5EF4-FFF2-40B4-BE49-F238E27FC236}">
                <a16:creationId xmlns:a16="http://schemas.microsoft.com/office/drawing/2014/main" id="{62D7D37A-B427-08DA-08B7-25C63B30DE0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75389" y="2427028"/>
            <a:ext cx="5040311" cy="3509963"/>
          </a:xfrm>
          <a:prstGeom prst="rect">
            <a:avLst/>
          </a:prstGeom>
        </p:spPr>
      </p:pic>
      <p:sp>
        <p:nvSpPr>
          <p:cNvPr id="14" name="Tijdelijke aanduiding voor tekst 13">
            <a:extLst>
              <a:ext uri="{FF2B5EF4-FFF2-40B4-BE49-F238E27FC236}">
                <a16:creationId xmlns:a16="http://schemas.microsoft.com/office/drawing/2014/main" id="{A5BA6428-7A77-5D06-0287-4C6940F911E3}"/>
              </a:ext>
            </a:extLst>
          </p:cNvPr>
          <p:cNvSpPr>
            <a:spLocks noGrp="1"/>
          </p:cNvSpPr>
          <p:nvPr>
            <p:ph type="body" sz="quarter" idx="13" hasCustomPrompt="1"/>
          </p:nvPr>
        </p:nvSpPr>
        <p:spPr>
          <a:xfrm>
            <a:off x="3198019" y="6129338"/>
            <a:ext cx="5795962" cy="539750"/>
          </a:xfrm>
        </p:spPr>
        <p:txBody>
          <a:bodyPr anchor="ctr" anchorCtr="0"/>
          <a:lstStyle>
            <a:lvl1pPr algn="ctr">
              <a:buNone/>
              <a:defRPr sz="1800">
                <a:solidFill>
                  <a:schemeClr val="accent1"/>
                </a:solidFill>
              </a:defRPr>
            </a:lvl1pPr>
          </a:lstStyle>
          <a:p>
            <a:pPr lvl="0"/>
            <a:r>
              <a:rPr lang="nl-NL"/>
              <a:t>Zelf invullen: Gemaakt door Stichting Accessibility</a:t>
            </a:r>
          </a:p>
        </p:txBody>
      </p:sp>
    </p:spTree>
    <p:extLst>
      <p:ext uri="{BB962C8B-B14F-4D97-AF65-F5344CB8AC3E}">
        <p14:creationId xmlns:p14="http://schemas.microsoft.com/office/powerpoint/2010/main" val="3399647652"/>
      </p:ext>
    </p:extLst>
  </p:cSld>
  <p:clrMapOvr>
    <a:masterClrMapping/>
  </p:clrMapOvr>
  <p:extLst>
    <p:ext uri="{DCECCB84-F9BA-43D5-87BE-67443E8EF086}">
      <p15:sldGuideLst xmlns:p15="http://schemas.microsoft.com/office/powerpoint/2012/main">
        <p15:guide id="2" pos="3840" userDrawn="1">
          <p15:clr>
            <a:srgbClr val="FBAE40"/>
          </p15:clr>
        </p15:guide>
        <p15:guide id="3" pos="438" userDrawn="1">
          <p15:clr>
            <a:srgbClr val="FBAE40"/>
          </p15:clr>
        </p15:guide>
        <p15:guide id="4" pos="7242" userDrawn="1">
          <p15:clr>
            <a:srgbClr val="FBAE40"/>
          </p15:clr>
        </p15:guide>
        <p15:guide id="5" pos="7128" userDrawn="1">
          <p15:clr>
            <a:srgbClr val="FBAE40"/>
          </p15:clr>
        </p15:guide>
        <p15:guide id="6" pos="552" userDrawn="1">
          <p15:clr>
            <a:srgbClr val="FBAE40"/>
          </p15:clr>
        </p15:guide>
        <p15:guide id="7" orient="horz" pos="232" userDrawn="1">
          <p15:clr>
            <a:srgbClr val="FBAE40"/>
          </p15:clr>
        </p15:guide>
        <p15:guide id="8" orient="horz" pos="856" userDrawn="1">
          <p15:clr>
            <a:srgbClr val="FBAE40"/>
          </p15:clr>
        </p15:guide>
        <p15:guide id="12" orient="horz" pos="4201" userDrawn="1">
          <p15:clr>
            <a:srgbClr val="FBAE40"/>
          </p15:clr>
        </p15:guide>
        <p15:guide id="13" orient="horz" pos="3861" userDrawn="1">
          <p15:clr>
            <a:srgbClr val="FBAE40"/>
          </p15:clr>
        </p15:guide>
        <p15:guide id="14" orient="horz" pos="3747" userDrawn="1">
          <p15:clr>
            <a:srgbClr val="FBAE40"/>
          </p15:clr>
        </p15:guide>
        <p15:guide id="15" pos="3727" userDrawn="1">
          <p15:clr>
            <a:srgbClr val="FBAE40"/>
          </p15:clr>
        </p15:guide>
        <p15:guide id="17" pos="3953" userDrawn="1">
          <p15:clr>
            <a:srgbClr val="FBAE40"/>
          </p15:clr>
        </p15:guide>
        <p15:guide id="18" orient="horz" pos="1026" userDrawn="1">
          <p15:clr>
            <a:srgbClr val="FBAE40"/>
          </p15:clr>
        </p15:guide>
        <p15:guide id="19" orient="horz" pos="1423" userDrawn="1">
          <p15:clr>
            <a:srgbClr val="FBAE40"/>
          </p15:clr>
        </p15:guide>
        <p15:guide id="20" orient="horz" pos="1536"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7603BE-58A0-4984-8F42-5CCCCB2114D0}"/>
              </a:ext>
            </a:extLst>
          </p:cNvPr>
          <p:cNvSpPr>
            <a:spLocks noGrp="1"/>
          </p:cNvSpPr>
          <p:nvPr>
            <p:ph type="title"/>
          </p:nvPr>
        </p:nvSpPr>
        <p:spPr/>
        <p:txBody>
          <a:bodyPr/>
          <a:lstStyle/>
          <a:p>
            <a:r>
              <a:rPr lang="nl-NL"/>
              <a:t>Klik om stijl te bewerken</a:t>
            </a:r>
          </a:p>
        </p:txBody>
      </p:sp>
      <p:sp>
        <p:nvSpPr>
          <p:cNvPr id="5" name="Tijdelijke aanduiding voor dianummer 4">
            <a:extLst>
              <a:ext uri="{FF2B5EF4-FFF2-40B4-BE49-F238E27FC236}">
                <a16:creationId xmlns:a16="http://schemas.microsoft.com/office/drawing/2014/main" id="{7EFC038C-D6A6-41E6-BF50-8B834074B931}"/>
              </a:ext>
            </a:extLst>
          </p:cNvPr>
          <p:cNvSpPr>
            <a:spLocks noGrp="1"/>
          </p:cNvSpPr>
          <p:nvPr>
            <p:ph type="sldNum" sz="quarter" idx="12"/>
          </p:nvPr>
        </p:nvSpPr>
        <p:spPr/>
        <p:txBody>
          <a:bodyPr/>
          <a:lstStyle/>
          <a:p>
            <a:fld id="{C300B898-51E3-47C9-86FC-BCC74C80B2D5}" type="slidenum">
              <a:rPr lang="nl-NL" smtClean="0"/>
              <a:t>‹#›</a:t>
            </a:fld>
            <a:endParaRPr lang="nl-NL"/>
          </a:p>
        </p:txBody>
      </p:sp>
    </p:spTree>
    <p:extLst>
      <p:ext uri="{BB962C8B-B14F-4D97-AF65-F5344CB8AC3E}">
        <p14:creationId xmlns:p14="http://schemas.microsoft.com/office/powerpoint/2010/main" val="354914153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12E84781-A203-DA27-09F9-428F48A2F2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0"/>
              </a:ext>
            </a:extLst>
          </a:blip>
          <a:stretch>
            <a:fillRect/>
          </a:stretch>
        </p:blipFill>
        <p:spPr>
          <a:xfrm>
            <a:off x="9505950" y="6129338"/>
            <a:ext cx="1809750" cy="514350"/>
          </a:xfrm>
          <a:prstGeom prst="rect">
            <a:avLst/>
          </a:prstGeom>
        </p:spPr>
      </p:pic>
      <p:sp>
        <p:nvSpPr>
          <p:cNvPr id="2" name="Tijdelijke aanduiding voor titel 1">
            <a:extLst>
              <a:ext uri="{FF2B5EF4-FFF2-40B4-BE49-F238E27FC236}">
                <a16:creationId xmlns:a16="http://schemas.microsoft.com/office/drawing/2014/main" id="{A356C26E-7CAE-E5C2-0354-DC2C65E95334}"/>
              </a:ext>
            </a:extLst>
          </p:cNvPr>
          <p:cNvSpPr>
            <a:spLocks noGrp="1"/>
          </p:cNvSpPr>
          <p:nvPr>
            <p:ph type="title"/>
          </p:nvPr>
        </p:nvSpPr>
        <p:spPr>
          <a:xfrm>
            <a:off x="695324" y="368300"/>
            <a:ext cx="10801351" cy="990600"/>
          </a:xfrm>
          <a:prstGeom prst="rect">
            <a:avLst/>
          </a:prstGeom>
        </p:spPr>
        <p:txBody>
          <a:bodyPr vert="horz" lIns="0" tIns="0" rIns="0" bIns="0" rtlCol="0" anchor="b">
            <a:noAutofit/>
          </a:bodyPr>
          <a:lstStyle/>
          <a:p>
            <a:r>
              <a:rPr lang="nl-NL"/>
              <a:t>Elke toegankelijke slide hoort een titel te hebben die als kop 1 of 2 functioneert</a:t>
            </a:r>
          </a:p>
        </p:txBody>
      </p:sp>
      <p:sp>
        <p:nvSpPr>
          <p:cNvPr id="3" name="Tijdelijke aanduiding voor tekst 2">
            <a:extLst>
              <a:ext uri="{FF2B5EF4-FFF2-40B4-BE49-F238E27FC236}">
                <a16:creationId xmlns:a16="http://schemas.microsoft.com/office/drawing/2014/main" id="{B0D3BBC0-E74E-B90F-4FDD-5DBC64139A21}"/>
              </a:ext>
            </a:extLst>
          </p:cNvPr>
          <p:cNvSpPr>
            <a:spLocks noGrp="1"/>
          </p:cNvSpPr>
          <p:nvPr>
            <p:ph type="body" idx="1"/>
          </p:nvPr>
        </p:nvSpPr>
        <p:spPr>
          <a:xfrm>
            <a:off x="876300" y="1628775"/>
            <a:ext cx="10439400" cy="4319588"/>
          </a:xfrm>
          <a:prstGeom prst="rect">
            <a:avLst/>
          </a:prstGeom>
        </p:spPr>
        <p:txBody>
          <a:bodyPr vert="horz" lIns="0" tIns="0" rIns="0" bIns="0" rtlCol="0">
            <a:noAutofit/>
          </a:bodyPr>
          <a:lstStyle/>
          <a:p>
            <a:pPr lvl="0"/>
            <a:r>
              <a:rPr lang="nl-NL"/>
              <a:t>Eerste niveau</a:t>
            </a:r>
          </a:p>
          <a:p>
            <a:pPr lvl="1"/>
            <a:r>
              <a:rPr lang="nl-NL"/>
              <a:t>Tweede niveau</a:t>
            </a:r>
          </a:p>
          <a:p>
            <a:pPr lvl="2"/>
            <a:r>
              <a:rPr lang="nl-NL"/>
              <a:t>Derde niveau</a:t>
            </a:r>
          </a:p>
        </p:txBody>
      </p:sp>
      <p:sp>
        <p:nvSpPr>
          <p:cNvPr id="6" name="Tijdelijke aanduiding voor dianummer 5">
            <a:extLst>
              <a:ext uri="{FF2B5EF4-FFF2-40B4-BE49-F238E27FC236}">
                <a16:creationId xmlns:a16="http://schemas.microsoft.com/office/drawing/2014/main" id="{AD4482A2-23CE-FF94-17E9-30A105F398BC}"/>
              </a:ext>
            </a:extLst>
          </p:cNvPr>
          <p:cNvSpPr>
            <a:spLocks noGrp="1"/>
          </p:cNvSpPr>
          <p:nvPr>
            <p:ph type="sldNum" sz="quarter" idx="4"/>
          </p:nvPr>
        </p:nvSpPr>
        <p:spPr>
          <a:xfrm>
            <a:off x="876300" y="6129338"/>
            <a:ext cx="809700" cy="544449"/>
          </a:xfrm>
          <a:prstGeom prst="rect">
            <a:avLst/>
          </a:prstGeom>
        </p:spPr>
        <p:txBody>
          <a:bodyPr vert="horz" lIns="0" tIns="0" rIns="0" bIns="0" rtlCol="0" anchor="ctr"/>
          <a:lstStyle>
            <a:lvl1pPr algn="ctr">
              <a:defRPr sz="1200">
                <a:solidFill>
                  <a:schemeClr val="tx1"/>
                </a:solidFill>
              </a:defRPr>
            </a:lvl1pPr>
          </a:lstStyle>
          <a:p>
            <a:fld id="{DEFE328E-F6CA-472B-AF3D-A9535D35AB21}" type="slidenum">
              <a:rPr lang="nl-NL" smtClean="0"/>
              <a:pPr/>
              <a:t>‹#›</a:t>
            </a:fld>
            <a:endParaRPr lang="nl-NL"/>
          </a:p>
        </p:txBody>
      </p:sp>
      <p:sp>
        <p:nvSpPr>
          <p:cNvPr id="4" name="Tijdelijke aanduiding voor datum 3">
            <a:extLst>
              <a:ext uri="{FF2B5EF4-FFF2-40B4-BE49-F238E27FC236}">
                <a16:creationId xmlns:a16="http://schemas.microsoft.com/office/drawing/2014/main" id="{D6223AC1-3EBE-481C-B910-1B9A07CA3E9D}"/>
              </a:ext>
            </a:extLst>
          </p:cNvPr>
          <p:cNvSpPr>
            <a:spLocks noGrp="1"/>
          </p:cNvSpPr>
          <p:nvPr>
            <p:ph type="dt" sz="half" idx="2"/>
          </p:nvPr>
        </p:nvSpPr>
        <p:spPr>
          <a:xfrm>
            <a:off x="1956137" y="6140035"/>
            <a:ext cx="990000" cy="529053"/>
          </a:xfrm>
          <a:prstGeom prst="rect">
            <a:avLst/>
          </a:prstGeom>
        </p:spPr>
        <p:txBody>
          <a:bodyPr vert="horz" lIns="0" tIns="0" rIns="0" bIns="0" rtlCol="0" anchor="ctr"/>
          <a:lstStyle>
            <a:lvl1pPr algn="ctr">
              <a:defRPr sz="1200">
                <a:solidFill>
                  <a:schemeClr val="tx1"/>
                </a:solidFill>
              </a:defRPr>
            </a:lvl1pPr>
          </a:lstStyle>
          <a:p>
            <a:fld id="{6B15B19B-6315-44A6-8FCB-33619B7DCB07}" type="datetime1">
              <a:rPr lang="nl-NL" smtClean="0"/>
              <a:pPr/>
              <a:t>8-6-2026</a:t>
            </a:fld>
            <a:endParaRPr lang="nl-NL"/>
          </a:p>
        </p:txBody>
      </p:sp>
      <p:sp>
        <p:nvSpPr>
          <p:cNvPr id="5" name="Tijdelijke aanduiding voor voettekst 4">
            <a:extLst>
              <a:ext uri="{FF2B5EF4-FFF2-40B4-BE49-F238E27FC236}">
                <a16:creationId xmlns:a16="http://schemas.microsoft.com/office/drawing/2014/main" id="{2C7996AC-C829-31AD-207D-372C988DE50E}"/>
              </a:ext>
            </a:extLst>
          </p:cNvPr>
          <p:cNvSpPr>
            <a:spLocks noGrp="1"/>
          </p:cNvSpPr>
          <p:nvPr>
            <p:ph type="ftr" sz="quarter" idx="3"/>
          </p:nvPr>
        </p:nvSpPr>
        <p:spPr>
          <a:xfrm>
            <a:off x="3216275" y="6129338"/>
            <a:ext cx="5759450" cy="539750"/>
          </a:xfrm>
          <a:prstGeom prst="rect">
            <a:avLst/>
          </a:prstGeom>
        </p:spPr>
        <p:txBody>
          <a:bodyPr vert="horz" lIns="0" tIns="0" rIns="0" bIns="0" rtlCol="0" anchor="ctr"/>
          <a:lstStyle>
            <a:lvl1pPr algn="ctr">
              <a:defRPr sz="1200">
                <a:solidFill>
                  <a:schemeClr val="tx1"/>
                </a:solidFill>
              </a:defRPr>
            </a:lvl1pPr>
          </a:lstStyle>
          <a:p>
            <a:endParaRPr lang="nl-NL"/>
          </a:p>
        </p:txBody>
      </p:sp>
    </p:spTree>
    <p:extLst>
      <p:ext uri="{BB962C8B-B14F-4D97-AF65-F5344CB8AC3E}">
        <p14:creationId xmlns:p14="http://schemas.microsoft.com/office/powerpoint/2010/main" val="3965110603"/>
      </p:ext>
    </p:extLst>
  </p:cSld>
  <p:clrMap bg1="lt1" tx1="dk1" bg2="lt2" tx2="dk2" accent1="accent1" accent2="accent2" accent3="accent3" accent4="accent4" accent5="accent5" accent6="accent6" hlink="hlink" folHlink="folHlink"/>
  <p:sldLayoutIdLst>
    <p:sldLayoutId id="2147483684" r:id="rId1"/>
    <p:sldLayoutId id="2147483686" r:id="rId2"/>
    <p:sldLayoutId id="2147483713" r:id="rId3"/>
    <p:sldLayoutId id="2147483687" r:id="rId4"/>
    <p:sldLayoutId id="2147483688" r:id="rId5"/>
    <p:sldLayoutId id="2147483689" r:id="rId6"/>
    <p:sldLayoutId id="2147483649" r:id="rId7"/>
    <p:sldLayoutId id="2147483660" r:id="rId8"/>
    <p:sldLayoutId id="2147483661" r:id="rId9"/>
    <p:sldLayoutId id="2147483662" r:id="rId10"/>
    <p:sldLayoutId id="2147483663" r:id="rId11"/>
    <p:sldLayoutId id="2147483683" r:id="rId12"/>
    <p:sldLayoutId id="2147483650" r:id="rId13"/>
    <p:sldLayoutId id="2147483669" r:id="rId14"/>
    <p:sldLayoutId id="2147483668" r:id="rId15"/>
    <p:sldLayoutId id="2147483652" r:id="rId16"/>
    <p:sldLayoutId id="2147483653" r:id="rId17"/>
    <p:sldLayoutId id="2147483651" r:id="rId18"/>
    <p:sldLayoutId id="2147483664" r:id="rId19"/>
    <p:sldLayoutId id="2147483665" r:id="rId20"/>
    <p:sldLayoutId id="2147483666" r:id="rId21"/>
    <p:sldLayoutId id="2147483667" r:id="rId22"/>
    <p:sldLayoutId id="2147483710" r:id="rId23"/>
    <p:sldLayoutId id="2147483670" r:id="rId24"/>
    <p:sldLayoutId id="2147483714" r:id="rId25"/>
    <p:sldLayoutId id="2147483715" r:id="rId26"/>
    <p:sldLayoutId id="2147483716" r:id="rId27"/>
    <p:sldLayoutId id="2147483717" r:id="rId28"/>
    <p:sldLayoutId id="2147483718" r:id="rId29"/>
    <p:sldLayoutId id="2147483719" r:id="rId30"/>
    <p:sldLayoutId id="2147483697" r:id="rId31"/>
    <p:sldLayoutId id="2147483698" r:id="rId32"/>
    <p:sldLayoutId id="2147483696" r:id="rId33"/>
    <p:sldLayoutId id="2147483672" r:id="rId34"/>
    <p:sldLayoutId id="2147483671" r:id="rId35"/>
    <p:sldLayoutId id="2147483690" r:id="rId36"/>
    <p:sldLayoutId id="2147483705" r:id="rId37"/>
    <p:sldLayoutId id="2147483691" r:id="rId38"/>
    <p:sldLayoutId id="2147483692" r:id="rId39"/>
    <p:sldLayoutId id="2147483694" r:id="rId40"/>
    <p:sldLayoutId id="2147483693" r:id="rId41"/>
    <p:sldLayoutId id="2147483695" r:id="rId42"/>
    <p:sldLayoutId id="2147483707" r:id="rId43"/>
    <p:sldLayoutId id="2147483708" r:id="rId44"/>
    <p:sldLayoutId id="2147483709" r:id="rId45"/>
    <p:sldLayoutId id="2147483677" r:id="rId46"/>
    <p:sldLayoutId id="2147483678" r:id="rId47"/>
    <p:sldLayoutId id="2147483679" r:id="rId48"/>
    <p:sldLayoutId id="2147483680" r:id="rId49"/>
    <p:sldLayoutId id="2147483681" r:id="rId50"/>
    <p:sldLayoutId id="2147483675" r:id="rId51"/>
    <p:sldLayoutId id="2147483682" r:id="rId52"/>
    <p:sldLayoutId id="2147483676" r:id="rId53"/>
    <p:sldLayoutId id="2147483673" r:id="rId54"/>
    <p:sldLayoutId id="2147483674" r:id="rId55"/>
    <p:sldLayoutId id="2147483656" r:id="rId56"/>
    <p:sldLayoutId id="2147483712" r:id="rId57"/>
    <p:sldLayoutId id="2147483720" r:id="rId58"/>
  </p:sldLayoutIdLst>
  <p:hf sldNum="0" hdr="0" ftr="0"/>
  <p:txStyles>
    <p:titleStyle>
      <a:lvl1pPr algn="l" defTabSz="914400" rtl="0" eaLnBrk="1" latinLnBrk="0" hangingPunct="1">
        <a:lnSpc>
          <a:spcPct val="90000"/>
        </a:lnSpc>
        <a:spcBef>
          <a:spcPct val="0"/>
        </a:spcBef>
        <a:buNone/>
        <a:defRPr sz="3600" kern="12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400" kern="1200">
          <a:solidFill>
            <a:schemeClr val="tx1"/>
          </a:solidFill>
          <a:latin typeface="+mn-lt"/>
          <a:ea typeface="+mn-ea"/>
          <a:cs typeface="+mn-cs"/>
        </a:defRPr>
      </a:lvl1pPr>
      <a:lvl2pPr marL="46800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200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3pPr>
      <a:lvl4pPr marL="972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4pPr>
      <a:lvl5pPr marL="12240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projecttic@accessiblity.nl"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6.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3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32.xml"/><Relationship Id="rId5" Type="http://schemas.openxmlformats.org/officeDocument/2006/relationships/image" Target="../media/image26.jpeg"/><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58.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6.xml"/><Relationship Id="rId1" Type="http://schemas.openxmlformats.org/officeDocument/2006/relationships/video" Target="https://www.youtube.com/embed/jFJd2EYC8XY?feature=oembed" TargetMode="External"/><Relationship Id="rId4" Type="http://schemas.openxmlformats.org/officeDocument/2006/relationships/image" Target="../media/image34.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3" Type="http://schemas.openxmlformats.org/officeDocument/2006/relationships/hyperlink" Target="https://www.accessibility.nl/code-inclusief-digitaal-ontwerpen" TargetMode="External"/><Relationship Id="rId7" Type="http://schemas.openxmlformats.org/officeDocument/2006/relationships/hyperlink" Target="http://www.accessibility.nl/" TargetMode="External"/><Relationship Id="rId2" Type="http://schemas.openxmlformats.org/officeDocument/2006/relationships/notesSlide" Target="../notesSlides/notesSlide29.xml"/><Relationship Id="rId1" Type="http://schemas.openxmlformats.org/officeDocument/2006/relationships/slideLayout" Target="../slideLayouts/slideLayout13.xml"/><Relationship Id="rId6" Type="http://schemas.openxmlformats.org/officeDocument/2006/relationships/hyperlink" Target="https://www.gebruikercentraal.nl/videopagina/videoreeks-inclusief-gebruikersonderzoek-deel-3-hoe/" TargetMode="External"/><Relationship Id="rId5" Type="http://schemas.openxmlformats.org/officeDocument/2006/relationships/hyperlink" Target="https://www.gebruikercentraal.nl/videopagina/videoreeks-inclusief-gebruikersonderzoek-deel-2-voor-wie-en-met-wie/" TargetMode="External"/><Relationship Id="rId4" Type="http://schemas.openxmlformats.org/officeDocument/2006/relationships/hyperlink" Target="https://www.gebruikercentraal.nl/videopagina/videoreeks-inclusief-gebruikersonderzoek-deel-1-waarom/"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776DC3-8E5E-6385-66E9-A1EF943A0755}"/>
              </a:ext>
            </a:extLst>
          </p:cNvPr>
          <p:cNvSpPr>
            <a:spLocks noGrp="1"/>
          </p:cNvSpPr>
          <p:nvPr>
            <p:ph type="title"/>
          </p:nvPr>
        </p:nvSpPr>
        <p:spPr>
          <a:xfrm>
            <a:off x="695325" y="368300"/>
            <a:ext cx="10801350" cy="330200"/>
          </a:xfrm>
        </p:spPr>
        <p:txBody>
          <a:bodyPr/>
          <a:lstStyle/>
          <a:p>
            <a:r>
              <a:rPr lang="nl-NL"/>
              <a:t>Uitleg voor docenten </a:t>
            </a:r>
          </a:p>
        </p:txBody>
      </p:sp>
      <p:sp>
        <p:nvSpPr>
          <p:cNvPr id="3" name="Tijdelijke aanduiding voor inhoud 2">
            <a:extLst>
              <a:ext uri="{FF2B5EF4-FFF2-40B4-BE49-F238E27FC236}">
                <a16:creationId xmlns:a16="http://schemas.microsoft.com/office/drawing/2014/main" id="{4CFC34A2-E0BF-9407-5849-2CDD48E6051A}"/>
              </a:ext>
            </a:extLst>
          </p:cNvPr>
          <p:cNvSpPr>
            <a:spLocks noGrp="1"/>
          </p:cNvSpPr>
          <p:nvPr>
            <p:ph idx="1"/>
          </p:nvPr>
        </p:nvSpPr>
        <p:spPr>
          <a:xfrm>
            <a:off x="355601" y="977899"/>
            <a:ext cx="11658600" cy="4902201"/>
          </a:xfrm>
        </p:spPr>
        <p:txBody>
          <a:bodyPr/>
          <a:lstStyle/>
          <a:p>
            <a:pPr marL="0" indent="0">
              <a:buNone/>
            </a:pPr>
            <a:r>
              <a:rPr lang="nl-NL" sz="1600" b="1"/>
              <a:t>Wat fijn dat je met je studenten aan de slag gaat met inclusief ontwerp! </a:t>
            </a:r>
          </a:p>
          <a:p>
            <a:pPr marL="0" indent="0">
              <a:buNone/>
            </a:pPr>
            <a:r>
              <a:rPr lang="nl-NL" sz="1600"/>
              <a:t>Lees onderstaande aandachtspunten voordat je de presentatie gebruikt.</a:t>
            </a:r>
          </a:p>
          <a:p>
            <a:pPr marL="0" indent="0">
              <a:buNone/>
            </a:pPr>
            <a:r>
              <a:rPr lang="nl-NL" sz="1600"/>
              <a:t>1. Ervaringsdeskundige</a:t>
            </a:r>
          </a:p>
          <a:p>
            <a:pPr marL="0" indent="0">
              <a:buNone/>
            </a:pPr>
            <a:r>
              <a:rPr lang="nl-NL" sz="1600"/>
              <a:t>Deze presentatie bevat een moment voor een demo door een ervaringsdeskundige. Plan vooraf een gast in die met een schermlezer werkt, zoals NVDA of </a:t>
            </a:r>
            <a:r>
              <a:rPr lang="nl-NL" sz="1600" err="1"/>
              <a:t>VoiceOver</a:t>
            </a:r>
            <a:r>
              <a:rPr lang="nl-NL" sz="1600"/>
              <a:t>, en reserveer hiervoor 20-30 minuten. </a:t>
            </a:r>
          </a:p>
          <a:p>
            <a:pPr marL="0" indent="0">
              <a:buNone/>
            </a:pPr>
            <a:r>
              <a:rPr lang="nl-NL" sz="1600"/>
              <a:t>Laat bijvoorbeeld zien hoe iemand:</a:t>
            </a:r>
          </a:p>
          <a:p>
            <a:r>
              <a:rPr lang="nl-NL" sz="1600"/>
              <a:t>een product zoekt en in een webwinkel in het winkelmandje plaatst, of</a:t>
            </a:r>
          </a:p>
          <a:p>
            <a:r>
              <a:rPr lang="nl-NL" sz="1600"/>
              <a:t>op een gemeentelijke website een afspraak maakt (zonder persoonlijke gegevens in te vullen).</a:t>
            </a:r>
          </a:p>
          <a:p>
            <a:pPr marL="0" indent="0">
              <a:buNone/>
            </a:pPr>
            <a:r>
              <a:rPr lang="nl-NL" sz="1600"/>
              <a:t>Zo ervaren studenten direct hoe belangrijk goede toetsenbordnavigatie en correcte (semantische) code zijn.</a:t>
            </a:r>
          </a:p>
          <a:p>
            <a:pPr marL="0" indent="0">
              <a:buNone/>
            </a:pPr>
            <a:r>
              <a:rPr lang="nl-NL" sz="1600"/>
              <a:t>2. Gebruik van de slides</a:t>
            </a:r>
          </a:p>
          <a:p>
            <a:pPr marL="0" indent="0">
              <a:buNone/>
            </a:pPr>
            <a:r>
              <a:rPr lang="nl-NL" sz="1600"/>
              <a:t>De slides zijn een basis. Pas ze gerust aan: voeg eigen voorbeelden toe, sla slides over of bouw extra tijd in voor vragen en gesprek.</a:t>
            </a:r>
          </a:p>
          <a:p>
            <a:pPr marL="0" indent="0">
              <a:buNone/>
            </a:pPr>
            <a:r>
              <a:rPr lang="nl-NL" sz="1600"/>
              <a:t>3. Vragen of feedback</a:t>
            </a:r>
          </a:p>
          <a:p>
            <a:pPr marL="0" indent="0">
              <a:buNone/>
            </a:pPr>
            <a:r>
              <a:rPr lang="nl-NL" sz="1600"/>
              <a:t>Mis je informatie in deze presentatie, of heb je opmerkingen? Laat het ons gerust weten. Stuur een bericht naar:  </a:t>
            </a:r>
            <a:r>
              <a:rPr lang="nl-NL" sz="1600">
                <a:hlinkClick r:id="rId3"/>
              </a:rPr>
              <a:t>projecttic@accessiblity.nl</a:t>
            </a:r>
            <a:endParaRPr lang="nl-NL" sz="1600"/>
          </a:p>
          <a:p>
            <a:pPr marL="0" indent="0">
              <a:buNone/>
            </a:pPr>
            <a:endParaRPr lang="nl-NL" sz="1200"/>
          </a:p>
        </p:txBody>
      </p:sp>
      <p:sp>
        <p:nvSpPr>
          <p:cNvPr id="5" name="Tekstvak 4">
            <a:extLst>
              <a:ext uri="{FF2B5EF4-FFF2-40B4-BE49-F238E27FC236}">
                <a16:creationId xmlns:a16="http://schemas.microsoft.com/office/drawing/2014/main" id="{D4B9A96D-7109-F607-B062-258C93EDB0ED}"/>
              </a:ext>
            </a:extLst>
          </p:cNvPr>
          <p:cNvSpPr txBox="1"/>
          <p:nvPr/>
        </p:nvSpPr>
        <p:spPr>
          <a:xfrm>
            <a:off x="593725" y="5969001"/>
            <a:ext cx="7416800" cy="400110"/>
          </a:xfrm>
          <a:prstGeom prst="rect">
            <a:avLst/>
          </a:prstGeom>
          <a:noFill/>
        </p:spPr>
        <p:txBody>
          <a:bodyPr wrap="square">
            <a:spAutoFit/>
          </a:bodyPr>
          <a:lstStyle/>
          <a:p>
            <a:r>
              <a:rPr lang="nl-NL" sz="2000">
                <a:solidFill>
                  <a:srgbClr val="FF0000"/>
                </a:solidFill>
              </a:rPr>
              <a:t>Deze slide niet gebruiken in een presentatie </a:t>
            </a:r>
          </a:p>
        </p:txBody>
      </p:sp>
    </p:spTree>
    <p:extLst>
      <p:ext uri="{BB962C8B-B14F-4D97-AF65-F5344CB8AC3E}">
        <p14:creationId xmlns:p14="http://schemas.microsoft.com/office/powerpoint/2010/main" val="2689497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7E8332-F38D-52DC-73A9-338BA103550F}"/>
              </a:ext>
            </a:extLst>
          </p:cNvPr>
          <p:cNvSpPr>
            <a:spLocks noGrp="1"/>
          </p:cNvSpPr>
          <p:nvPr>
            <p:ph type="ctrTitle"/>
          </p:nvPr>
        </p:nvSpPr>
        <p:spPr/>
        <p:txBody>
          <a:bodyPr/>
          <a:lstStyle/>
          <a:p>
            <a:r>
              <a:rPr lang="nl-NL"/>
              <a:t>Toegankelijkheid &amp; Inclusief Ontwerpen</a:t>
            </a:r>
          </a:p>
        </p:txBody>
      </p:sp>
      <p:sp>
        <p:nvSpPr>
          <p:cNvPr id="3" name="Ondertitel 2">
            <a:extLst>
              <a:ext uri="{FF2B5EF4-FFF2-40B4-BE49-F238E27FC236}">
                <a16:creationId xmlns:a16="http://schemas.microsoft.com/office/drawing/2014/main" id="{1EEE1E35-044A-B932-9320-4E4B2AE336AF}"/>
              </a:ext>
            </a:extLst>
          </p:cNvPr>
          <p:cNvSpPr>
            <a:spLocks noGrp="1"/>
          </p:cNvSpPr>
          <p:nvPr>
            <p:ph type="subTitle" idx="1"/>
          </p:nvPr>
        </p:nvSpPr>
        <p:spPr/>
        <p:txBody>
          <a:bodyPr/>
          <a:lstStyle/>
          <a:p>
            <a:r>
              <a:rPr lang="nl-NL"/>
              <a:t>Introductie</a:t>
            </a:r>
          </a:p>
        </p:txBody>
      </p:sp>
      <p:pic>
        <p:nvPicPr>
          <p:cNvPr id="8" name="Tijdelijke aanduiding voor afbeelding 7" descr="Logo Accessiblity, onderdeel van Batiméus">
            <a:extLst>
              <a:ext uri="{FF2B5EF4-FFF2-40B4-BE49-F238E27FC236}">
                <a16:creationId xmlns:a16="http://schemas.microsoft.com/office/drawing/2014/main" id="{A1A5C82B-7247-3BE7-6D7A-09E4496B24E3}"/>
              </a:ext>
            </a:extLst>
          </p:cNvPr>
          <p:cNvPicPr>
            <a:picLocks noGrp="1" noChangeAspect="1"/>
          </p:cNvPicPr>
          <p:nvPr>
            <p:ph type="pic" sz="quarter" idx="10"/>
          </p:nvPr>
        </p:nvPicPr>
        <p:blipFill>
          <a:blip>
            <a:extLst>
              <a:ext uri="{96DAC541-7B7A-43D3-8B79-37D633B846F1}">
                <asvg:svgBlip xmlns:asvg="http://schemas.microsoft.com/office/drawing/2016/SVG/main" r:embed="rId3"/>
              </a:ext>
            </a:extLst>
          </a:blip>
          <a:srcRect t="620" b="620"/>
          <a:stretch>
            <a:fillRect/>
          </a:stretch>
        </p:blipFill>
        <p:spPr/>
      </p:pic>
    </p:spTree>
    <p:extLst>
      <p:ext uri="{BB962C8B-B14F-4D97-AF65-F5344CB8AC3E}">
        <p14:creationId xmlns:p14="http://schemas.microsoft.com/office/powerpoint/2010/main" val="3976433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20A1C3-2BAC-1B28-F73D-D5E631E8C784}"/>
              </a:ext>
            </a:extLst>
          </p:cNvPr>
          <p:cNvSpPr>
            <a:spLocks noGrp="1"/>
          </p:cNvSpPr>
          <p:nvPr>
            <p:ph type="title"/>
          </p:nvPr>
        </p:nvSpPr>
        <p:spPr>
          <a:xfrm>
            <a:off x="695325" y="368301"/>
            <a:ext cx="4860926" cy="612427"/>
          </a:xfrm>
        </p:spPr>
        <p:txBody>
          <a:bodyPr/>
          <a:lstStyle/>
          <a:p>
            <a:r>
              <a:rPr lang="nl-NL"/>
              <a:t>Programma</a:t>
            </a:r>
          </a:p>
        </p:txBody>
      </p:sp>
      <p:sp>
        <p:nvSpPr>
          <p:cNvPr id="3" name="Tijdelijke aanduiding voor tekst 2">
            <a:extLst>
              <a:ext uri="{FF2B5EF4-FFF2-40B4-BE49-F238E27FC236}">
                <a16:creationId xmlns:a16="http://schemas.microsoft.com/office/drawing/2014/main" id="{A130C9D9-85C6-7B85-3019-0D94DC55882E}"/>
              </a:ext>
            </a:extLst>
          </p:cNvPr>
          <p:cNvSpPr>
            <a:spLocks noGrp="1"/>
          </p:cNvSpPr>
          <p:nvPr>
            <p:ph type="body" sz="quarter" idx="14"/>
          </p:nvPr>
        </p:nvSpPr>
        <p:spPr>
          <a:xfrm>
            <a:off x="695325" y="1196752"/>
            <a:ext cx="4860926" cy="4932907"/>
          </a:xfrm>
        </p:spPr>
        <p:txBody>
          <a:bodyPr/>
          <a:lstStyle/>
          <a:p>
            <a:pPr marL="0" indent="0">
              <a:lnSpc>
                <a:spcPct val="100000"/>
              </a:lnSpc>
              <a:buNone/>
            </a:pPr>
            <a:r>
              <a:rPr lang="nl-NL"/>
              <a:t>Deel 1</a:t>
            </a:r>
          </a:p>
          <a:p>
            <a:pPr>
              <a:lnSpc>
                <a:spcPct val="100000"/>
              </a:lnSpc>
            </a:pPr>
            <a:r>
              <a:rPr lang="nl-NL"/>
              <a:t>Ervaringsdeskundige aan het woord</a:t>
            </a:r>
          </a:p>
          <a:p>
            <a:pPr marL="0" indent="0">
              <a:lnSpc>
                <a:spcPct val="100000"/>
              </a:lnSpc>
              <a:buNone/>
            </a:pPr>
            <a:r>
              <a:rPr lang="nl-NL"/>
              <a:t>Deel 2</a:t>
            </a:r>
          </a:p>
          <a:p>
            <a:pPr>
              <a:lnSpc>
                <a:spcPct val="100000"/>
              </a:lnSpc>
            </a:pPr>
            <a:r>
              <a:rPr lang="nl-NL"/>
              <a:t>Inclusief ontwerp</a:t>
            </a:r>
          </a:p>
          <a:p>
            <a:pPr>
              <a:lnSpc>
                <a:spcPct val="100000"/>
              </a:lnSpc>
            </a:pPr>
            <a:r>
              <a:rPr lang="nl-NL"/>
              <a:t>Tips &amp; tricks inclusief onderzoek</a:t>
            </a:r>
          </a:p>
          <a:p>
            <a:pPr>
              <a:lnSpc>
                <a:spcPct val="100000"/>
              </a:lnSpc>
            </a:pPr>
            <a:r>
              <a:rPr lang="nl-NL"/>
              <a:t>Afronden en evaluatie </a:t>
            </a:r>
          </a:p>
        </p:txBody>
      </p:sp>
    </p:spTree>
    <p:extLst>
      <p:ext uri="{BB962C8B-B14F-4D97-AF65-F5344CB8AC3E}">
        <p14:creationId xmlns:p14="http://schemas.microsoft.com/office/powerpoint/2010/main" val="2963097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E85D08-799F-5EBF-3303-C08099DE0F78}"/>
              </a:ext>
            </a:extLst>
          </p:cNvPr>
          <p:cNvSpPr>
            <a:spLocks noGrp="1"/>
          </p:cNvSpPr>
          <p:nvPr>
            <p:ph type="title"/>
          </p:nvPr>
        </p:nvSpPr>
        <p:spPr/>
        <p:txBody>
          <a:bodyPr/>
          <a:lstStyle/>
          <a:p>
            <a:r>
              <a:rPr lang="nl-NL"/>
              <a:t>Sprekers</a:t>
            </a:r>
          </a:p>
        </p:txBody>
      </p:sp>
      <p:sp>
        <p:nvSpPr>
          <p:cNvPr id="3" name="Tijdelijke aanduiding voor tekst 2">
            <a:extLst>
              <a:ext uri="{FF2B5EF4-FFF2-40B4-BE49-F238E27FC236}">
                <a16:creationId xmlns:a16="http://schemas.microsoft.com/office/drawing/2014/main" id="{FD86EF9D-53C7-5FAC-36A9-6031534CB854}"/>
              </a:ext>
            </a:extLst>
          </p:cNvPr>
          <p:cNvSpPr>
            <a:spLocks noGrp="1"/>
          </p:cNvSpPr>
          <p:nvPr>
            <p:ph type="body" sz="quarter" idx="14"/>
          </p:nvPr>
        </p:nvSpPr>
        <p:spPr/>
        <p:txBody>
          <a:bodyPr/>
          <a:lstStyle/>
          <a:p>
            <a:pPr marL="0" indent="0">
              <a:buNone/>
            </a:pPr>
            <a:r>
              <a:rPr lang="nl-NL"/>
              <a:t>[Naam]</a:t>
            </a:r>
          </a:p>
          <a:p>
            <a:pPr marL="0" indent="0">
              <a:buNone/>
            </a:pPr>
            <a:r>
              <a:rPr lang="nl-NL"/>
              <a:t>[Rol]</a:t>
            </a:r>
          </a:p>
          <a:p>
            <a:pPr marL="0" indent="0">
              <a:buNone/>
            </a:pPr>
            <a:r>
              <a:rPr lang="nl-NL"/>
              <a:t>[Kernexpertise of vakgebied]</a:t>
            </a:r>
          </a:p>
          <a:p>
            <a:pPr marL="0" indent="0">
              <a:buNone/>
            </a:pPr>
            <a:endParaRPr lang="nl-NL"/>
          </a:p>
          <a:p>
            <a:pPr marL="0" indent="0">
              <a:buNone/>
            </a:pPr>
            <a:r>
              <a:rPr lang="nl-NL"/>
              <a:t>[Naam]</a:t>
            </a:r>
          </a:p>
          <a:p>
            <a:pPr marL="0" indent="0">
              <a:buNone/>
            </a:pPr>
            <a:r>
              <a:rPr lang="nl-NL"/>
              <a:t>[Rol]</a:t>
            </a:r>
          </a:p>
          <a:p>
            <a:pPr marL="0" indent="0">
              <a:buNone/>
            </a:pPr>
            <a:r>
              <a:rPr lang="nl-NL"/>
              <a:t>[Kernexpertise of vakgebied]</a:t>
            </a:r>
          </a:p>
          <a:p>
            <a:endParaRPr lang="nl-NL"/>
          </a:p>
        </p:txBody>
      </p:sp>
    </p:spTree>
    <p:extLst>
      <p:ext uri="{BB962C8B-B14F-4D97-AF65-F5344CB8AC3E}">
        <p14:creationId xmlns:p14="http://schemas.microsoft.com/office/powerpoint/2010/main" val="2077394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75E1C6-86F6-331B-8F45-D13453A722CA}"/>
              </a:ext>
            </a:extLst>
          </p:cNvPr>
          <p:cNvSpPr>
            <a:spLocks noGrp="1"/>
          </p:cNvSpPr>
          <p:nvPr>
            <p:ph type="title"/>
          </p:nvPr>
        </p:nvSpPr>
        <p:spPr/>
        <p:txBody>
          <a:bodyPr/>
          <a:lstStyle/>
          <a:p>
            <a:r>
              <a:rPr lang="nl-NL"/>
              <a:t>Demo </a:t>
            </a:r>
          </a:p>
        </p:txBody>
      </p:sp>
      <p:sp>
        <p:nvSpPr>
          <p:cNvPr id="3" name="Tijdelijke aanduiding voor tekst 2">
            <a:extLst>
              <a:ext uri="{FF2B5EF4-FFF2-40B4-BE49-F238E27FC236}">
                <a16:creationId xmlns:a16="http://schemas.microsoft.com/office/drawing/2014/main" id="{47B8FD73-B5FC-6052-FB1F-EB546E6E45DA}"/>
              </a:ext>
            </a:extLst>
          </p:cNvPr>
          <p:cNvSpPr>
            <a:spLocks noGrp="1"/>
          </p:cNvSpPr>
          <p:nvPr>
            <p:ph type="body" idx="1"/>
          </p:nvPr>
        </p:nvSpPr>
        <p:spPr/>
        <p:txBody>
          <a:bodyPr/>
          <a:lstStyle/>
          <a:p>
            <a:r>
              <a:rPr lang="nl-NL"/>
              <a:t>Ervaar de digitale wereld met [naam ervaringsdeskundige]</a:t>
            </a:r>
          </a:p>
        </p:txBody>
      </p:sp>
      <p:pic>
        <p:nvPicPr>
          <p:cNvPr id="5" name="Tijdelijke aanduiding voor afbeelding 7" descr="Logo Accessiblity, onderdeel van Batiméus">
            <a:extLst>
              <a:ext uri="{FF2B5EF4-FFF2-40B4-BE49-F238E27FC236}">
                <a16:creationId xmlns:a16="http://schemas.microsoft.com/office/drawing/2014/main" id="{4C45DE6D-3EBF-413A-A690-6C84965F19C7}"/>
              </a:ext>
            </a:extLst>
          </p:cNvPr>
          <p:cNvPicPr>
            <a:picLocks noGrp="1" noChangeAspect="1"/>
          </p:cNvPicPr>
          <p:nvPr>
            <p:ph type="pic" sz="quarter" idx="10"/>
          </p:nvPr>
        </p:nvPicPr>
        <p:blipFill>
          <a:blip>
            <a:extLst>
              <a:ext uri="{96DAC541-7B7A-43D3-8B79-37D633B846F1}">
                <asvg:svgBlip xmlns:asvg="http://schemas.microsoft.com/office/drawing/2016/SVG/main" r:embed="rId3"/>
              </a:ext>
            </a:extLst>
          </a:blip>
          <a:srcRect t="620" b="620"/>
          <a:stretch>
            <a:fillRect/>
          </a:stretch>
        </p:blipFill>
        <p:spPr>
          <a:xfrm>
            <a:off x="8940800" y="6092825"/>
            <a:ext cx="2914650" cy="649288"/>
          </a:xfrm>
        </p:spPr>
      </p:pic>
    </p:spTree>
    <p:extLst>
      <p:ext uri="{BB962C8B-B14F-4D97-AF65-F5344CB8AC3E}">
        <p14:creationId xmlns:p14="http://schemas.microsoft.com/office/powerpoint/2010/main" val="1728310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D04D31-D445-1DCB-67D9-A9B5795F6BAC}"/>
              </a:ext>
            </a:extLst>
          </p:cNvPr>
          <p:cNvSpPr>
            <a:spLocks noGrp="1"/>
          </p:cNvSpPr>
          <p:nvPr>
            <p:ph type="title"/>
          </p:nvPr>
        </p:nvSpPr>
        <p:spPr/>
        <p:txBody>
          <a:bodyPr/>
          <a:lstStyle/>
          <a:p>
            <a:r>
              <a:rPr lang="nl-NL"/>
              <a:t>Hoe kijk je naar toegankelijkheid?</a:t>
            </a:r>
          </a:p>
        </p:txBody>
      </p:sp>
      <p:pic>
        <p:nvPicPr>
          <p:cNvPr id="7" name="Tijdelijke aanduiding voor inhoud 6" descr="Twee cirkels met een pictogram van een persoon. Links: pijlen wijzen naar de persoon met het label &quot;probleem&quot;, het medisch model ziet de beperking als een probleem bij het individu. Rechts: pijlen wijzen van de persoon weg met het label &quot;begrenst&quot;, het sociaal model ziet de omgeving als datgene wat mensen begrenst.">
            <a:extLst>
              <a:ext uri="{FF2B5EF4-FFF2-40B4-BE49-F238E27FC236}">
                <a16:creationId xmlns:a16="http://schemas.microsoft.com/office/drawing/2014/main" id="{204E2E62-2717-910E-D34E-72276A559863}"/>
              </a:ext>
            </a:extLst>
          </p:cNvPr>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1890584" y="1753329"/>
            <a:ext cx="8476735" cy="2793991"/>
          </a:xfrm>
          <a:prstGeom prst="rect">
            <a:avLst/>
          </a:prstGeom>
        </p:spPr>
      </p:pic>
      <p:sp>
        <p:nvSpPr>
          <p:cNvPr id="4" name="Tijdelijke aanduiding voor inhoud 3">
            <a:extLst>
              <a:ext uri="{FF2B5EF4-FFF2-40B4-BE49-F238E27FC236}">
                <a16:creationId xmlns:a16="http://schemas.microsoft.com/office/drawing/2014/main" id="{8A8EDB1E-A9C5-85B9-B1D2-5C564A108B35}"/>
              </a:ext>
            </a:extLst>
          </p:cNvPr>
          <p:cNvSpPr>
            <a:spLocks noGrp="1"/>
          </p:cNvSpPr>
          <p:nvPr>
            <p:ph sz="quarter" idx="13"/>
          </p:nvPr>
        </p:nvSpPr>
        <p:spPr>
          <a:xfrm>
            <a:off x="1416000" y="4757351"/>
            <a:ext cx="4319638" cy="1191012"/>
          </a:xfrm>
        </p:spPr>
        <p:txBody>
          <a:bodyPr/>
          <a:lstStyle/>
          <a:p>
            <a:pPr algn="ctr"/>
            <a:r>
              <a:rPr lang="nl-NL" b="1"/>
              <a:t>Medisch model</a:t>
            </a:r>
          </a:p>
          <a:p>
            <a:r>
              <a:rPr lang="nl-NL"/>
              <a:t>De persoon met een beperking heeft een probleem / een uitdaging</a:t>
            </a:r>
          </a:p>
        </p:txBody>
      </p:sp>
      <p:sp>
        <p:nvSpPr>
          <p:cNvPr id="5" name="Tijdelijke aanduiding voor inhoud 4">
            <a:extLst>
              <a:ext uri="{FF2B5EF4-FFF2-40B4-BE49-F238E27FC236}">
                <a16:creationId xmlns:a16="http://schemas.microsoft.com/office/drawing/2014/main" id="{1C831ACD-6BAD-44D0-8C4D-35C1FF204699}"/>
              </a:ext>
            </a:extLst>
          </p:cNvPr>
          <p:cNvSpPr>
            <a:spLocks noGrp="1"/>
          </p:cNvSpPr>
          <p:nvPr>
            <p:ph sz="quarter" idx="14"/>
          </p:nvPr>
        </p:nvSpPr>
        <p:spPr>
          <a:xfrm>
            <a:off x="6857999" y="4757351"/>
            <a:ext cx="4319637" cy="1195934"/>
          </a:xfrm>
        </p:spPr>
        <p:txBody>
          <a:bodyPr/>
          <a:lstStyle/>
          <a:p>
            <a:pPr algn="ctr"/>
            <a:r>
              <a:rPr lang="nl-NL" b="1"/>
              <a:t>Sociaal model</a:t>
            </a:r>
          </a:p>
          <a:p>
            <a:pPr algn="ctr"/>
            <a:r>
              <a:rPr lang="nl-NL"/>
              <a:t>De samenleving is het probleem / staat voor een uitdaging</a:t>
            </a:r>
          </a:p>
          <a:p>
            <a:endParaRPr lang="nl-NL"/>
          </a:p>
        </p:txBody>
      </p:sp>
    </p:spTree>
    <p:extLst>
      <p:ext uri="{BB962C8B-B14F-4D97-AF65-F5344CB8AC3E}">
        <p14:creationId xmlns:p14="http://schemas.microsoft.com/office/powerpoint/2010/main" val="3773460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B89FD1-5499-2DE9-DCBE-C90876E23D76}"/>
              </a:ext>
            </a:extLst>
          </p:cNvPr>
          <p:cNvSpPr>
            <a:spLocks noGrp="1"/>
          </p:cNvSpPr>
          <p:nvPr>
            <p:ph type="title"/>
          </p:nvPr>
        </p:nvSpPr>
        <p:spPr>
          <a:xfrm>
            <a:off x="695324" y="368300"/>
            <a:ext cx="10801351" cy="541337"/>
          </a:xfrm>
        </p:spPr>
        <p:txBody>
          <a:bodyPr/>
          <a:lstStyle/>
          <a:p>
            <a:r>
              <a:rPr lang="nl-NL"/>
              <a:t>Hoe?</a:t>
            </a:r>
          </a:p>
        </p:txBody>
      </p:sp>
      <p:pic>
        <p:nvPicPr>
          <p:cNvPr id="6" name="Tijdelijke aanduiding voor inhoud 5" descr="Een infographic met vier cirkeldiagrammen die sociale participatiemodellen tonen: Exclusie (gekleurde stippen buiten de cirkel), Segregatie (een grote en een kleine aparte cirkel), Integratie (een kleine cirkel met diverse stippen binnen een grotere cirkel), en Inclusie (alle stippen samen gemengd in één grote cirkel, met gestippelde binnencirkels).">
            <a:extLst>
              <a:ext uri="{FF2B5EF4-FFF2-40B4-BE49-F238E27FC236}">
                <a16:creationId xmlns:a16="http://schemas.microsoft.com/office/drawing/2014/main" id="{D8A53960-4327-B115-BD7C-06B39D8AC3D4}"/>
              </a:ext>
            </a:extLst>
          </p:cNvPr>
          <p:cNvPicPr>
            <a:picLocks noGrp="1" noChangeAspect="1"/>
          </p:cNvPicPr>
          <p:nvPr>
            <p:ph sz="quarter" idx="17"/>
          </p:nvPr>
        </p:nvPicPr>
        <p:blipFill>
          <a:blip r:embed="rId3">
            <a:extLst>
              <a:ext uri="{28A0092B-C50C-407E-A947-70E740481C1C}">
                <a14:useLocalDpi xmlns:a14="http://schemas.microsoft.com/office/drawing/2010/main" val="0"/>
              </a:ext>
            </a:extLst>
          </a:blip>
          <a:stretch>
            <a:fillRect/>
          </a:stretch>
        </p:blipFill>
        <p:spPr>
          <a:xfrm>
            <a:off x="1629965" y="1791730"/>
            <a:ext cx="9201662" cy="3067221"/>
          </a:xfrm>
          <a:prstGeom prst="rect">
            <a:avLst/>
          </a:prstGeom>
        </p:spPr>
      </p:pic>
    </p:spTree>
    <p:extLst>
      <p:ext uri="{BB962C8B-B14F-4D97-AF65-F5344CB8AC3E}">
        <p14:creationId xmlns:p14="http://schemas.microsoft.com/office/powerpoint/2010/main" val="215024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89502E-EFB7-944D-3124-5C08452972E4}"/>
              </a:ext>
            </a:extLst>
          </p:cNvPr>
          <p:cNvSpPr>
            <a:spLocks noGrp="1"/>
          </p:cNvSpPr>
          <p:nvPr>
            <p:ph type="title"/>
          </p:nvPr>
        </p:nvSpPr>
        <p:spPr/>
        <p:txBody>
          <a:bodyPr/>
          <a:lstStyle/>
          <a:p>
            <a:r>
              <a:rPr lang="nl-NL"/>
              <a:t>Hoe? </a:t>
            </a:r>
          </a:p>
        </p:txBody>
      </p:sp>
      <p:sp>
        <p:nvSpPr>
          <p:cNvPr id="3" name="Tijdelijke aanduiding voor inhoud 2">
            <a:extLst>
              <a:ext uri="{FF2B5EF4-FFF2-40B4-BE49-F238E27FC236}">
                <a16:creationId xmlns:a16="http://schemas.microsoft.com/office/drawing/2014/main" id="{EEA58E7A-C5FB-79AA-A591-D7D27F570E1F}"/>
              </a:ext>
            </a:extLst>
          </p:cNvPr>
          <p:cNvSpPr>
            <a:spLocks noGrp="1"/>
          </p:cNvSpPr>
          <p:nvPr>
            <p:ph sz="quarter" idx="17"/>
          </p:nvPr>
        </p:nvSpPr>
        <p:spPr>
          <a:xfrm>
            <a:off x="876301" y="1628775"/>
            <a:ext cx="10439400" cy="720106"/>
          </a:xfrm>
        </p:spPr>
        <p:txBody>
          <a:bodyPr/>
          <a:lstStyle/>
          <a:p>
            <a:pPr marL="0" indent="0">
              <a:buNone/>
            </a:pPr>
            <a:r>
              <a:rPr lang="nl-NL"/>
              <a:t>“Inclusie is een bewuste keuze”</a:t>
            </a:r>
          </a:p>
        </p:txBody>
      </p:sp>
      <p:pic>
        <p:nvPicPr>
          <p:cNvPr id="4" name="Tijdelijke aanduiding voor inhoud 5" descr="Cirkeldiagram van Inclusie, een grote cirkel met verschillende gekleurde stippen met gestippelde binnencirkels.">
            <a:extLst>
              <a:ext uri="{FF2B5EF4-FFF2-40B4-BE49-F238E27FC236}">
                <a16:creationId xmlns:a16="http://schemas.microsoft.com/office/drawing/2014/main" id="{7229AE90-0797-8888-25CA-4F3490744DD9}"/>
              </a:ext>
            </a:extLst>
          </p:cNvPr>
          <p:cNvPicPr>
            <a:picLocks noChangeAspect="1"/>
          </p:cNvPicPr>
          <p:nvPr/>
        </p:nvPicPr>
        <p:blipFill>
          <a:blip r:embed="rId3">
            <a:extLst>
              <a:ext uri="{28A0092B-C50C-407E-A947-70E740481C1C}">
                <a14:useLocalDpi xmlns:a14="http://schemas.microsoft.com/office/drawing/2010/main" val="0"/>
              </a:ext>
            </a:extLst>
          </a:blip>
          <a:srcRect l="77077"/>
          <a:stretch>
            <a:fillRect/>
          </a:stretch>
        </p:blipFill>
        <p:spPr>
          <a:xfrm>
            <a:off x="1537640" y="2361212"/>
            <a:ext cx="2109260" cy="3067221"/>
          </a:xfrm>
          <a:prstGeom prst="rect">
            <a:avLst/>
          </a:prstGeom>
        </p:spPr>
      </p:pic>
      <p:pic>
        <p:nvPicPr>
          <p:cNvPr id="2052" name="Picture 4" descr="Illustratie van drie mensen die over een schutting naar een wedstrijd kijken: links krijgt iedereen evenveel krukjes, rechts krijgt ieder een passende ondersteuning zodat iedereen kan meekijken, inclusief een rolstoelgebruiker.">
            <a:extLst>
              <a:ext uri="{FF2B5EF4-FFF2-40B4-BE49-F238E27FC236}">
                <a16:creationId xmlns:a16="http://schemas.microsoft.com/office/drawing/2014/main" id="{A76A1718-DC03-092A-0C8D-F0121F7144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699" y="2132697"/>
            <a:ext cx="57150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024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descr="Een trap met twee smalle metalen goten langs de treden, bedoeld als hellingbaan maar ongeschikt voor rolstoelen.">
            <a:extLst>
              <a:ext uri="{FF2B5EF4-FFF2-40B4-BE49-F238E27FC236}">
                <a16:creationId xmlns:a16="http://schemas.microsoft.com/office/drawing/2014/main" id="{5C300CA8-8398-9CEC-A69E-1E595C390042}"/>
              </a:ext>
            </a:extLst>
          </p:cNvPr>
          <p:cNvSpPr>
            <a:spLocks noGrp="1"/>
          </p:cNvSpPr>
          <p:nvPr>
            <p:ph type="title"/>
          </p:nvPr>
        </p:nvSpPr>
        <p:spPr/>
        <p:txBody>
          <a:bodyPr/>
          <a:lstStyle/>
          <a:p>
            <a:r>
              <a:rPr lang="nl-NL"/>
              <a:t>Toegankelijkheid versus gebruikerservaring</a:t>
            </a:r>
          </a:p>
        </p:txBody>
      </p:sp>
      <p:pic>
        <p:nvPicPr>
          <p:cNvPr id="1030" name="Picture 6" descr="Foto van een braillebord in een botanische tuin, uitgezoomd. Het braillebord staat in het midden van een veld met planten.">
            <a:extLst>
              <a:ext uri="{FF2B5EF4-FFF2-40B4-BE49-F238E27FC236}">
                <a16:creationId xmlns:a16="http://schemas.microsoft.com/office/drawing/2014/main" id="{D4BFBAA8-3123-44C6-75CC-3F98592B93D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65875" y="2256027"/>
            <a:ext cx="4949825" cy="306508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oto van een braille-informatiebord met een beschrijving van een boom. ">
            <a:extLst>
              <a:ext uri="{FF2B5EF4-FFF2-40B4-BE49-F238E27FC236}">
                <a16:creationId xmlns:a16="http://schemas.microsoft.com/office/drawing/2014/main" id="{F3F68763-ADBB-5E64-BAAD-B239379227FE}"/>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bwMode="auto">
          <a:xfrm>
            <a:off x="889000" y="2250281"/>
            <a:ext cx="4924425" cy="3076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9520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40D0BE2-B9F6-EC3E-C7F5-1DED516BBFA4}"/>
              </a:ext>
            </a:extLst>
          </p:cNvPr>
          <p:cNvSpPr>
            <a:spLocks noGrp="1"/>
          </p:cNvSpPr>
          <p:nvPr>
            <p:ph type="title"/>
          </p:nvPr>
        </p:nvSpPr>
        <p:spPr>
          <a:xfrm>
            <a:off x="1235074" y="2312323"/>
            <a:ext cx="4860926" cy="2233354"/>
          </a:xfrm>
        </p:spPr>
        <p:txBody>
          <a:bodyPr/>
          <a:lstStyle/>
          <a:p>
            <a:r>
              <a:rPr lang="nl-NL" sz="3600"/>
              <a:t>Gouden driehoek</a:t>
            </a:r>
          </a:p>
        </p:txBody>
      </p:sp>
      <p:pic>
        <p:nvPicPr>
          <p:cNvPr id="5" name="Tijdelijke aanduiding voor afbeelding 4" descr="Gouden driehoek voor optimale samenwerking van Kennis over Zien. Op de punten van de driehoek staat bovenaan de tekst &quot;opdrachtgever&quot; met een symbool van een kantoorgebouw. Rechts onderin staat &quot;inhoudsdeskundige&quot; met een symbool van een hoofd met een radar erin. En links onderin staat de tekst &quot;Ervaringsdeskundige&quot; met twee poppetjes. Opvallend is dat de driehoek blauw is in plaats van goud voor een beter contrast.">
            <a:extLst>
              <a:ext uri="{FF2B5EF4-FFF2-40B4-BE49-F238E27FC236}">
                <a16:creationId xmlns:a16="http://schemas.microsoft.com/office/drawing/2014/main" id="{56217705-662C-97D8-4D06-E11400726F5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8755" r="8755"/>
          <a:stretch>
            <a:fillRect/>
          </a:stretch>
        </p:blipFill>
        <p:spPr>
          <a:xfrm>
            <a:off x="5435612" y="0"/>
            <a:ext cx="6096000" cy="6858000"/>
          </a:xfrm>
          <a:prstGeom prst="rect">
            <a:avLst/>
          </a:prstGeom>
        </p:spPr>
      </p:pic>
    </p:spTree>
    <p:extLst>
      <p:ext uri="{BB962C8B-B14F-4D97-AF65-F5344CB8AC3E}">
        <p14:creationId xmlns:p14="http://schemas.microsoft.com/office/powerpoint/2010/main" val="3297584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78D0C6-EB44-BBE6-B42F-DAA2247528D4}"/>
              </a:ext>
            </a:extLst>
          </p:cNvPr>
          <p:cNvSpPr>
            <a:spLocks noGrp="1"/>
          </p:cNvSpPr>
          <p:nvPr>
            <p:ph type="title"/>
          </p:nvPr>
        </p:nvSpPr>
        <p:spPr>
          <a:xfrm>
            <a:off x="1242388" y="2276872"/>
            <a:ext cx="4860924" cy="1512168"/>
          </a:xfrm>
        </p:spPr>
        <p:txBody>
          <a:bodyPr/>
          <a:lstStyle/>
          <a:p>
            <a:pPr>
              <a:lnSpc>
                <a:spcPct val="150000"/>
              </a:lnSpc>
            </a:pPr>
            <a:r>
              <a:rPr lang="nl-NL"/>
              <a:t>Hoe ontwerp je op een inclusieve manier?</a:t>
            </a:r>
          </a:p>
        </p:txBody>
      </p:sp>
    </p:spTree>
    <p:extLst>
      <p:ext uri="{BB962C8B-B14F-4D97-AF65-F5344CB8AC3E}">
        <p14:creationId xmlns:p14="http://schemas.microsoft.com/office/powerpoint/2010/main" val="2376198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073CA8C-19DA-2B90-0709-69382941A530}"/>
              </a:ext>
            </a:extLst>
          </p:cNvPr>
          <p:cNvSpPr>
            <a:spLocks noGrp="1"/>
          </p:cNvSpPr>
          <p:nvPr>
            <p:ph type="title"/>
          </p:nvPr>
        </p:nvSpPr>
        <p:spPr/>
        <p:txBody>
          <a:bodyPr/>
          <a:lstStyle/>
          <a:p>
            <a:r>
              <a:rPr lang="nl-NL"/>
              <a:t>Inclusief ontwerp - concept </a:t>
            </a:r>
          </a:p>
        </p:txBody>
      </p:sp>
      <p:sp>
        <p:nvSpPr>
          <p:cNvPr id="3" name="Tijdelijke aanduiding voor inhoud 2">
            <a:extLst>
              <a:ext uri="{FF2B5EF4-FFF2-40B4-BE49-F238E27FC236}">
                <a16:creationId xmlns:a16="http://schemas.microsoft.com/office/drawing/2014/main" id="{ED43E290-C3C1-2C29-1B59-9D0A3FAA4CE4}"/>
              </a:ext>
            </a:extLst>
          </p:cNvPr>
          <p:cNvSpPr>
            <a:spLocks noGrp="1"/>
          </p:cNvSpPr>
          <p:nvPr>
            <p:ph sz="half" idx="1"/>
          </p:nvPr>
        </p:nvSpPr>
        <p:spPr/>
        <p:txBody>
          <a:bodyPr/>
          <a:lstStyle/>
          <a:p>
            <a:pPr marL="0" indent="0">
              <a:lnSpc>
                <a:spcPct val="150000"/>
              </a:lnSpc>
              <a:buNone/>
            </a:pPr>
            <a:r>
              <a:rPr lang="nl-NL" b="1"/>
              <a:t>In elke fase van het ontwerpproces </a:t>
            </a:r>
            <a:r>
              <a:rPr lang="nl-NL"/>
              <a:t>met een</a:t>
            </a:r>
            <a:r>
              <a:rPr lang="nl-NL" b="1"/>
              <a:t> </a:t>
            </a:r>
            <a:r>
              <a:rPr lang="nl-NL"/>
              <a:t>zo divers mogelijk groep (eind)gebruikers samenwerken, ten behoefte van een zo inclusief mogelijk product of dienstverlening. </a:t>
            </a:r>
          </a:p>
        </p:txBody>
      </p:sp>
      <p:pic>
        <p:nvPicPr>
          <p:cNvPr id="2050" name="Picture 2" descr="Afbeelding van vier vuisten met pleisters die wel of niet overeenkomen met de huidskleur.">
            <a:extLst>
              <a:ext uri="{FF2B5EF4-FFF2-40B4-BE49-F238E27FC236}">
                <a16:creationId xmlns:a16="http://schemas.microsoft.com/office/drawing/2014/main" id="{8527D909-9ACF-6C1D-91CD-800B47C0749C}"/>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72436" y="1628775"/>
            <a:ext cx="3936703" cy="431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729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862EF8-611F-8442-8517-37D8F4F22BBE}"/>
              </a:ext>
            </a:extLst>
          </p:cNvPr>
          <p:cNvSpPr>
            <a:spLocks noGrp="1"/>
          </p:cNvSpPr>
          <p:nvPr>
            <p:ph type="title"/>
          </p:nvPr>
        </p:nvSpPr>
        <p:spPr/>
        <p:txBody>
          <a:bodyPr/>
          <a:lstStyle/>
          <a:p>
            <a:r>
              <a:rPr lang="nl-NL"/>
              <a:t>In welke fase van de ontwerpproces?</a:t>
            </a:r>
          </a:p>
        </p:txBody>
      </p:sp>
      <p:sp>
        <p:nvSpPr>
          <p:cNvPr id="3" name="Tijdelijke aanduiding voor inhoud 2">
            <a:extLst>
              <a:ext uri="{FF2B5EF4-FFF2-40B4-BE49-F238E27FC236}">
                <a16:creationId xmlns:a16="http://schemas.microsoft.com/office/drawing/2014/main" id="{9F3C579F-5D85-8EB3-B23E-D3F502E91275}"/>
              </a:ext>
            </a:extLst>
          </p:cNvPr>
          <p:cNvSpPr>
            <a:spLocks noGrp="1"/>
          </p:cNvSpPr>
          <p:nvPr>
            <p:ph sz="quarter" idx="17"/>
          </p:nvPr>
        </p:nvSpPr>
        <p:spPr>
          <a:xfrm>
            <a:off x="876301" y="1628775"/>
            <a:ext cx="10439400" cy="1296170"/>
          </a:xfrm>
        </p:spPr>
        <p:txBody>
          <a:bodyPr/>
          <a:lstStyle/>
          <a:p>
            <a:r>
              <a:rPr lang="nl-NL"/>
              <a:t>Begin van het project </a:t>
            </a:r>
          </a:p>
          <a:p>
            <a:r>
              <a:rPr lang="nl-NL"/>
              <a:t>Eerste pilot </a:t>
            </a:r>
          </a:p>
          <a:p>
            <a:r>
              <a:rPr lang="nl-NL"/>
              <a:t>Eind evaluatie </a:t>
            </a:r>
          </a:p>
          <a:p>
            <a:r>
              <a:rPr lang="nl-NL"/>
              <a:t>Herontwerp (doorontwikkeling) </a:t>
            </a:r>
          </a:p>
        </p:txBody>
      </p:sp>
      <p:pic>
        <p:nvPicPr>
          <p:cNvPr id="12" name="Tijdelijke aanduiding voor inhoud 11" descr="Afbeelding van de 4 fasen van het Double Diamond-model van Michael Gearon: Ontdekken, Definiëren (definiëren van het probleem of de kans), Ontwikkelen en Opleveren (de juiste oplossing vinden), weergegeven als twee ruiten met divergerende en convergerende pijlen.">
            <a:extLst>
              <a:ext uri="{FF2B5EF4-FFF2-40B4-BE49-F238E27FC236}">
                <a16:creationId xmlns:a16="http://schemas.microsoft.com/office/drawing/2014/main" id="{5752899D-0797-135F-AB7E-8D1E96EE13E0}"/>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695324" y="3993650"/>
            <a:ext cx="3192561" cy="2167788"/>
          </a:xfrm>
          <a:prstGeom prst="rect">
            <a:avLst/>
          </a:prstGeom>
        </p:spPr>
      </p:pic>
      <p:pic>
        <p:nvPicPr>
          <p:cNvPr id="10" name="Tijdelijke aanduiding voor inhoud 9" descr="Infographic met drie rode cirkels op donkere achtergrond: Design thinking (het probleem onderzoeken), Lean (de juiste features ontwikkelen) en Agile (efficiënt ontwikkelen).">
            <a:extLst>
              <a:ext uri="{FF2B5EF4-FFF2-40B4-BE49-F238E27FC236}">
                <a16:creationId xmlns:a16="http://schemas.microsoft.com/office/drawing/2014/main" id="{8A478EF7-0E4A-31CB-18ED-ABDD9B99F4EC}"/>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4664681" y="4050255"/>
            <a:ext cx="3444974" cy="1929185"/>
          </a:xfrm>
          <a:prstGeom prst="rect">
            <a:avLst/>
          </a:prstGeom>
        </p:spPr>
      </p:pic>
      <p:pic>
        <p:nvPicPr>
          <p:cNvPr id="5122" name="Picture 2" descr="Cirkeldiagram met de vijf fasen van Design Thinking als gekleurde pijlen: Definiëren, Ideeën genereren, Prototypen, Testen en Inleven. In het midden staat de tekst &quot;Design thinking fasen.&quot;">
            <a:extLst>
              <a:ext uri="{FF2B5EF4-FFF2-40B4-BE49-F238E27FC236}">
                <a16:creationId xmlns:a16="http://schemas.microsoft.com/office/drawing/2014/main" id="{65212A37-7EF7-305E-6F1D-623F8CEE5438}"/>
              </a:ext>
            </a:extLst>
          </p:cNvPr>
          <p:cNvPicPr>
            <a:picLocks noGrp="1" noChangeAspect="1" noChangeArrowheads="1"/>
          </p:cNvPicPr>
          <p:nvPr>
            <p:ph sz="quarter" idx="18"/>
          </p:nvPr>
        </p:nvPicPr>
        <p:blipFill>
          <a:blip r:embed="rId5">
            <a:extLst>
              <a:ext uri="{28A0092B-C50C-407E-A947-70E740481C1C}">
                <a14:useLocalDpi xmlns:a14="http://schemas.microsoft.com/office/drawing/2010/main" val="0"/>
              </a:ext>
            </a:extLst>
          </a:blip>
          <a:srcRect/>
          <a:stretch>
            <a:fillRect/>
          </a:stretch>
        </p:blipFill>
        <p:spPr bwMode="auto">
          <a:xfrm>
            <a:off x="8709025" y="3789040"/>
            <a:ext cx="2605087" cy="219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320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5C890A-BBA5-88F4-23A2-C2E32F4EA2DA}"/>
              </a:ext>
            </a:extLst>
          </p:cNvPr>
          <p:cNvSpPr>
            <a:spLocks noGrp="1"/>
          </p:cNvSpPr>
          <p:nvPr>
            <p:ph type="title"/>
          </p:nvPr>
        </p:nvSpPr>
        <p:spPr/>
        <p:txBody>
          <a:bodyPr/>
          <a:lstStyle/>
          <a:p>
            <a:r>
              <a:rPr lang="nl-NL"/>
              <a:t>In elke fase</a:t>
            </a:r>
          </a:p>
        </p:txBody>
      </p:sp>
      <p:pic>
        <p:nvPicPr>
          <p:cNvPr id="12" name="Tijdelijke aanduiding voor inhoud 11" descr="Een lange buitentrap langs een gebouw met in het midden en aan de zijkant smalle, steile betonnen hellingen, waarop bovenaan een persoon in een elektrische rolstoel naar beneden rijdt.">
            <a:extLst>
              <a:ext uri="{FF2B5EF4-FFF2-40B4-BE49-F238E27FC236}">
                <a16:creationId xmlns:a16="http://schemas.microsoft.com/office/drawing/2014/main" id="{14640106-43D6-7A91-1316-78860A14A4A1}"/>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79288" y="1988841"/>
            <a:ext cx="2704502" cy="3949998"/>
          </a:xfrm>
        </p:spPr>
      </p:pic>
      <p:pic>
        <p:nvPicPr>
          <p:cNvPr id="10" name="Tijdelijke aanduiding voor inhoud 9" descr="Een vrouw zit in een handbewogen rolstoel onder een afdak van een hoog bakstenen muur, die het zicht op het groen blokkeert; ze zit met haar gezicht naar de muur.">
            <a:extLst>
              <a:ext uri="{FF2B5EF4-FFF2-40B4-BE49-F238E27FC236}">
                <a16:creationId xmlns:a16="http://schemas.microsoft.com/office/drawing/2014/main" id="{48CAE6E0-C978-3D1E-E816-54EBB87EA0FD}"/>
              </a:ext>
            </a:extLst>
          </p:cNvPr>
          <p:cNvPicPr>
            <a:picLocks noGrp="1" noChangeAspect="1"/>
          </p:cNvPicPr>
          <p:nvPr>
            <p:ph sz="quarter" idx="14"/>
          </p:nvPr>
        </p:nvPicPr>
        <p:blipFill>
          <a:blip r:embed="rId4">
            <a:extLst>
              <a:ext uri="{28A0092B-C50C-407E-A947-70E740481C1C}">
                <a14:useLocalDpi xmlns:a14="http://schemas.microsoft.com/office/drawing/2010/main" val="0"/>
              </a:ext>
            </a:extLst>
          </a:blip>
          <a:stretch>
            <a:fillRect/>
          </a:stretch>
        </p:blipFill>
        <p:spPr>
          <a:xfrm>
            <a:off x="3935760" y="1931899"/>
            <a:ext cx="2998295" cy="4006939"/>
          </a:xfrm>
        </p:spPr>
      </p:pic>
      <p:pic>
        <p:nvPicPr>
          <p:cNvPr id="8" name="Tijdelijke aanduiding voor inhoud 7" descr="Screenshots van nieuwsartikelen over &quot;Klein experiment met poststemmen in Den Haag&quot; uit 2011. ">
            <a:extLst>
              <a:ext uri="{FF2B5EF4-FFF2-40B4-BE49-F238E27FC236}">
                <a16:creationId xmlns:a16="http://schemas.microsoft.com/office/drawing/2014/main" id="{F5442C71-C207-9C00-B2E3-439DBDF39323}"/>
              </a:ext>
            </a:extLst>
          </p:cNvPr>
          <p:cNvPicPr>
            <a:picLocks noGrp="1" noChangeAspect="1"/>
          </p:cNvPicPr>
          <p:nvPr>
            <p:ph sz="quarter" idx="18"/>
          </p:nvPr>
        </p:nvPicPr>
        <p:blipFill>
          <a:blip r:embed="rId5">
            <a:extLst>
              <a:ext uri="{28A0092B-C50C-407E-A947-70E740481C1C}">
                <a14:useLocalDpi xmlns:a14="http://schemas.microsoft.com/office/drawing/2010/main" val="0"/>
              </a:ext>
            </a:extLst>
          </a:blip>
          <a:stretch>
            <a:fillRect/>
          </a:stretch>
        </p:blipFill>
        <p:spPr>
          <a:xfrm>
            <a:off x="7608169" y="1760915"/>
            <a:ext cx="4204544" cy="4234866"/>
          </a:xfrm>
        </p:spPr>
      </p:pic>
    </p:spTree>
    <p:extLst>
      <p:ext uri="{BB962C8B-B14F-4D97-AF65-F5344CB8AC3E}">
        <p14:creationId xmlns:p14="http://schemas.microsoft.com/office/powerpoint/2010/main" val="3774054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D5428-F7E6-E90E-0DEA-4BD23DA52C9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A4B09BB-BD0F-A41E-19C7-8DA64F2403CD}"/>
              </a:ext>
            </a:extLst>
          </p:cNvPr>
          <p:cNvSpPr>
            <a:spLocks noGrp="1"/>
          </p:cNvSpPr>
          <p:nvPr>
            <p:ph type="title"/>
          </p:nvPr>
        </p:nvSpPr>
        <p:spPr/>
        <p:txBody>
          <a:bodyPr/>
          <a:lstStyle/>
          <a:p>
            <a:r>
              <a:rPr lang="nl-NL"/>
              <a:t>Inclusief ontwerp - diverse </a:t>
            </a:r>
          </a:p>
        </p:txBody>
      </p:sp>
      <p:sp>
        <p:nvSpPr>
          <p:cNvPr id="3" name="Tijdelijke aanduiding voor inhoud 2">
            <a:extLst>
              <a:ext uri="{FF2B5EF4-FFF2-40B4-BE49-F238E27FC236}">
                <a16:creationId xmlns:a16="http://schemas.microsoft.com/office/drawing/2014/main" id="{6357FBF2-87FF-97AB-19EF-029A9B1F9FAE}"/>
              </a:ext>
            </a:extLst>
          </p:cNvPr>
          <p:cNvSpPr>
            <a:spLocks noGrp="1"/>
          </p:cNvSpPr>
          <p:nvPr>
            <p:ph sz="half" idx="1"/>
          </p:nvPr>
        </p:nvSpPr>
        <p:spPr/>
        <p:txBody>
          <a:bodyPr/>
          <a:lstStyle/>
          <a:p>
            <a:pPr marL="0" indent="0">
              <a:lnSpc>
                <a:spcPct val="150000"/>
              </a:lnSpc>
              <a:buNone/>
            </a:pPr>
            <a:r>
              <a:rPr lang="nl-NL"/>
              <a:t>In elke fase van het ontwerpproces met een </a:t>
            </a:r>
            <a:r>
              <a:rPr lang="nl-NL" b="1"/>
              <a:t>zo divers mogelijk groep (eind)gebruikers</a:t>
            </a:r>
            <a:r>
              <a:rPr lang="nl-NL"/>
              <a:t> samenwerken, ten behoefte van een zo inclusief mogelijk product of dienstverlening. </a:t>
            </a:r>
          </a:p>
        </p:txBody>
      </p:sp>
      <p:pic>
        <p:nvPicPr>
          <p:cNvPr id="2050" name="Picture 2" descr="Afbeelding van vier vuisten met pleisters die wel of niet overeenkomen met de huidskleur.">
            <a:extLst>
              <a:ext uri="{FF2B5EF4-FFF2-40B4-BE49-F238E27FC236}">
                <a16:creationId xmlns:a16="http://schemas.microsoft.com/office/drawing/2014/main" id="{2F11F022-4DEE-1E72-B61E-12F53019F2E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72436" y="1628775"/>
            <a:ext cx="3936703" cy="431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1884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D9FC5C-CD1C-2B7A-7A10-567CE9CBBF13}"/>
              </a:ext>
            </a:extLst>
          </p:cNvPr>
          <p:cNvSpPr>
            <a:spLocks noGrp="1"/>
          </p:cNvSpPr>
          <p:nvPr>
            <p:ph type="title"/>
          </p:nvPr>
        </p:nvSpPr>
        <p:spPr>
          <a:xfrm>
            <a:off x="1172343" y="328251"/>
            <a:ext cx="10191750" cy="498598"/>
          </a:xfrm>
        </p:spPr>
        <p:txBody>
          <a:bodyPr/>
          <a:lstStyle/>
          <a:p>
            <a:r>
              <a:rPr lang="nl-NL"/>
              <a:t>Bewuste keuze: exclusief of inclusief</a:t>
            </a:r>
          </a:p>
        </p:txBody>
      </p:sp>
      <p:sp>
        <p:nvSpPr>
          <p:cNvPr id="6" name="Tekstvak 5">
            <a:extLst>
              <a:ext uri="{FF2B5EF4-FFF2-40B4-BE49-F238E27FC236}">
                <a16:creationId xmlns:a16="http://schemas.microsoft.com/office/drawing/2014/main" id="{2F3C3CD2-CDF1-7E82-9838-A5D33A22D379}"/>
              </a:ext>
            </a:extLst>
          </p:cNvPr>
          <p:cNvSpPr txBox="1"/>
          <p:nvPr/>
        </p:nvSpPr>
        <p:spPr>
          <a:xfrm>
            <a:off x="1628002" y="1096231"/>
            <a:ext cx="2610365" cy="369332"/>
          </a:xfrm>
          <a:prstGeom prst="rect">
            <a:avLst/>
          </a:prstGeom>
          <a:noFill/>
        </p:spPr>
        <p:txBody>
          <a:bodyPr wrap="square">
            <a:spAutoFit/>
          </a:bodyPr>
          <a:lstStyle/>
          <a:p>
            <a:r>
              <a:rPr lang="nl-NL"/>
              <a:t>Onbewust exclusief</a:t>
            </a:r>
          </a:p>
        </p:txBody>
      </p:sp>
      <p:pic>
        <p:nvPicPr>
          <p:cNvPr id="3" name="Afbeelding 2" descr="Twee foto's tonen een witte zeepdispenser die aan een muur is bevestigd. Op de linkerfoto wordt een witte hand herkend en geactiveerd door het apparaat.">
            <a:extLst>
              <a:ext uri="{FF2B5EF4-FFF2-40B4-BE49-F238E27FC236}">
                <a16:creationId xmlns:a16="http://schemas.microsoft.com/office/drawing/2014/main" id="{2DBC34FF-DD7B-D734-2067-971EA6035F3F}"/>
              </a:ext>
            </a:extLst>
          </p:cNvPr>
          <p:cNvPicPr>
            <a:picLocks noChangeAspect="1"/>
          </p:cNvPicPr>
          <p:nvPr/>
        </p:nvPicPr>
        <p:blipFill>
          <a:blip r:embed="rId3" cstate="print">
            <a:extLst>
              <a:ext uri="{28A0092B-C50C-407E-A947-70E740481C1C}">
                <a14:useLocalDpi xmlns:a14="http://schemas.microsoft.com/office/drawing/2010/main" val="0"/>
              </a:ext>
            </a:extLst>
          </a:blip>
          <a:srcRect r="33380"/>
          <a:stretch>
            <a:fillRect/>
          </a:stretch>
        </p:blipFill>
        <p:spPr>
          <a:xfrm>
            <a:off x="1628002" y="1612197"/>
            <a:ext cx="2499156" cy="2110150"/>
          </a:xfrm>
          <a:prstGeom prst="rect">
            <a:avLst/>
          </a:prstGeom>
        </p:spPr>
      </p:pic>
      <p:sp>
        <p:nvSpPr>
          <p:cNvPr id="10" name="Tekstvak 9">
            <a:extLst>
              <a:ext uri="{FF2B5EF4-FFF2-40B4-BE49-F238E27FC236}">
                <a16:creationId xmlns:a16="http://schemas.microsoft.com/office/drawing/2014/main" id="{FD78E70E-C167-4D1D-4130-61532DD49444}"/>
              </a:ext>
            </a:extLst>
          </p:cNvPr>
          <p:cNvSpPr txBox="1"/>
          <p:nvPr/>
        </p:nvSpPr>
        <p:spPr>
          <a:xfrm>
            <a:off x="1739211" y="3904633"/>
            <a:ext cx="2499156" cy="369332"/>
          </a:xfrm>
          <a:prstGeom prst="rect">
            <a:avLst/>
          </a:prstGeom>
          <a:noFill/>
        </p:spPr>
        <p:txBody>
          <a:bodyPr wrap="square">
            <a:spAutoFit/>
          </a:bodyPr>
          <a:lstStyle/>
          <a:p>
            <a:r>
              <a:rPr lang="nl-NL"/>
              <a:t>Bewust exclusief </a:t>
            </a:r>
          </a:p>
        </p:txBody>
      </p:sp>
      <p:pic>
        <p:nvPicPr>
          <p:cNvPr id="4" name="Picture 2" descr="Een gele glijbaan waarop een volwassen man staat die duidelijk te groot is om ervan af te glijden">
            <a:extLst>
              <a:ext uri="{FF2B5EF4-FFF2-40B4-BE49-F238E27FC236}">
                <a16:creationId xmlns:a16="http://schemas.microsoft.com/office/drawing/2014/main" id="{7B670EA7-87F5-EF22-FA46-DE6F9CFCF7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922" y="4456252"/>
            <a:ext cx="1487316" cy="2240387"/>
          </a:xfrm>
          <a:prstGeom prst="rect">
            <a:avLst/>
          </a:prstGeom>
          <a:noFill/>
          <a:extLst>
            <a:ext uri="{909E8E84-426E-40DD-AFC4-6F175D3DCCD1}">
              <a14:hiddenFill xmlns:a14="http://schemas.microsoft.com/office/drawing/2010/main">
                <a:solidFill>
                  <a:srgbClr val="FFFFFF"/>
                </a:solidFill>
              </a14:hiddenFill>
            </a:ext>
          </a:extLst>
        </p:spPr>
      </p:pic>
      <p:sp>
        <p:nvSpPr>
          <p:cNvPr id="8" name="Tekstvak 7">
            <a:extLst>
              <a:ext uri="{FF2B5EF4-FFF2-40B4-BE49-F238E27FC236}">
                <a16:creationId xmlns:a16="http://schemas.microsoft.com/office/drawing/2014/main" id="{89B2F2B6-D75D-0352-5228-A1BEDE4A0D07}"/>
              </a:ext>
            </a:extLst>
          </p:cNvPr>
          <p:cNvSpPr txBox="1"/>
          <p:nvPr/>
        </p:nvSpPr>
        <p:spPr>
          <a:xfrm>
            <a:off x="7463481" y="1194729"/>
            <a:ext cx="2934424" cy="369332"/>
          </a:xfrm>
          <a:prstGeom prst="rect">
            <a:avLst/>
          </a:prstGeom>
          <a:noFill/>
        </p:spPr>
        <p:txBody>
          <a:bodyPr wrap="square">
            <a:spAutoFit/>
          </a:bodyPr>
          <a:lstStyle/>
          <a:p>
            <a:r>
              <a:rPr lang="nl-NL"/>
              <a:t>Onbewust inclusief</a:t>
            </a:r>
          </a:p>
        </p:txBody>
      </p:sp>
      <p:pic>
        <p:nvPicPr>
          <p:cNvPr id="3074" name="Picture 2" descr="Een handige schiller met een dikke handgreep.">
            <a:extLst>
              <a:ext uri="{FF2B5EF4-FFF2-40B4-BE49-F238E27FC236}">
                <a16:creationId xmlns:a16="http://schemas.microsoft.com/office/drawing/2014/main" id="{E74BAB5B-AD40-DB43-C68B-D179314ED2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7790" y="1734945"/>
            <a:ext cx="3243343" cy="1104764"/>
          </a:xfrm>
          <a:prstGeom prst="rect">
            <a:avLst/>
          </a:prstGeom>
          <a:noFill/>
          <a:extLst>
            <a:ext uri="{909E8E84-426E-40DD-AFC4-6F175D3DCCD1}">
              <a14:hiddenFill xmlns:a14="http://schemas.microsoft.com/office/drawing/2010/main">
                <a:solidFill>
                  <a:srgbClr val="FFFFFF"/>
                </a:solidFill>
              </a14:hiddenFill>
            </a:ext>
          </a:extLst>
        </p:spPr>
      </p:pic>
      <p:sp>
        <p:nvSpPr>
          <p:cNvPr id="12" name="Tekstvak 11">
            <a:extLst>
              <a:ext uri="{FF2B5EF4-FFF2-40B4-BE49-F238E27FC236}">
                <a16:creationId xmlns:a16="http://schemas.microsoft.com/office/drawing/2014/main" id="{394C70F3-755A-F4A9-F875-ED019FCEA8A3}"/>
              </a:ext>
            </a:extLst>
          </p:cNvPr>
          <p:cNvSpPr txBox="1"/>
          <p:nvPr/>
        </p:nvSpPr>
        <p:spPr>
          <a:xfrm>
            <a:off x="7463481" y="3527669"/>
            <a:ext cx="3556176" cy="369332"/>
          </a:xfrm>
          <a:prstGeom prst="rect">
            <a:avLst/>
          </a:prstGeom>
          <a:noFill/>
        </p:spPr>
        <p:txBody>
          <a:bodyPr wrap="square">
            <a:spAutoFit/>
          </a:bodyPr>
          <a:lstStyle/>
          <a:p>
            <a:r>
              <a:rPr lang="nl-NL"/>
              <a:t>Bewust inclusief</a:t>
            </a:r>
          </a:p>
        </p:txBody>
      </p:sp>
      <p:pic>
        <p:nvPicPr>
          <p:cNvPr id="3076" name="Picture 4" descr="Foto van de De Nest Speeltuin in de Efteling">
            <a:extLst>
              <a:ext uri="{FF2B5EF4-FFF2-40B4-BE49-F238E27FC236}">
                <a16:creationId xmlns:a16="http://schemas.microsoft.com/office/drawing/2014/main" id="{BEE5682E-8DE2-875D-47FF-93019D734D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6013" y="4067885"/>
            <a:ext cx="4618080" cy="2628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933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9D80D-658F-E079-6E48-B29A9EA582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826C06B-2282-1392-1D8F-D8B74330737C}"/>
              </a:ext>
            </a:extLst>
          </p:cNvPr>
          <p:cNvSpPr>
            <a:spLocks noGrp="1"/>
          </p:cNvSpPr>
          <p:nvPr>
            <p:ph type="title"/>
          </p:nvPr>
        </p:nvSpPr>
        <p:spPr/>
        <p:txBody>
          <a:bodyPr/>
          <a:lstStyle/>
          <a:p>
            <a:r>
              <a:rPr lang="nl-NL"/>
              <a:t>Inclusief ontwerp - samen </a:t>
            </a:r>
          </a:p>
        </p:txBody>
      </p:sp>
      <p:sp>
        <p:nvSpPr>
          <p:cNvPr id="3" name="Tijdelijke aanduiding voor inhoud 2">
            <a:extLst>
              <a:ext uri="{FF2B5EF4-FFF2-40B4-BE49-F238E27FC236}">
                <a16:creationId xmlns:a16="http://schemas.microsoft.com/office/drawing/2014/main" id="{346095DB-BA61-4D06-B926-515882C94A3C}"/>
              </a:ext>
            </a:extLst>
          </p:cNvPr>
          <p:cNvSpPr>
            <a:spLocks noGrp="1"/>
          </p:cNvSpPr>
          <p:nvPr>
            <p:ph sz="half" idx="1"/>
          </p:nvPr>
        </p:nvSpPr>
        <p:spPr/>
        <p:txBody>
          <a:bodyPr/>
          <a:lstStyle/>
          <a:p>
            <a:pPr marL="0" indent="0">
              <a:lnSpc>
                <a:spcPct val="150000"/>
              </a:lnSpc>
              <a:buNone/>
            </a:pPr>
            <a:r>
              <a:rPr lang="nl-NL"/>
              <a:t>In elke fase van het ontwerpproces met een zo divers mogelijk groep (eind)gebruikers </a:t>
            </a:r>
            <a:r>
              <a:rPr lang="nl-NL" b="1"/>
              <a:t>samenwerken,</a:t>
            </a:r>
            <a:r>
              <a:rPr lang="nl-NL"/>
              <a:t> ten behoefte van een zo inclusief mogelijk product of dienstverlening. </a:t>
            </a:r>
          </a:p>
        </p:txBody>
      </p:sp>
      <p:pic>
        <p:nvPicPr>
          <p:cNvPr id="2050" name="Picture 2" descr="Afbeelding van vier vuisten met pleisters die wel of niet overeenkomen met de huidskleur.">
            <a:extLst>
              <a:ext uri="{FF2B5EF4-FFF2-40B4-BE49-F238E27FC236}">
                <a16:creationId xmlns:a16="http://schemas.microsoft.com/office/drawing/2014/main" id="{5C9E21A5-EFE8-DF9E-3CAE-7115624081A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872436" y="1628775"/>
            <a:ext cx="3936703" cy="4319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255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003AFE-9C00-A1D8-1C4B-54CCFD7A6485}"/>
              </a:ext>
            </a:extLst>
          </p:cNvPr>
          <p:cNvSpPr>
            <a:spLocks noGrp="1"/>
          </p:cNvSpPr>
          <p:nvPr>
            <p:ph type="title"/>
          </p:nvPr>
        </p:nvSpPr>
        <p:spPr/>
        <p:txBody>
          <a:bodyPr/>
          <a:lstStyle/>
          <a:p>
            <a:r>
              <a:rPr lang="nl-NL"/>
              <a:t>Rollen van een ervaringsdeskundige</a:t>
            </a:r>
          </a:p>
        </p:txBody>
      </p:sp>
      <p:sp>
        <p:nvSpPr>
          <p:cNvPr id="10" name="Tekstvak 9">
            <a:extLst>
              <a:ext uri="{FF2B5EF4-FFF2-40B4-BE49-F238E27FC236}">
                <a16:creationId xmlns:a16="http://schemas.microsoft.com/office/drawing/2014/main" id="{825FCDF3-BA4E-2BD2-50E3-D96CF7EF5C6F}"/>
              </a:ext>
            </a:extLst>
          </p:cNvPr>
          <p:cNvSpPr txBox="1"/>
          <p:nvPr/>
        </p:nvSpPr>
        <p:spPr>
          <a:xfrm>
            <a:off x="1729946" y="1906191"/>
            <a:ext cx="8884508" cy="2862322"/>
          </a:xfrm>
          <a:prstGeom prst="rect">
            <a:avLst/>
          </a:prstGeom>
          <a:noFill/>
        </p:spPr>
        <p:txBody>
          <a:bodyPr wrap="square">
            <a:spAutoFit/>
          </a:bodyPr>
          <a:lstStyle/>
          <a:p>
            <a:r>
              <a:rPr lang="en-GB" err="1"/>
              <a:t>Toehoorder</a:t>
            </a:r>
            <a:r>
              <a:rPr lang="en-GB"/>
              <a:t>: </a:t>
            </a:r>
            <a:r>
              <a:rPr lang="en-GB" err="1"/>
              <a:t>Communiceren</a:t>
            </a:r>
            <a:r>
              <a:rPr lang="en-GB"/>
              <a:t> over het </a:t>
            </a:r>
            <a:r>
              <a:rPr lang="en-GB" err="1"/>
              <a:t>ontwerp</a:t>
            </a:r>
            <a:r>
              <a:rPr lang="en-GB"/>
              <a:t> met de </a:t>
            </a:r>
            <a:r>
              <a:rPr lang="en-GB" err="1"/>
              <a:t>doelgroep</a:t>
            </a:r>
            <a:endParaRPr lang="en-GB"/>
          </a:p>
          <a:p>
            <a:r>
              <a:rPr lang="en-GB" err="1"/>
              <a:t>Meedenker</a:t>
            </a:r>
            <a:r>
              <a:rPr lang="en-GB"/>
              <a:t> – Usability test </a:t>
            </a:r>
            <a:r>
              <a:rPr lang="en-GB" err="1"/>
              <a:t>waar</a:t>
            </a:r>
            <a:r>
              <a:rPr lang="en-GB"/>
              <a:t> </a:t>
            </a:r>
            <a:r>
              <a:rPr lang="en-GB" err="1"/>
              <a:t>mensen</a:t>
            </a:r>
            <a:r>
              <a:rPr lang="en-GB"/>
              <a:t> met </a:t>
            </a:r>
            <a:r>
              <a:rPr lang="en-GB" err="1"/>
              <a:t>een</a:t>
            </a:r>
            <a:r>
              <a:rPr lang="en-GB"/>
              <a:t> </a:t>
            </a:r>
            <a:r>
              <a:rPr lang="en-GB" err="1"/>
              <a:t>beperking</a:t>
            </a:r>
            <a:r>
              <a:rPr lang="en-GB"/>
              <a:t> </a:t>
            </a:r>
            <a:r>
              <a:rPr lang="en-GB" err="1"/>
              <a:t>worden</a:t>
            </a:r>
            <a:r>
              <a:rPr lang="en-GB"/>
              <a:t> </a:t>
            </a:r>
            <a:r>
              <a:rPr lang="en-GB" err="1"/>
              <a:t>meegenomen</a:t>
            </a:r>
            <a:endParaRPr lang="en-GB"/>
          </a:p>
          <a:p>
            <a:r>
              <a:rPr lang="en-GB" err="1"/>
              <a:t>Adviseur</a:t>
            </a:r>
            <a:r>
              <a:rPr lang="en-GB"/>
              <a:t> - Co-</a:t>
            </a:r>
            <a:r>
              <a:rPr lang="en-GB" err="1"/>
              <a:t>creatie</a:t>
            </a:r>
            <a:r>
              <a:rPr lang="en-GB"/>
              <a:t> </a:t>
            </a:r>
            <a:r>
              <a:rPr lang="en-GB" err="1"/>
              <a:t>sessies</a:t>
            </a:r>
            <a:r>
              <a:rPr lang="en-GB"/>
              <a:t> </a:t>
            </a:r>
            <a:r>
              <a:rPr lang="en-GB" err="1"/>
              <a:t>houden</a:t>
            </a:r>
            <a:r>
              <a:rPr lang="en-GB"/>
              <a:t> met </a:t>
            </a:r>
            <a:r>
              <a:rPr lang="en-GB" err="1"/>
              <a:t>mensen</a:t>
            </a:r>
            <a:r>
              <a:rPr lang="en-GB"/>
              <a:t> met </a:t>
            </a:r>
            <a:r>
              <a:rPr lang="en-GB" err="1"/>
              <a:t>een</a:t>
            </a:r>
            <a:r>
              <a:rPr lang="en-GB"/>
              <a:t> </a:t>
            </a:r>
            <a:r>
              <a:rPr lang="en-GB" err="1"/>
              <a:t>beperking</a:t>
            </a:r>
            <a:r>
              <a:rPr lang="en-GB"/>
              <a:t> / </a:t>
            </a:r>
            <a:r>
              <a:rPr lang="en-GB" err="1"/>
              <a:t>Klankbordgroepen</a:t>
            </a:r>
            <a:r>
              <a:rPr lang="en-GB"/>
              <a:t> </a:t>
            </a:r>
            <a:r>
              <a:rPr lang="en-GB" err="1"/>
              <a:t>opzetten</a:t>
            </a:r>
            <a:r>
              <a:rPr lang="en-GB"/>
              <a:t> die </a:t>
            </a:r>
            <a:r>
              <a:rPr lang="en-GB" err="1"/>
              <a:t>meedenken</a:t>
            </a:r>
            <a:r>
              <a:rPr lang="en-GB"/>
              <a:t> over de </a:t>
            </a:r>
            <a:r>
              <a:rPr lang="en-GB" err="1"/>
              <a:t>richting</a:t>
            </a:r>
            <a:r>
              <a:rPr lang="en-GB"/>
              <a:t> van je </a:t>
            </a:r>
            <a:r>
              <a:rPr lang="en-GB" err="1"/>
              <a:t>onderzoek</a:t>
            </a:r>
            <a:endParaRPr lang="en-GB"/>
          </a:p>
          <a:p>
            <a:r>
              <a:rPr lang="en-GB"/>
              <a:t>Partner – Een </a:t>
            </a:r>
            <a:r>
              <a:rPr lang="en-GB" err="1"/>
              <a:t>persoon</a:t>
            </a:r>
            <a:r>
              <a:rPr lang="en-GB"/>
              <a:t> met </a:t>
            </a:r>
            <a:r>
              <a:rPr lang="en-GB" err="1"/>
              <a:t>een</a:t>
            </a:r>
            <a:r>
              <a:rPr lang="en-GB"/>
              <a:t> </a:t>
            </a:r>
            <a:r>
              <a:rPr lang="en-GB" err="1"/>
              <a:t>beperking</a:t>
            </a:r>
            <a:r>
              <a:rPr lang="en-GB"/>
              <a:t> die op </a:t>
            </a:r>
            <a:r>
              <a:rPr lang="en-GB" err="1"/>
              <a:t>gelijkwaardige</a:t>
            </a:r>
            <a:r>
              <a:rPr lang="en-GB"/>
              <a:t> </a:t>
            </a:r>
            <a:r>
              <a:rPr lang="en-GB" err="1"/>
              <a:t>manier</a:t>
            </a:r>
            <a:r>
              <a:rPr lang="en-GB"/>
              <a:t> </a:t>
            </a:r>
            <a:r>
              <a:rPr lang="en-GB" err="1"/>
              <a:t>meewerkt</a:t>
            </a:r>
            <a:r>
              <a:rPr lang="en-GB"/>
              <a:t> </a:t>
            </a:r>
          </a:p>
          <a:p>
            <a:r>
              <a:rPr lang="en-GB"/>
              <a:t>Regisseur – Een </a:t>
            </a:r>
            <a:r>
              <a:rPr lang="en-GB" err="1"/>
              <a:t>persoon</a:t>
            </a:r>
            <a:r>
              <a:rPr lang="en-GB"/>
              <a:t> met </a:t>
            </a:r>
            <a:r>
              <a:rPr lang="en-GB" err="1"/>
              <a:t>een</a:t>
            </a:r>
            <a:r>
              <a:rPr lang="en-GB"/>
              <a:t> </a:t>
            </a:r>
            <a:r>
              <a:rPr lang="en-GB" err="1"/>
              <a:t>beperking</a:t>
            </a:r>
            <a:r>
              <a:rPr lang="en-GB"/>
              <a:t> </a:t>
            </a:r>
            <a:r>
              <a:rPr lang="en-GB" err="1"/>
              <a:t>eindverantwoordelijk</a:t>
            </a:r>
            <a:r>
              <a:rPr lang="en-GB"/>
              <a:t> </a:t>
            </a:r>
            <a:r>
              <a:rPr lang="en-GB" err="1"/>
              <a:t>maken</a:t>
            </a:r>
            <a:r>
              <a:rPr lang="en-GB"/>
              <a:t> van het </a:t>
            </a:r>
            <a:r>
              <a:rPr lang="en-GB" err="1"/>
              <a:t>ontwerpproces</a:t>
            </a:r>
            <a:endParaRPr lang="en-GB"/>
          </a:p>
        </p:txBody>
      </p:sp>
      <p:pic>
        <p:nvPicPr>
          <p:cNvPr id="8" name="Tijdelijke aanduiding voor inhoud 7" descr="Vijf kaarten met stokfigurenillustraties die de rollen van een ervaringsdeskundige tonen. Van links naar rechts: Toehoorder (figuur luistert aandachtig), Meedenker (figuur zit en denkt na), Adviseur (twee figuren wisselen een document uit), Partner (twee figuren staan gelijkwaardig naast elkaar), Regisseur (figuur houdt een filmklapper vast en neemt de regie).">
            <a:extLst>
              <a:ext uri="{FF2B5EF4-FFF2-40B4-BE49-F238E27FC236}">
                <a16:creationId xmlns:a16="http://schemas.microsoft.com/office/drawing/2014/main" id="{FF4D2A67-DDC5-9419-60D9-CC587681389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11702" b="13475"/>
          <a:stretch>
            <a:fillRect/>
          </a:stretch>
        </p:blipFill>
        <p:spPr>
          <a:xfrm>
            <a:off x="472903" y="1906191"/>
            <a:ext cx="10935364" cy="3149778"/>
          </a:xfrm>
          <a:prstGeom prst="rect">
            <a:avLst/>
          </a:prstGeom>
        </p:spPr>
      </p:pic>
    </p:spTree>
    <p:extLst>
      <p:ext uri="{BB962C8B-B14F-4D97-AF65-F5344CB8AC3E}">
        <p14:creationId xmlns:p14="http://schemas.microsoft.com/office/powerpoint/2010/main" val="1615486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D07C066-2777-7122-1E40-C65C006F8D8C}"/>
              </a:ext>
            </a:extLst>
          </p:cNvPr>
          <p:cNvSpPr>
            <a:spLocks noGrp="1"/>
          </p:cNvSpPr>
          <p:nvPr>
            <p:ph type="ctrTitle"/>
          </p:nvPr>
        </p:nvSpPr>
        <p:spPr>
          <a:xfrm>
            <a:off x="695400" y="764704"/>
            <a:ext cx="7561263" cy="990600"/>
          </a:xfrm>
        </p:spPr>
        <p:txBody>
          <a:bodyPr/>
          <a:lstStyle/>
          <a:p>
            <a:r>
              <a:rPr lang="nl-NL"/>
              <a:t>Tips en tricks inclusief onderzoek</a:t>
            </a:r>
          </a:p>
        </p:txBody>
      </p:sp>
    </p:spTree>
    <p:extLst>
      <p:ext uri="{BB962C8B-B14F-4D97-AF65-F5344CB8AC3E}">
        <p14:creationId xmlns:p14="http://schemas.microsoft.com/office/powerpoint/2010/main" val="1423345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37C93B-8482-DD62-4235-92ABBC4CBE77}"/>
              </a:ext>
            </a:extLst>
          </p:cNvPr>
          <p:cNvSpPr>
            <a:spLocks noGrp="1"/>
          </p:cNvSpPr>
          <p:nvPr>
            <p:ph type="title"/>
          </p:nvPr>
        </p:nvSpPr>
        <p:spPr/>
        <p:txBody>
          <a:bodyPr/>
          <a:lstStyle/>
          <a:p>
            <a:r>
              <a:rPr lang="nl-NL"/>
              <a:t>Een praktisch hulpmiddel</a:t>
            </a:r>
          </a:p>
        </p:txBody>
      </p:sp>
      <p:pic>
        <p:nvPicPr>
          <p:cNvPr id="6146" name="Picture 2" descr="Omslag van de Code Inclusief Digitaal Ontwerpen, versie 1.0 (april 2025). Een diverse groep mensen staat samen op de voorgrond. De ondertitel luidt: &quot;Standaard voor het inclusief ontwerpen van digitale producten en diensten met de inzet van ervaringsdeskundigheid.&quot;">
            <a:extLst>
              <a:ext uri="{FF2B5EF4-FFF2-40B4-BE49-F238E27FC236}">
                <a16:creationId xmlns:a16="http://schemas.microsoft.com/office/drawing/2014/main" id="{55FE47C7-AEE3-BC74-CCAD-F2274686515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819576" y="1628774"/>
            <a:ext cx="3268312" cy="4608719"/>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22BC641B-091D-4B67-FEA4-00324DA7B6A2}"/>
              </a:ext>
              <a:ext uri="{C183D7F6-B498-43B3-948B-1728B52AA6E4}">
                <adec:decorative xmlns:adec="http://schemas.microsoft.com/office/drawing/2017/decorative" val="1"/>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960096" y="2303472"/>
            <a:ext cx="3212085" cy="3259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290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F423D2-84BF-1690-04B7-D87562EE6C3D}"/>
              </a:ext>
            </a:extLst>
          </p:cNvPr>
          <p:cNvSpPr>
            <a:spLocks noGrp="1"/>
          </p:cNvSpPr>
          <p:nvPr>
            <p:ph type="title"/>
          </p:nvPr>
        </p:nvSpPr>
        <p:spPr>
          <a:xfrm>
            <a:off x="695325" y="279400"/>
            <a:ext cx="10801350" cy="1079500"/>
          </a:xfrm>
        </p:spPr>
        <p:txBody>
          <a:bodyPr anchor="b">
            <a:normAutofit/>
          </a:bodyPr>
          <a:lstStyle/>
          <a:p>
            <a:r>
              <a:rPr lang="nl-NL"/>
              <a:t>Wie betrek je?</a:t>
            </a:r>
          </a:p>
        </p:txBody>
      </p:sp>
      <p:sp>
        <p:nvSpPr>
          <p:cNvPr id="3" name="Tijdelijke aanduiding voor inhoud 2">
            <a:extLst>
              <a:ext uri="{FF2B5EF4-FFF2-40B4-BE49-F238E27FC236}">
                <a16:creationId xmlns:a16="http://schemas.microsoft.com/office/drawing/2014/main" id="{A9D78B01-D7F8-87DB-10F2-BC6929348357}"/>
              </a:ext>
            </a:extLst>
          </p:cNvPr>
          <p:cNvSpPr>
            <a:spLocks noGrp="1"/>
          </p:cNvSpPr>
          <p:nvPr>
            <p:ph sz="half" idx="1"/>
          </p:nvPr>
        </p:nvSpPr>
        <p:spPr>
          <a:xfrm>
            <a:off x="876300" y="1628775"/>
            <a:ext cx="4949825" cy="4319588"/>
          </a:xfrm>
        </p:spPr>
        <p:txBody>
          <a:bodyPr>
            <a:normAutofit/>
          </a:bodyPr>
          <a:lstStyle/>
          <a:p>
            <a:r>
              <a:rPr lang="nl-NL"/>
              <a:t>Hangt af van het doel </a:t>
            </a:r>
          </a:p>
          <a:p>
            <a:r>
              <a:rPr lang="nl-NL"/>
              <a:t>Diversiteit </a:t>
            </a:r>
          </a:p>
          <a:p>
            <a:pPr lvl="1"/>
            <a:r>
              <a:rPr lang="nl-NL" sz="2400"/>
              <a:t>Variatie binnen de doelgroep</a:t>
            </a:r>
          </a:p>
          <a:p>
            <a:pPr lvl="2"/>
            <a:r>
              <a:rPr lang="nl-NL" sz="2400"/>
              <a:t>3-5 deelnemers per “doelgroep”</a:t>
            </a:r>
          </a:p>
          <a:p>
            <a:pPr lvl="1"/>
            <a:r>
              <a:rPr lang="nl-NL" sz="2400"/>
              <a:t>Variatie tussen verschillende onderzoeksgroepen </a:t>
            </a:r>
          </a:p>
          <a:p>
            <a:r>
              <a:rPr lang="nl-NL"/>
              <a:t>Rol in de ontwikkeling</a:t>
            </a:r>
          </a:p>
          <a:p>
            <a:pPr lvl="1"/>
            <a:r>
              <a:rPr lang="nl-NL" sz="2400"/>
              <a:t>Adviesgroep versus deelnemer  </a:t>
            </a:r>
          </a:p>
        </p:txBody>
      </p:sp>
      <p:pic>
        <p:nvPicPr>
          <p:cNvPr id="8" name="Onlinemedia 4" title="Blindness is not all or nothing…it is a spectrum! #blind #vision #awareness">
            <a:hlinkClick r:id="" action="ppaction://media"/>
            <a:extLst>
              <a:ext uri="{FF2B5EF4-FFF2-40B4-BE49-F238E27FC236}">
                <a16:creationId xmlns:a16="http://schemas.microsoft.com/office/drawing/2014/main" id="{620B4788-55E9-1BE5-BF7C-AEE5ECEEEDC5}"/>
              </a:ext>
            </a:extLst>
          </p:cNvPr>
          <p:cNvPicPr>
            <a:picLocks noGrp="1" noRot="1" noChangeAspect="1"/>
          </p:cNvPicPr>
          <p:nvPr>
            <p:ph sz="half" idx="2"/>
            <a:videoFile r:link="rId1"/>
          </p:nvPr>
        </p:nvPicPr>
        <p:blipFill>
          <a:blip r:embed="rId4"/>
          <a:srcRect l="-1" t="586" r="-2173" b="905"/>
          <a:stretch>
            <a:fillRect/>
          </a:stretch>
        </p:blipFill>
        <p:spPr>
          <a:xfrm>
            <a:off x="7620504" y="1628775"/>
            <a:ext cx="2440567" cy="4319588"/>
          </a:xfrm>
          <a:prstGeom prst="rect">
            <a:avLst/>
          </a:prstGeom>
          <a:noFill/>
        </p:spPr>
      </p:pic>
    </p:spTree>
    <p:extLst>
      <p:ext uri="{BB962C8B-B14F-4D97-AF65-F5344CB8AC3E}">
        <p14:creationId xmlns:p14="http://schemas.microsoft.com/office/powerpoint/2010/main" val="249669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vol="80000">
                <p:cTn id="12" fill="hold" display="0">
                  <p:stCondLst>
                    <p:cond delay="indefinite"/>
                  </p:stCondLst>
                </p:cTn>
                <p:tgtEl>
                  <p:spTgt spid="8"/>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98D219-BD75-8437-5FDD-CF3BE7B2AE3D}"/>
              </a:ext>
            </a:extLst>
          </p:cNvPr>
          <p:cNvSpPr>
            <a:spLocks noGrp="1"/>
          </p:cNvSpPr>
          <p:nvPr>
            <p:ph type="title"/>
          </p:nvPr>
        </p:nvSpPr>
        <p:spPr/>
        <p:txBody>
          <a:bodyPr/>
          <a:lstStyle/>
          <a:p>
            <a:r>
              <a:rPr lang="nl-NL"/>
              <a:t>Waar kan je deelnemers vinden? </a:t>
            </a:r>
          </a:p>
        </p:txBody>
      </p:sp>
      <p:sp>
        <p:nvSpPr>
          <p:cNvPr id="3" name="Tijdelijke aanduiding voor inhoud 2">
            <a:extLst>
              <a:ext uri="{FF2B5EF4-FFF2-40B4-BE49-F238E27FC236}">
                <a16:creationId xmlns:a16="http://schemas.microsoft.com/office/drawing/2014/main" id="{7531D0DF-5FD5-E326-5E5B-5D2334794A65}"/>
              </a:ext>
            </a:extLst>
          </p:cNvPr>
          <p:cNvSpPr>
            <a:spLocks noGrp="1"/>
          </p:cNvSpPr>
          <p:nvPr>
            <p:ph idx="1"/>
          </p:nvPr>
        </p:nvSpPr>
        <p:spPr>
          <a:xfrm>
            <a:off x="815546" y="1816443"/>
            <a:ext cx="10500154" cy="4131919"/>
          </a:xfrm>
        </p:spPr>
        <p:txBody>
          <a:bodyPr/>
          <a:lstStyle/>
          <a:p>
            <a:r>
              <a:rPr lang="nl-NL" sz="3200"/>
              <a:t>Open uitnodigingen </a:t>
            </a:r>
          </a:p>
          <a:p>
            <a:pPr lvl="1"/>
            <a:r>
              <a:rPr lang="nl-NL" sz="2800"/>
              <a:t>Sociale media (Facebook, </a:t>
            </a:r>
            <a:r>
              <a:rPr lang="nl-NL" sz="2800" err="1"/>
              <a:t>Reddit</a:t>
            </a:r>
            <a:r>
              <a:rPr lang="nl-NL" sz="2800"/>
              <a:t>, LinkedIn)</a:t>
            </a:r>
          </a:p>
          <a:p>
            <a:pPr lvl="1"/>
            <a:r>
              <a:rPr lang="nl-NL" sz="2800"/>
              <a:t>Je netwerk (via-via) </a:t>
            </a:r>
          </a:p>
          <a:p>
            <a:r>
              <a:rPr lang="nl-NL" sz="3200"/>
              <a:t>Organisaties</a:t>
            </a:r>
          </a:p>
          <a:p>
            <a:pPr lvl="1"/>
            <a:r>
              <a:rPr lang="nl-NL" sz="2800"/>
              <a:t>Stichting ABC, Oogvereniging, Stichting Accessibility, LFB, Stichting MEE</a:t>
            </a:r>
          </a:p>
          <a:p>
            <a:r>
              <a:rPr lang="nl-NL" sz="3200"/>
              <a:t>Buiten </a:t>
            </a:r>
          </a:p>
          <a:p>
            <a:pPr lvl="1"/>
            <a:r>
              <a:rPr lang="nl-NL" sz="2800"/>
              <a:t>Op straat, in de plaatselijke bibliotheek, enz. </a:t>
            </a:r>
          </a:p>
        </p:txBody>
      </p:sp>
    </p:spTree>
    <p:extLst>
      <p:ext uri="{BB962C8B-B14F-4D97-AF65-F5344CB8AC3E}">
        <p14:creationId xmlns:p14="http://schemas.microsoft.com/office/powerpoint/2010/main" val="3130860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8DA5A1-E7C6-294C-527C-4815163C0E1A}"/>
              </a:ext>
            </a:extLst>
          </p:cNvPr>
          <p:cNvSpPr>
            <a:spLocks noGrp="1"/>
          </p:cNvSpPr>
          <p:nvPr>
            <p:ph type="title"/>
          </p:nvPr>
        </p:nvSpPr>
        <p:spPr/>
        <p:txBody>
          <a:bodyPr/>
          <a:lstStyle/>
          <a:p>
            <a:r>
              <a:rPr lang="nl-NL"/>
              <a:t>Inclusief onderzoek - omgeving</a:t>
            </a:r>
          </a:p>
        </p:txBody>
      </p:sp>
      <p:sp>
        <p:nvSpPr>
          <p:cNvPr id="3" name="Tijdelijke aanduiding voor inhoud 2">
            <a:extLst>
              <a:ext uri="{FF2B5EF4-FFF2-40B4-BE49-F238E27FC236}">
                <a16:creationId xmlns:a16="http://schemas.microsoft.com/office/drawing/2014/main" id="{641698F4-0118-F243-4EDA-3188CFEF2C33}"/>
              </a:ext>
            </a:extLst>
          </p:cNvPr>
          <p:cNvSpPr>
            <a:spLocks noGrp="1"/>
          </p:cNvSpPr>
          <p:nvPr>
            <p:ph sz="half" idx="1"/>
          </p:nvPr>
        </p:nvSpPr>
        <p:spPr>
          <a:xfrm>
            <a:off x="876300" y="1628775"/>
            <a:ext cx="6515844" cy="4319588"/>
          </a:xfrm>
        </p:spPr>
        <p:txBody>
          <a:bodyPr/>
          <a:lstStyle/>
          <a:p>
            <a:pPr>
              <a:lnSpc>
                <a:spcPct val="150000"/>
              </a:lnSpc>
            </a:pPr>
            <a:r>
              <a:rPr lang="nl-NL"/>
              <a:t>Onderzoek locatie (algemeen)</a:t>
            </a:r>
          </a:p>
          <a:p>
            <a:pPr>
              <a:lnSpc>
                <a:spcPct val="150000"/>
              </a:lnSpc>
            </a:pPr>
            <a:r>
              <a:rPr lang="nl-NL"/>
              <a:t>Bij persoon of in onderzoeksruimte</a:t>
            </a:r>
          </a:p>
          <a:p>
            <a:pPr>
              <a:lnSpc>
                <a:spcPct val="150000"/>
              </a:lnSpc>
            </a:pPr>
            <a:r>
              <a:rPr lang="nl-NL"/>
              <a:t>Test de Test </a:t>
            </a:r>
          </a:p>
        </p:txBody>
      </p:sp>
      <p:pic>
        <p:nvPicPr>
          <p:cNvPr id="5" name="Tijdelijke aanduiding voor inhoud 4">
            <a:extLst>
              <a:ext uri="{FF2B5EF4-FFF2-40B4-BE49-F238E27FC236}">
                <a16:creationId xmlns:a16="http://schemas.microsoft.com/office/drawing/2014/main" id="{65EBD418-D14E-BF64-C001-F413046AE207}"/>
              </a:ext>
              <a:ext uri="{C183D7F6-B498-43B3-948B-1728B52AA6E4}">
                <adec:decorative xmlns:adec="http://schemas.microsoft.com/office/drawing/2017/decorative" val="1"/>
              </a:ext>
            </a:extLst>
          </p:cNvPr>
          <p:cNvPicPr>
            <a:picLocks noGrp="1" noChangeAspect="1"/>
          </p:cNvPicPr>
          <p:nvPr>
            <p:ph sz="half" idx="2"/>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48085" y="1628775"/>
            <a:ext cx="2185404" cy="4319588"/>
          </a:xfrm>
          <a:prstGeom prst="rect">
            <a:avLst/>
          </a:prstGeom>
        </p:spPr>
      </p:pic>
    </p:spTree>
    <p:extLst>
      <p:ext uri="{BB962C8B-B14F-4D97-AF65-F5344CB8AC3E}">
        <p14:creationId xmlns:p14="http://schemas.microsoft.com/office/powerpoint/2010/main" val="3326800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2CF812-0224-D1E3-D3A3-2BCE2FA1CB44}"/>
              </a:ext>
            </a:extLst>
          </p:cNvPr>
          <p:cNvSpPr>
            <a:spLocks noGrp="1"/>
          </p:cNvSpPr>
          <p:nvPr>
            <p:ph type="title"/>
          </p:nvPr>
        </p:nvSpPr>
        <p:spPr/>
        <p:txBody>
          <a:bodyPr/>
          <a:lstStyle/>
          <a:p>
            <a:r>
              <a:rPr lang="nl-NL"/>
              <a:t>Inclusief onderzoek – communicatie </a:t>
            </a:r>
          </a:p>
        </p:txBody>
      </p:sp>
      <p:sp>
        <p:nvSpPr>
          <p:cNvPr id="3" name="Tijdelijke aanduiding voor inhoud 2">
            <a:extLst>
              <a:ext uri="{FF2B5EF4-FFF2-40B4-BE49-F238E27FC236}">
                <a16:creationId xmlns:a16="http://schemas.microsoft.com/office/drawing/2014/main" id="{2AC94430-2CC5-FBD7-1429-9AFDBB43E32D}"/>
              </a:ext>
            </a:extLst>
          </p:cNvPr>
          <p:cNvSpPr>
            <a:spLocks noGrp="1"/>
          </p:cNvSpPr>
          <p:nvPr>
            <p:ph sz="half" idx="1"/>
          </p:nvPr>
        </p:nvSpPr>
        <p:spPr/>
        <p:txBody>
          <a:bodyPr/>
          <a:lstStyle/>
          <a:p>
            <a:pPr>
              <a:lnSpc>
                <a:spcPct val="100000"/>
              </a:lnSpc>
            </a:pPr>
            <a:r>
              <a:rPr lang="nl-NL"/>
              <a:t>Uitnodiging </a:t>
            </a:r>
          </a:p>
          <a:p>
            <a:pPr>
              <a:lnSpc>
                <a:spcPct val="100000"/>
              </a:lnSpc>
            </a:pPr>
            <a:r>
              <a:rPr lang="nl-NL"/>
              <a:t>Toestemmingsformulier </a:t>
            </a:r>
          </a:p>
          <a:p>
            <a:pPr>
              <a:lnSpc>
                <a:spcPct val="100000"/>
              </a:lnSpc>
            </a:pPr>
            <a:r>
              <a:rPr lang="nl-NL"/>
              <a:t>Deel nuttige informatie </a:t>
            </a:r>
          </a:p>
          <a:p>
            <a:pPr lvl="1">
              <a:lnSpc>
                <a:spcPct val="100000"/>
              </a:lnSpc>
            </a:pPr>
            <a:r>
              <a:rPr lang="nl-NL"/>
              <a:t>Verwachtingen </a:t>
            </a:r>
          </a:p>
          <a:p>
            <a:pPr lvl="1">
              <a:lnSpc>
                <a:spcPct val="100000"/>
              </a:lnSpc>
            </a:pPr>
            <a:r>
              <a:rPr lang="nl-NL"/>
              <a:t>Routebeschrijving </a:t>
            </a:r>
          </a:p>
          <a:p>
            <a:pPr lvl="1">
              <a:lnSpc>
                <a:spcPct val="100000"/>
              </a:lnSpc>
            </a:pPr>
            <a:r>
              <a:rPr lang="nl-NL"/>
              <a:t>Contactgegevens (verschillende opties </a:t>
            </a:r>
          </a:p>
          <a:p>
            <a:pPr>
              <a:lnSpc>
                <a:spcPct val="100000"/>
              </a:lnSpc>
            </a:pPr>
            <a:r>
              <a:rPr lang="nl-NL"/>
              <a:t>Feedback over de resultaten</a:t>
            </a:r>
          </a:p>
        </p:txBody>
      </p:sp>
      <p:pic>
        <p:nvPicPr>
          <p:cNvPr id="5" name="Tijdelijke aanduiding voor inhoud 4">
            <a:extLst>
              <a:ext uri="{FF2B5EF4-FFF2-40B4-BE49-F238E27FC236}">
                <a16:creationId xmlns:a16="http://schemas.microsoft.com/office/drawing/2014/main" id="{CD78D58D-5E30-189F-2CD3-01505560B5F6}"/>
              </a:ext>
              <a:ext uri="{C183D7F6-B498-43B3-948B-1728B52AA6E4}">
                <adec:decorative xmlns:adec="http://schemas.microsoft.com/office/drawing/2017/decorative" val="1"/>
              </a:ext>
            </a:extLst>
          </p:cNvPr>
          <p:cNvPicPr>
            <a:picLocks noGrp="1" noChangeAspect="1"/>
          </p:cNvPicPr>
          <p:nvPr>
            <p:ph sz="half" idx="2"/>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8147064" y="1628775"/>
            <a:ext cx="1387447" cy="4319588"/>
          </a:xfrm>
          <a:prstGeom prst="rect">
            <a:avLst/>
          </a:prstGeom>
        </p:spPr>
      </p:pic>
    </p:spTree>
    <p:extLst>
      <p:ext uri="{BB962C8B-B14F-4D97-AF65-F5344CB8AC3E}">
        <p14:creationId xmlns:p14="http://schemas.microsoft.com/office/powerpoint/2010/main" val="24053713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4A51E2-3E19-320A-1D36-676C2305495A}"/>
              </a:ext>
            </a:extLst>
          </p:cNvPr>
          <p:cNvSpPr>
            <a:spLocks noGrp="1"/>
          </p:cNvSpPr>
          <p:nvPr>
            <p:ph type="title"/>
          </p:nvPr>
        </p:nvSpPr>
        <p:spPr/>
        <p:txBody>
          <a:bodyPr/>
          <a:lstStyle/>
          <a:p>
            <a:r>
              <a:rPr lang="nl-NL"/>
              <a:t>Inclusief onderzoek – uitvoering </a:t>
            </a:r>
          </a:p>
        </p:txBody>
      </p:sp>
      <p:sp>
        <p:nvSpPr>
          <p:cNvPr id="3" name="Tijdelijke aanduiding voor inhoud 2">
            <a:extLst>
              <a:ext uri="{FF2B5EF4-FFF2-40B4-BE49-F238E27FC236}">
                <a16:creationId xmlns:a16="http://schemas.microsoft.com/office/drawing/2014/main" id="{D3427012-A7BD-0A6C-C6DB-B67FB0C20011}"/>
              </a:ext>
            </a:extLst>
          </p:cNvPr>
          <p:cNvSpPr>
            <a:spLocks noGrp="1"/>
          </p:cNvSpPr>
          <p:nvPr>
            <p:ph sz="half" idx="1"/>
          </p:nvPr>
        </p:nvSpPr>
        <p:spPr>
          <a:xfrm>
            <a:off x="876300" y="1628775"/>
            <a:ext cx="6587852" cy="4319588"/>
          </a:xfrm>
        </p:spPr>
        <p:txBody>
          <a:bodyPr/>
          <a:lstStyle/>
          <a:p>
            <a:r>
              <a:rPr lang="nl-NL"/>
              <a:t>Neem de tijd</a:t>
            </a:r>
          </a:p>
          <a:p>
            <a:r>
              <a:rPr lang="nl-NL"/>
              <a:t>Ophalen en wegbrengen</a:t>
            </a:r>
          </a:p>
          <a:p>
            <a:r>
              <a:rPr lang="nl-NL"/>
              <a:t>Communicatie </a:t>
            </a:r>
          </a:p>
          <a:p>
            <a:pPr lvl="1"/>
            <a:r>
              <a:rPr lang="nl-NL"/>
              <a:t>Duidelijke taal </a:t>
            </a:r>
          </a:p>
          <a:p>
            <a:pPr lvl="1"/>
            <a:r>
              <a:rPr lang="nl-NL"/>
              <a:t>Tolk </a:t>
            </a:r>
          </a:p>
          <a:p>
            <a:r>
              <a:rPr lang="nl-NL"/>
              <a:t>Software en hardware</a:t>
            </a:r>
          </a:p>
          <a:p>
            <a:r>
              <a:rPr lang="nl-NL"/>
              <a:t>Vergoeding </a:t>
            </a:r>
          </a:p>
          <a:p>
            <a:pPr lvl="1"/>
            <a:endParaRPr lang="nl-NL"/>
          </a:p>
        </p:txBody>
      </p:sp>
      <p:pic>
        <p:nvPicPr>
          <p:cNvPr id="5" name="Tijdelijke aanduiding voor inhoud 4">
            <a:extLst>
              <a:ext uri="{FF2B5EF4-FFF2-40B4-BE49-F238E27FC236}">
                <a16:creationId xmlns:a16="http://schemas.microsoft.com/office/drawing/2014/main" id="{4B63AEB1-CE44-BA6D-2DD6-350970385455}"/>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996191" y="1628775"/>
            <a:ext cx="1689193" cy="4319588"/>
          </a:xfrm>
          <a:prstGeom prst="rect">
            <a:avLst/>
          </a:prstGeom>
        </p:spPr>
      </p:pic>
    </p:spTree>
    <p:extLst>
      <p:ext uri="{BB962C8B-B14F-4D97-AF65-F5344CB8AC3E}">
        <p14:creationId xmlns:p14="http://schemas.microsoft.com/office/powerpoint/2010/main" val="3676870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492734-1692-348D-9B80-1D578D1CB023}"/>
              </a:ext>
            </a:extLst>
          </p:cNvPr>
          <p:cNvSpPr>
            <a:spLocks noGrp="1"/>
          </p:cNvSpPr>
          <p:nvPr>
            <p:ph type="title"/>
          </p:nvPr>
        </p:nvSpPr>
        <p:spPr/>
        <p:txBody>
          <a:bodyPr/>
          <a:lstStyle/>
          <a:p>
            <a:r>
              <a:rPr lang="nl-NL"/>
              <a:t>Elke deelnemer is een mens </a:t>
            </a:r>
          </a:p>
        </p:txBody>
      </p:sp>
      <p:sp>
        <p:nvSpPr>
          <p:cNvPr id="3" name="Tijdelijke aanduiding voor inhoud 2">
            <a:extLst>
              <a:ext uri="{FF2B5EF4-FFF2-40B4-BE49-F238E27FC236}">
                <a16:creationId xmlns:a16="http://schemas.microsoft.com/office/drawing/2014/main" id="{FBAEBCEF-FBC9-B951-CB13-7B3DC6F4052E}"/>
              </a:ext>
            </a:extLst>
          </p:cNvPr>
          <p:cNvSpPr>
            <a:spLocks noGrp="1"/>
          </p:cNvSpPr>
          <p:nvPr>
            <p:ph sz="half" idx="1"/>
          </p:nvPr>
        </p:nvSpPr>
        <p:spPr/>
        <p:txBody>
          <a:bodyPr/>
          <a:lstStyle/>
          <a:p>
            <a:pPr marL="0" indent="0">
              <a:lnSpc>
                <a:spcPct val="200000"/>
              </a:lnSpc>
              <a:buNone/>
            </a:pPr>
            <a:r>
              <a:rPr lang="nl-NL"/>
              <a:t>Beoordeel iemand niet op basis van zijn of haar beperking. </a:t>
            </a:r>
          </a:p>
          <a:p>
            <a:pPr marL="0" indent="0">
              <a:lnSpc>
                <a:spcPct val="200000"/>
              </a:lnSpc>
              <a:buNone/>
            </a:pPr>
            <a:r>
              <a:rPr lang="nl-NL"/>
              <a:t>Durf te vragen naar iemands voorkeuren. </a:t>
            </a:r>
          </a:p>
        </p:txBody>
      </p:sp>
      <p:pic>
        <p:nvPicPr>
          <p:cNvPr id="5" name="Tijdelijke aanduiding voor inhoud 4">
            <a:extLst>
              <a:ext uri="{FF2B5EF4-FFF2-40B4-BE49-F238E27FC236}">
                <a16:creationId xmlns:a16="http://schemas.microsoft.com/office/drawing/2014/main" id="{00BD6649-C1FB-1CCC-A883-058922E4C480}"/>
              </a:ext>
              <a:ext uri="{C183D7F6-B498-43B3-948B-1728B52AA6E4}">
                <adec:decorative xmlns:adec="http://schemas.microsoft.com/office/drawing/2017/decorative" val="1"/>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7521822" y="2067817"/>
            <a:ext cx="2637931" cy="3441503"/>
          </a:xfrm>
          <a:prstGeom prst="rect">
            <a:avLst/>
          </a:prstGeom>
        </p:spPr>
      </p:pic>
    </p:spTree>
    <p:extLst>
      <p:ext uri="{BB962C8B-B14F-4D97-AF65-F5344CB8AC3E}">
        <p14:creationId xmlns:p14="http://schemas.microsoft.com/office/powerpoint/2010/main" val="3463318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BED218-49E8-EF55-76C5-D1A7C1DB9C8E}"/>
              </a:ext>
            </a:extLst>
          </p:cNvPr>
          <p:cNvSpPr>
            <a:spLocks noGrp="1"/>
          </p:cNvSpPr>
          <p:nvPr>
            <p:ph type="title"/>
          </p:nvPr>
        </p:nvSpPr>
        <p:spPr/>
        <p:txBody>
          <a:bodyPr/>
          <a:lstStyle/>
          <a:p>
            <a:r>
              <a:rPr lang="nl-NL"/>
              <a:t>Samenvatting</a:t>
            </a:r>
          </a:p>
        </p:txBody>
      </p:sp>
      <p:sp>
        <p:nvSpPr>
          <p:cNvPr id="3" name="Tijdelijke aanduiding voor inhoud 2">
            <a:extLst>
              <a:ext uri="{FF2B5EF4-FFF2-40B4-BE49-F238E27FC236}">
                <a16:creationId xmlns:a16="http://schemas.microsoft.com/office/drawing/2014/main" id="{082168CF-6B59-22F2-6A53-BC536F9DD823}"/>
              </a:ext>
            </a:extLst>
          </p:cNvPr>
          <p:cNvSpPr>
            <a:spLocks noGrp="1"/>
          </p:cNvSpPr>
          <p:nvPr>
            <p:ph idx="1"/>
          </p:nvPr>
        </p:nvSpPr>
        <p:spPr/>
        <p:txBody>
          <a:bodyPr/>
          <a:lstStyle/>
          <a:p>
            <a:pPr>
              <a:lnSpc>
                <a:spcPct val="150000"/>
              </a:lnSpc>
            </a:pPr>
            <a:r>
              <a:rPr lang="nl-NL"/>
              <a:t>Het doel van toegankelijkheid is dat iedereen gelijke kansen heeft om mee te doen</a:t>
            </a:r>
          </a:p>
          <a:p>
            <a:pPr>
              <a:lnSpc>
                <a:spcPct val="150000"/>
              </a:lnSpc>
            </a:pPr>
            <a:r>
              <a:rPr lang="nl-NL"/>
              <a:t>Toegankelijkheid is nuttig voor iedereen </a:t>
            </a:r>
          </a:p>
          <a:p>
            <a:pPr>
              <a:lnSpc>
                <a:spcPct val="150000"/>
              </a:lnSpc>
            </a:pPr>
            <a:r>
              <a:rPr lang="nl-NL"/>
              <a:t>Ontwerp met de eindgebruiker in gedachten </a:t>
            </a:r>
          </a:p>
          <a:p>
            <a:pPr>
              <a:lnSpc>
                <a:spcPct val="150000"/>
              </a:lnSpc>
            </a:pPr>
            <a:r>
              <a:rPr lang="nl-NL"/>
              <a:t>Doe toegankelijk en inclusief onderzoek </a:t>
            </a:r>
          </a:p>
          <a:p>
            <a:pPr lvl="1">
              <a:lnSpc>
                <a:spcPct val="150000"/>
              </a:lnSpc>
            </a:pPr>
            <a:r>
              <a:rPr lang="nl-NL"/>
              <a:t>Vraag het gewoon!</a:t>
            </a:r>
          </a:p>
        </p:txBody>
      </p:sp>
    </p:spTree>
    <p:extLst>
      <p:ext uri="{BB962C8B-B14F-4D97-AF65-F5344CB8AC3E}">
        <p14:creationId xmlns:p14="http://schemas.microsoft.com/office/powerpoint/2010/main" val="24441953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EB3C7C-2781-9B7D-7964-BA0BEEEDFEF3}"/>
              </a:ext>
            </a:extLst>
          </p:cNvPr>
          <p:cNvSpPr>
            <a:spLocks noGrp="1"/>
          </p:cNvSpPr>
          <p:nvPr>
            <p:ph type="title"/>
          </p:nvPr>
        </p:nvSpPr>
        <p:spPr>
          <a:xfrm>
            <a:off x="983432" y="2996952"/>
            <a:ext cx="4860925" cy="864096"/>
          </a:xfrm>
        </p:spPr>
        <p:txBody>
          <a:bodyPr/>
          <a:lstStyle/>
          <a:p>
            <a:r>
              <a:rPr lang="nl-NL"/>
              <a:t>Vragen?</a:t>
            </a:r>
          </a:p>
        </p:txBody>
      </p:sp>
    </p:spTree>
    <p:extLst>
      <p:ext uri="{BB962C8B-B14F-4D97-AF65-F5344CB8AC3E}">
        <p14:creationId xmlns:p14="http://schemas.microsoft.com/office/powerpoint/2010/main" val="11365376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7A4A5D-49A1-97BE-4833-80BB8541674B}"/>
              </a:ext>
            </a:extLst>
          </p:cNvPr>
          <p:cNvSpPr>
            <a:spLocks noGrp="1"/>
          </p:cNvSpPr>
          <p:nvPr>
            <p:ph type="title"/>
          </p:nvPr>
        </p:nvSpPr>
        <p:spPr/>
        <p:txBody>
          <a:bodyPr/>
          <a:lstStyle/>
          <a:p>
            <a:r>
              <a:rPr lang="nl-NL"/>
              <a:t>Verdieping</a:t>
            </a:r>
          </a:p>
        </p:txBody>
      </p:sp>
      <p:sp>
        <p:nvSpPr>
          <p:cNvPr id="3" name="Tijdelijke aanduiding voor inhoud 2">
            <a:extLst>
              <a:ext uri="{FF2B5EF4-FFF2-40B4-BE49-F238E27FC236}">
                <a16:creationId xmlns:a16="http://schemas.microsoft.com/office/drawing/2014/main" id="{94CE15B9-3DF5-1B41-F847-E7E785B3D2F1}"/>
              </a:ext>
            </a:extLst>
          </p:cNvPr>
          <p:cNvSpPr>
            <a:spLocks noGrp="1"/>
          </p:cNvSpPr>
          <p:nvPr>
            <p:ph idx="1"/>
          </p:nvPr>
        </p:nvSpPr>
        <p:spPr/>
        <p:txBody>
          <a:bodyPr/>
          <a:lstStyle/>
          <a:p>
            <a:pPr lvl="1"/>
            <a:r>
              <a:rPr lang="nl-NL">
                <a:hlinkClick r:id="rId3"/>
              </a:rPr>
              <a:t>https://www.accessibility.nl/code-inclusief-digitaal-ontwerpen</a:t>
            </a:r>
            <a:endParaRPr lang="en-US">
              <a:latin typeface="Muli" panose="00000500000000000000" pitchFamily="2" charset="0"/>
            </a:endParaRPr>
          </a:p>
          <a:p>
            <a:pPr lvl="1"/>
            <a:r>
              <a:rPr lang="nl-NL">
                <a:hlinkClick r:id="rId4"/>
              </a:rPr>
              <a:t>https://www.gebruikercentraal.nl/videopagina/videoreeks-inclusief-gebruikersonderzoek-deel-1-waarom/</a:t>
            </a:r>
            <a:endParaRPr lang="nl-NL"/>
          </a:p>
          <a:p>
            <a:pPr lvl="1"/>
            <a:r>
              <a:rPr lang="nl-NL">
                <a:hlinkClick r:id="rId5"/>
              </a:rPr>
              <a:t>https://www.gebruikercentraal.nl/videopagina/videoreeks-inclusief-gebruikersonderzoek-deel-2-voor-wie-en-met-wie/</a:t>
            </a:r>
            <a:endParaRPr lang="nl-NL"/>
          </a:p>
          <a:p>
            <a:pPr lvl="1"/>
            <a:r>
              <a:rPr lang="nl-NL">
                <a:hlinkClick r:id="rId6"/>
              </a:rPr>
              <a:t>https://www.gebruikercentraal.nl/videopagina/videoreeks-inclusief-gebruikersonderzoek-deel-3-hoe/</a:t>
            </a:r>
            <a:endParaRPr lang="en-US"/>
          </a:p>
          <a:p>
            <a:pPr lvl="1"/>
            <a:r>
              <a:rPr lang="nl-NL"/>
              <a:t>Artikelen over “Inclusieve onderzoeksmethoden” op onze website </a:t>
            </a:r>
            <a:r>
              <a:rPr lang="nl-NL">
                <a:hlinkClick r:id="rId7"/>
              </a:rPr>
              <a:t>www.accessibility.nl</a:t>
            </a:r>
            <a:r>
              <a:rPr lang="nl-NL"/>
              <a:t> </a:t>
            </a:r>
          </a:p>
        </p:txBody>
      </p:sp>
    </p:spTree>
    <p:extLst>
      <p:ext uri="{BB962C8B-B14F-4D97-AF65-F5344CB8AC3E}">
        <p14:creationId xmlns:p14="http://schemas.microsoft.com/office/powerpoint/2010/main" val="2719996046"/>
      </p:ext>
    </p:extLst>
  </p:cSld>
  <p:clrMapOvr>
    <a:masterClrMapping/>
  </p:clrMapOvr>
</p:sld>
</file>

<file path=ppt/theme/theme1.xml><?xml version="1.0" encoding="utf-8"?>
<a:theme xmlns:a="http://schemas.openxmlformats.org/drawingml/2006/main" name="Accessibility 2025">
  <a:themeElements>
    <a:clrScheme name="Accesssibility PowerPoint 2025">
      <a:dk1>
        <a:srgbClr val="131B56"/>
      </a:dk1>
      <a:lt1>
        <a:srgbClr val="FFFFFF"/>
      </a:lt1>
      <a:dk2>
        <a:srgbClr val="000000"/>
      </a:dk2>
      <a:lt2>
        <a:srgbClr val="FFFFFF"/>
      </a:lt2>
      <a:accent1>
        <a:srgbClr val="4868EE"/>
      </a:accent1>
      <a:accent2>
        <a:srgbClr val="131B56"/>
      </a:accent2>
      <a:accent3>
        <a:srgbClr val="108670"/>
      </a:accent3>
      <a:accent4>
        <a:srgbClr val="766A9E"/>
      </a:accent4>
      <a:accent5>
        <a:srgbClr val="CD4D00"/>
      </a:accent5>
      <a:accent6>
        <a:srgbClr val="111328"/>
      </a:accent6>
      <a:hlink>
        <a:srgbClr val="4868EE"/>
      </a:hlink>
      <a:folHlink>
        <a:srgbClr val="108670"/>
      </a:folHlink>
    </a:clrScheme>
    <a:fontScheme name="Accessbility Verdana 2025">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werPoint-sjabloon-2025.pptx  -  Alleen-lezen" id="{DA8F61E7-1ACC-476E-B753-6821A2B2ACBE}" vid="{6A2F2A80-513A-404B-AECC-499F83E230C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A5016CD21C50F4FA2E6D6D6A3B87310" ma:contentTypeVersion="20" ma:contentTypeDescription="Een nieuw document maken." ma:contentTypeScope="" ma:versionID="7bfd37b2d57a4243013b283cf1475283">
  <xsd:schema xmlns:xsd="http://www.w3.org/2001/XMLSchema" xmlns:xs="http://www.w3.org/2001/XMLSchema" xmlns:p="http://schemas.microsoft.com/office/2006/metadata/properties" xmlns:ns2="c943f701-3070-4014-93cc-e1a70bea7440" xmlns:ns3="1263c341-9713-4178-8275-9acf484fd0e5" xmlns:ns4="9b6572fc-fa2b-4547-9ddf-896420785c3e" targetNamespace="http://schemas.microsoft.com/office/2006/metadata/properties" ma:root="true" ma:fieldsID="0eea935bc52ce7f49403aa1a59bfbae3" ns2:_="" ns3:_="" ns4:_="">
    <xsd:import namespace="c943f701-3070-4014-93cc-e1a70bea7440"/>
    <xsd:import namespace="1263c341-9713-4178-8275-9acf484fd0e5"/>
    <xsd:import namespace="9b6572fc-fa2b-4547-9ddf-896420785c3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element ref="ns3:MediaServiceAutoKeyPoints" minOccurs="0"/>
                <xsd:element ref="ns3:MediaServiceKeyPoints" minOccurs="0"/>
                <xsd:element ref="ns3:MediaServiceLocation" minOccurs="0"/>
                <xsd:element ref="ns3:lcf76f155ced4ddcb4097134ff3c332f" minOccurs="0"/>
                <xsd:element ref="ns4:TaxCatchAll" minOccurs="0"/>
                <xsd:element ref="ns3:_Flow_SignoffStatus"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43f701-3070-4014-93cc-e1a70bea7440" elementFormDefault="qualified">
    <xsd:import namespace="http://schemas.microsoft.com/office/2006/documentManagement/types"/>
    <xsd:import namespace="http://schemas.microsoft.com/office/infopath/2007/PartnerControls"/>
    <xsd:element name="SharedWithUsers" ma:index="8"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263c341-9713-4178-8275-9acf484fd0e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1ed76d20-58a8-4b1f-9877-7679a2579ca8"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Afmeldingsstatus" ma:internalName="Afmeldingsstatus">
      <xsd:simpleType>
        <xsd:restriction base="dms:Text"/>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b6572fc-fa2b-4547-9ddf-896420785c3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a0826c7-b843-4584-8746-1a60857b3873}" ma:internalName="TaxCatchAll" ma:showField="CatchAllData" ma:web="c943f701-3070-4014-93cc-e1a70bea744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b6572fc-fa2b-4547-9ddf-896420785c3e" xsi:nil="true"/>
    <lcf76f155ced4ddcb4097134ff3c332f xmlns="1263c341-9713-4178-8275-9acf484fd0e5">
      <Terms xmlns="http://schemas.microsoft.com/office/infopath/2007/PartnerControls"/>
    </lcf76f155ced4ddcb4097134ff3c332f>
    <_Flow_SignoffStatus xmlns="1263c341-9713-4178-8275-9acf484fd0e5" xsi:nil="true"/>
  </documentManagement>
</p:properties>
</file>

<file path=customXml/itemProps1.xml><?xml version="1.0" encoding="utf-8"?>
<ds:datastoreItem xmlns:ds="http://schemas.openxmlformats.org/officeDocument/2006/customXml" ds:itemID="{6FEBE1E2-3474-42DE-9060-62F03C9DC6F8}">
  <ds:schemaRefs>
    <ds:schemaRef ds:uri="http://schemas.microsoft.com/sharepoint/v3/contenttype/forms"/>
  </ds:schemaRefs>
</ds:datastoreItem>
</file>

<file path=customXml/itemProps2.xml><?xml version="1.0" encoding="utf-8"?>
<ds:datastoreItem xmlns:ds="http://schemas.openxmlformats.org/officeDocument/2006/customXml" ds:itemID="{CA790A2E-AB8D-4941-9100-1ED285541CF3}">
  <ds:schemaRefs>
    <ds:schemaRef ds:uri="1263c341-9713-4178-8275-9acf484fd0e5"/>
    <ds:schemaRef ds:uri="9b6572fc-fa2b-4547-9ddf-896420785c3e"/>
    <ds:schemaRef ds:uri="c943f701-3070-4014-93cc-e1a70bea74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05B0822-33D2-46D0-B344-853762DE16BA}">
  <ds:schemaRefs>
    <ds:schemaRef ds:uri="1263c341-9713-4178-8275-9acf484fd0e5"/>
    <ds:schemaRef ds:uri="9b6572fc-fa2b-4547-9ddf-896420785c3e"/>
    <ds:schemaRef ds:uri="c943f701-3070-4014-93cc-e1a70bea74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6388233e-eab9-4bfa-ba11-cc67e80f819e}" enabled="0" method="" siteId="{6388233e-eab9-4bfa-ba11-cc67e80f819e}" removed="1"/>
</clbl:labelList>
</file>

<file path=docProps/app.xml><?xml version="1.0" encoding="utf-8"?>
<Properties xmlns="http://schemas.openxmlformats.org/officeDocument/2006/extended-properties" xmlns:vt="http://schemas.openxmlformats.org/officeDocument/2006/docPropsVTypes">
  <Template>PowerPoint-sjabloon-2025</Template>
  <Application>Microsoft Office PowerPoint</Application>
  <PresentationFormat>Widescreen</PresentationFormat>
  <Slides>29</Slides>
  <Notes>29</Notes>
  <HiddenSlides>1</HiddenSlide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Accessibility 2025</vt:lpstr>
      <vt:lpstr>Uitleg voor docenten </vt:lpstr>
      <vt:lpstr>Toegankelijkheid &amp; Inclusief Ontwerpen</vt:lpstr>
      <vt:lpstr>Programma</vt:lpstr>
      <vt:lpstr>Sprekers</vt:lpstr>
      <vt:lpstr>Demo </vt:lpstr>
      <vt:lpstr>Hoe kijk je naar toegankelijkheid?</vt:lpstr>
      <vt:lpstr>Hoe?</vt:lpstr>
      <vt:lpstr>Hoe? </vt:lpstr>
      <vt:lpstr>Toegankelijkheid versus gebruikerservaring</vt:lpstr>
      <vt:lpstr>Gouden driehoek</vt:lpstr>
      <vt:lpstr>Hoe ontwerp je op een inclusieve manier?</vt:lpstr>
      <vt:lpstr>Inclusief ontwerp - concept </vt:lpstr>
      <vt:lpstr>In welke fase van de ontwerpproces?</vt:lpstr>
      <vt:lpstr>In elke fase</vt:lpstr>
      <vt:lpstr>Inclusief ontwerp - diverse </vt:lpstr>
      <vt:lpstr>Bewuste keuze: exclusief of inclusief</vt:lpstr>
      <vt:lpstr>Inclusief ontwerp - samen </vt:lpstr>
      <vt:lpstr>Rollen van een ervaringsdeskundige</vt:lpstr>
      <vt:lpstr>Tips en tricks inclusief onderzoek</vt:lpstr>
      <vt:lpstr>Een praktisch hulpmiddel</vt:lpstr>
      <vt:lpstr>Wie betrek je?</vt:lpstr>
      <vt:lpstr>Waar kan je deelnemers vinden? </vt:lpstr>
      <vt:lpstr>Inclusief onderzoek - omgeving</vt:lpstr>
      <vt:lpstr>Inclusief onderzoek – communicatie </vt:lpstr>
      <vt:lpstr>Inclusief onderzoek – uitvoering </vt:lpstr>
      <vt:lpstr>Elke deelnemer is een mens </vt:lpstr>
      <vt:lpstr>Samenvatting</vt:lpstr>
      <vt:lpstr>Vragen?</vt:lpstr>
      <vt:lpstr>Verdieping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Toegankelijkheid &amp; Inclusief Ontwerpen</dc:title>
  <dc:creator>Moreno Hidalgo, Ana Julia</dc:creator>
  <cp:revision>1</cp:revision>
  <cp:lastPrinted>2026-05-12T07:58:15Z</cp:lastPrinted>
  <dcterms:created xsi:type="dcterms:W3CDTF">2026-01-13T08:58:55Z</dcterms:created>
  <dcterms:modified xsi:type="dcterms:W3CDTF">2026-06-08T14:51:37Z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0x0101006A5016CD21C50F4FA2E6D6D6A3B87310</vt:lpwstr>
  </property>
  <property fmtid="{D5CDD505-2E9C-101B-9397-08002B2CF9AE}" pid="3" name="MediaServiceImageTags">
    <vt:lpwstr/>
  </property>
</Properties>
</file>